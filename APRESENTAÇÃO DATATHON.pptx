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sldIdLst>
    <p:sldId id="260" r:id="rId2"/>
    <p:sldId id="262" r:id="rId3"/>
    <p:sldId id="265" r:id="rId4"/>
    <p:sldId id="259" r:id="rId5"/>
    <p:sldId id="261" r:id="rId6"/>
    <p:sldId id="258" r:id="rId7"/>
  </p:sldIdLst>
  <p:sldSz cx="12192000" cy="6858000"/>
  <p:notesSz cx="6858000" cy="9144000"/>
  <p:embeddedFontLst>
    <p:embeddedFont>
      <p:font typeface="BancoDoBrasil Textos" panose="00000500000000000000" pitchFamily="2" charset="0"/>
      <p:regular r:id="rId9"/>
      <p:bold r:id="rId10"/>
      <p:italic r:id="rId11"/>
      <p:boldItalic r:id="rId12"/>
    </p:embeddedFont>
    <p:embeddedFont>
      <p:font typeface="BancoDoBrasil Textos Light" panose="00000400000000000000" pitchFamily="2" charset="0"/>
      <p:regular r:id="rId13"/>
      <p:italic r:id="rId14"/>
    </p:embeddedFont>
    <p:embeddedFont>
      <p:font typeface="BancoDoBrasil Titulos" panose="00000500000000000000" pitchFamily="2" charset="0"/>
      <p:regular r:id="rId15"/>
      <p:bold r:id="rId16"/>
      <p:italic r:id="rId17"/>
      <p:boldItalic r:id="rId18"/>
    </p:embeddedFont>
    <p:embeddedFont>
      <p:font typeface="BancoDoBrasil Titulos Light" panose="00000400000000000000" pitchFamily="2" charset="0"/>
      <p:regular r:id="rId19"/>
      <p:italic r:id="rId2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537219-5D57-4E76-B67A-0851C47C523C}" v="9" dt="2026-03-31T20:49:47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erlei Aparecido de Oliveira Soares" userId="176561fbfdb93ee7" providerId="LiveId" clId="{2F1C560C-E92D-4863-805D-FD3AA6D066CD}"/>
    <pc:docChg chg="custSel delSld modSld sldOrd">
      <pc:chgData name="Vanderlei Aparecido de Oliveira Soares" userId="176561fbfdb93ee7" providerId="LiveId" clId="{2F1C560C-E92D-4863-805D-FD3AA6D066CD}" dt="2026-03-31T20:55:28.779" v="1482" actId="5793"/>
      <pc:docMkLst>
        <pc:docMk/>
      </pc:docMkLst>
      <pc:sldChg chg="del">
        <pc:chgData name="Vanderlei Aparecido de Oliveira Soares" userId="176561fbfdb93ee7" providerId="LiveId" clId="{2F1C560C-E92D-4863-805D-FD3AA6D066CD}" dt="2026-03-31T20:51:02.202" v="1381" actId="47"/>
        <pc:sldMkLst>
          <pc:docMk/>
          <pc:sldMk cId="0" sldId="256"/>
        </pc:sldMkLst>
      </pc:sldChg>
      <pc:sldChg chg="del">
        <pc:chgData name="Vanderlei Aparecido de Oliveira Soares" userId="176561fbfdb93ee7" providerId="LiveId" clId="{2F1C560C-E92D-4863-805D-FD3AA6D066CD}" dt="2026-03-31T20:51:03.985" v="1382" actId="47"/>
        <pc:sldMkLst>
          <pc:docMk/>
          <pc:sldMk cId="0" sldId="257"/>
        </pc:sldMkLst>
      </pc:sldChg>
      <pc:sldChg chg="addSp delSp modSp mod ord modNotes">
        <pc:chgData name="Vanderlei Aparecido de Oliveira Soares" userId="176561fbfdb93ee7" providerId="LiveId" clId="{2F1C560C-E92D-4863-805D-FD3AA6D066CD}" dt="2026-03-31T20:50:42.761" v="1380" actId="1036"/>
        <pc:sldMkLst>
          <pc:docMk/>
          <pc:sldMk cId="0" sldId="258"/>
        </pc:sldMkLst>
        <pc:spChg chg="add mod">
          <ac:chgData name="Vanderlei Aparecido de Oliveira Soares" userId="176561fbfdb93ee7" providerId="LiveId" clId="{2F1C560C-E92D-4863-805D-FD3AA6D066CD}" dt="2026-03-31T20:48:23.909" v="1305" actId="1037"/>
          <ac:spMkLst>
            <pc:docMk/>
            <pc:sldMk cId="0" sldId="258"/>
            <ac:spMk id="2" creationId="{314D1B94-36E5-E0FA-20DA-139D9127EF26}"/>
          </ac:spMkLst>
        </pc:spChg>
        <pc:spChg chg="add mod">
          <ac:chgData name="Vanderlei Aparecido de Oliveira Soares" userId="176561fbfdb93ee7" providerId="LiveId" clId="{2F1C560C-E92D-4863-805D-FD3AA6D066CD}" dt="2026-03-31T20:48:42.070" v="1308" actId="14100"/>
          <ac:spMkLst>
            <pc:docMk/>
            <pc:sldMk cId="0" sldId="258"/>
            <ac:spMk id="4" creationId="{FE5BFC3F-BF37-24CA-2CB5-46360AAEF069}"/>
          </ac:spMkLst>
        </pc:spChg>
        <pc:spChg chg="add mod">
          <ac:chgData name="Vanderlei Aparecido de Oliveira Soares" userId="176561fbfdb93ee7" providerId="LiveId" clId="{2F1C560C-E92D-4863-805D-FD3AA6D066CD}" dt="2026-03-31T20:50:42.761" v="1380" actId="1036"/>
          <ac:spMkLst>
            <pc:docMk/>
            <pc:sldMk cId="0" sldId="258"/>
            <ac:spMk id="6" creationId="{DD320BBC-D796-8948-363F-7EB3368200F0}"/>
          </ac:spMkLst>
        </pc:spChg>
        <pc:spChg chg="del">
          <ac:chgData name="Vanderlei Aparecido de Oliveira Soares" userId="176561fbfdb93ee7" providerId="LiveId" clId="{2F1C560C-E92D-4863-805D-FD3AA6D066CD}" dt="2026-03-31T20:47:22.462" v="1202" actId="478"/>
          <ac:spMkLst>
            <pc:docMk/>
            <pc:sldMk cId="0" sldId="258"/>
            <ac:spMk id="8" creationId="{388CCB2A-5030-2567-9EC6-EFC9BCCC343B}"/>
          </ac:spMkLst>
        </pc:spChg>
        <pc:spChg chg="del">
          <ac:chgData name="Vanderlei Aparecido de Oliveira Soares" userId="176561fbfdb93ee7" providerId="LiveId" clId="{2F1C560C-E92D-4863-805D-FD3AA6D066CD}" dt="2026-03-31T20:47:22.462" v="1202" actId="478"/>
          <ac:spMkLst>
            <pc:docMk/>
            <pc:sldMk cId="0" sldId="258"/>
            <ac:spMk id="232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47:38.798" v="1248" actId="1037"/>
          <ac:spMkLst>
            <pc:docMk/>
            <pc:sldMk cId="0" sldId="258"/>
            <ac:spMk id="234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47:38.798" v="1248" actId="1037"/>
          <ac:spMkLst>
            <pc:docMk/>
            <pc:sldMk cId="0" sldId="258"/>
            <ac:spMk id="235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47:38.798" v="1248" actId="1037"/>
          <ac:spMkLst>
            <pc:docMk/>
            <pc:sldMk cId="0" sldId="258"/>
            <ac:spMk id="237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47:38.798" v="1248" actId="1037"/>
          <ac:spMkLst>
            <pc:docMk/>
            <pc:sldMk cId="0" sldId="258"/>
            <ac:spMk id="239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47:38.798" v="1248" actId="1037"/>
          <ac:spMkLst>
            <pc:docMk/>
            <pc:sldMk cId="0" sldId="258"/>
            <ac:spMk id="240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47:38.798" v="1248" actId="1037"/>
          <ac:spMkLst>
            <pc:docMk/>
            <pc:sldMk cId="0" sldId="258"/>
            <ac:spMk id="242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47:38.798" v="1248" actId="1037"/>
          <ac:spMkLst>
            <pc:docMk/>
            <pc:sldMk cId="0" sldId="258"/>
            <ac:spMk id="243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47:38.798" v="1248" actId="1037"/>
          <ac:spMkLst>
            <pc:docMk/>
            <pc:sldMk cId="0" sldId="258"/>
            <ac:spMk id="244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47:38.798" v="1248" actId="1037"/>
          <ac:spMkLst>
            <pc:docMk/>
            <pc:sldMk cId="0" sldId="258"/>
            <ac:spMk id="245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47:38.798" v="1248" actId="1037"/>
          <ac:spMkLst>
            <pc:docMk/>
            <pc:sldMk cId="0" sldId="258"/>
            <ac:spMk id="246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47:12.231" v="1200" actId="478"/>
          <ac:spMkLst>
            <pc:docMk/>
            <pc:sldMk cId="0" sldId="258"/>
            <ac:spMk id="251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47:22.462" v="1202" actId="478"/>
          <ac:spMkLst>
            <pc:docMk/>
            <pc:sldMk cId="0" sldId="258"/>
            <ac:spMk id="254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47:16.040" v="1201" actId="478"/>
          <ac:spMkLst>
            <pc:docMk/>
            <pc:sldMk cId="0" sldId="258"/>
            <ac:spMk id="255" creationId="{00000000-0000-0000-0000-000000000000}"/>
          </ac:spMkLst>
        </pc:spChg>
        <pc:picChg chg="del">
          <ac:chgData name="Vanderlei Aparecido de Oliveira Soares" userId="176561fbfdb93ee7" providerId="LiveId" clId="{2F1C560C-E92D-4863-805D-FD3AA6D066CD}" dt="2026-03-31T20:47:22.462" v="1202" actId="478"/>
          <ac:picMkLst>
            <pc:docMk/>
            <pc:sldMk cId="0" sldId="258"/>
            <ac:picMk id="3" creationId="{C1457511-D897-C5AA-D59E-7578261D66E2}"/>
          </ac:picMkLst>
        </pc:picChg>
        <pc:picChg chg="del">
          <ac:chgData name="Vanderlei Aparecido de Oliveira Soares" userId="176561fbfdb93ee7" providerId="LiveId" clId="{2F1C560C-E92D-4863-805D-FD3AA6D066CD}" dt="2026-03-31T20:47:22.462" v="1202" actId="478"/>
          <ac:picMkLst>
            <pc:docMk/>
            <pc:sldMk cId="0" sldId="258"/>
            <ac:picMk id="5" creationId="{A81FEB87-3ECE-F558-321E-95019A3855D0}"/>
          </ac:picMkLst>
        </pc:picChg>
        <pc:picChg chg="del">
          <ac:chgData name="Vanderlei Aparecido de Oliveira Soares" userId="176561fbfdb93ee7" providerId="LiveId" clId="{2F1C560C-E92D-4863-805D-FD3AA6D066CD}" dt="2026-03-31T20:47:22.462" v="1202" actId="478"/>
          <ac:picMkLst>
            <pc:docMk/>
            <pc:sldMk cId="0" sldId="258"/>
            <ac:picMk id="7" creationId="{9E6064D7-C2F5-4A37-2FA0-34CAE3F271C3}"/>
          </ac:picMkLst>
        </pc:picChg>
        <pc:picChg chg="del">
          <ac:chgData name="Vanderlei Aparecido de Oliveira Soares" userId="176561fbfdb93ee7" providerId="LiveId" clId="{2F1C560C-E92D-4863-805D-FD3AA6D066CD}" dt="2026-03-31T20:47:22.462" v="1202" actId="478"/>
          <ac:picMkLst>
            <pc:docMk/>
            <pc:sldMk cId="0" sldId="258"/>
            <ac:picMk id="10" creationId="{7F2329B6-0CAF-C768-59BB-ABD232492C3F}"/>
          </ac:picMkLst>
        </pc:picChg>
        <pc:picChg chg="del">
          <ac:chgData name="Vanderlei Aparecido de Oliveira Soares" userId="176561fbfdb93ee7" providerId="LiveId" clId="{2F1C560C-E92D-4863-805D-FD3AA6D066CD}" dt="2026-03-31T20:47:22.462" v="1202" actId="478"/>
          <ac:picMkLst>
            <pc:docMk/>
            <pc:sldMk cId="0" sldId="258"/>
            <ac:picMk id="252" creationId="{00000000-0000-0000-0000-000000000000}"/>
          </ac:picMkLst>
        </pc:picChg>
        <pc:picChg chg="del">
          <ac:chgData name="Vanderlei Aparecido de Oliveira Soares" userId="176561fbfdb93ee7" providerId="LiveId" clId="{2F1C560C-E92D-4863-805D-FD3AA6D066CD}" dt="2026-03-31T20:47:22.462" v="1202" actId="478"/>
          <ac:picMkLst>
            <pc:docMk/>
            <pc:sldMk cId="0" sldId="258"/>
            <ac:picMk id="253" creationId="{00000000-0000-0000-0000-000000000000}"/>
          </ac:picMkLst>
        </pc:picChg>
      </pc:sldChg>
      <pc:sldChg chg="delSp modSp mod ord modNotes">
        <pc:chgData name="Vanderlei Aparecido de Oliveira Soares" userId="176561fbfdb93ee7" providerId="LiveId" clId="{2F1C560C-E92D-4863-805D-FD3AA6D066CD}" dt="2026-03-31T20:55:28.779" v="1482" actId="5793"/>
        <pc:sldMkLst>
          <pc:docMk/>
          <pc:sldMk cId="0" sldId="259"/>
        </pc:sldMkLst>
        <pc:spChg chg="del">
          <ac:chgData name="Vanderlei Aparecido de Oliveira Soares" userId="176561fbfdb93ee7" providerId="LiveId" clId="{2F1C560C-E92D-4863-805D-FD3AA6D066CD}" dt="2026-03-31T20:20:57.896" v="318" actId="478"/>
          <ac:spMkLst>
            <pc:docMk/>
            <pc:sldMk cId="0" sldId="259"/>
            <ac:spMk id="256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54:01.321" v="1436" actId="20577"/>
          <ac:spMkLst>
            <pc:docMk/>
            <pc:sldMk cId="0" sldId="259"/>
            <ac:spMk id="257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54:26.331" v="1475" actId="1036"/>
          <ac:spMkLst>
            <pc:docMk/>
            <pc:sldMk cId="0" sldId="259"/>
            <ac:spMk id="258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55:28.779" v="1482" actId="5793"/>
          <ac:spMkLst>
            <pc:docMk/>
            <pc:sldMk cId="0" sldId="259"/>
            <ac:spMk id="259" creationId="{00000000-0000-0000-0000-000000000000}"/>
          </ac:spMkLst>
        </pc:spChg>
      </pc:sldChg>
      <pc:sldChg chg="addSp delSp modSp mod ord">
        <pc:chgData name="Vanderlei Aparecido de Oliveira Soares" userId="176561fbfdb93ee7" providerId="LiveId" clId="{2F1C560C-E92D-4863-805D-FD3AA6D066CD}" dt="2026-03-31T20:45:03.265" v="1197" actId="14100"/>
        <pc:sldMkLst>
          <pc:docMk/>
          <pc:sldMk cId="0" sldId="261"/>
        </pc:sldMkLst>
        <pc:spChg chg="add mod">
          <ac:chgData name="Vanderlei Aparecido de Oliveira Soares" userId="176561fbfdb93ee7" providerId="LiveId" clId="{2F1C560C-E92D-4863-805D-FD3AA6D066CD}" dt="2026-03-31T20:41:00.183" v="1011" actId="14100"/>
          <ac:spMkLst>
            <pc:docMk/>
            <pc:sldMk cId="0" sldId="261"/>
            <ac:spMk id="12" creationId="{7FCB1D2E-BC51-BB7F-F4B0-CF028ADB8CAA}"/>
          </ac:spMkLst>
        </pc:spChg>
        <pc:spChg chg="add mod">
          <ac:chgData name="Vanderlei Aparecido de Oliveira Soares" userId="176561fbfdb93ee7" providerId="LiveId" clId="{2F1C560C-E92D-4863-805D-FD3AA6D066CD}" dt="2026-03-31T20:41:53.687" v="1028" actId="20577"/>
          <ac:spMkLst>
            <pc:docMk/>
            <pc:sldMk cId="0" sldId="261"/>
            <ac:spMk id="13" creationId="{CD1F769C-0B97-460D-9579-13ED30F4B0B6}"/>
          </ac:spMkLst>
        </pc:spChg>
        <pc:spChg chg="add mod">
          <ac:chgData name="Vanderlei Aparecido de Oliveira Soares" userId="176561fbfdb93ee7" providerId="LiveId" clId="{2F1C560C-E92D-4863-805D-FD3AA6D066CD}" dt="2026-03-31T20:42:45.568" v="1060" actId="20577"/>
          <ac:spMkLst>
            <pc:docMk/>
            <pc:sldMk cId="0" sldId="261"/>
            <ac:spMk id="14" creationId="{A49636CD-DEB0-28C3-FBD9-38FAA5FBE253}"/>
          </ac:spMkLst>
        </pc:spChg>
        <pc:spChg chg="add mod">
          <ac:chgData name="Vanderlei Aparecido de Oliveira Soares" userId="176561fbfdb93ee7" providerId="LiveId" clId="{2F1C560C-E92D-4863-805D-FD3AA6D066CD}" dt="2026-03-31T20:43:45.122" v="1094" actId="14100"/>
          <ac:spMkLst>
            <pc:docMk/>
            <pc:sldMk cId="0" sldId="261"/>
            <ac:spMk id="15" creationId="{FB99E43A-33EB-552A-1F7D-1E53EBED4282}"/>
          </ac:spMkLst>
        </pc:spChg>
        <pc:spChg chg="add mod">
          <ac:chgData name="Vanderlei Aparecido de Oliveira Soares" userId="176561fbfdb93ee7" providerId="LiveId" clId="{2F1C560C-E92D-4863-805D-FD3AA6D066CD}" dt="2026-03-31T20:45:03.265" v="1197" actId="14100"/>
          <ac:spMkLst>
            <pc:docMk/>
            <pc:sldMk cId="0" sldId="261"/>
            <ac:spMk id="16" creationId="{923DE462-4FE6-169D-3042-F4AC0857784D}"/>
          </ac:spMkLst>
        </pc:spChg>
        <pc:spChg chg="del">
          <ac:chgData name="Vanderlei Aparecido de Oliveira Soares" userId="176561fbfdb93ee7" providerId="LiveId" clId="{2F1C560C-E92D-4863-805D-FD3AA6D066CD}" dt="2026-03-31T20:24:36.571" v="666" actId="478"/>
          <ac:spMkLst>
            <pc:docMk/>
            <pc:sldMk cId="0" sldId="261"/>
            <ac:spMk id="308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39:56.811" v="918" actId="14100"/>
          <ac:spMkLst>
            <pc:docMk/>
            <pc:sldMk cId="0" sldId="261"/>
            <ac:spMk id="309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24:40.374" v="667" actId="478"/>
          <ac:spMkLst>
            <pc:docMk/>
            <pc:sldMk cId="0" sldId="261"/>
            <ac:spMk id="313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24:40.374" v="667" actId="478"/>
          <ac:spMkLst>
            <pc:docMk/>
            <pc:sldMk cId="0" sldId="261"/>
            <ac:spMk id="314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24:40.374" v="667" actId="478"/>
          <ac:spMkLst>
            <pc:docMk/>
            <pc:sldMk cId="0" sldId="261"/>
            <ac:spMk id="315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24:40.374" v="667" actId="478"/>
          <ac:spMkLst>
            <pc:docMk/>
            <pc:sldMk cId="0" sldId="261"/>
            <ac:spMk id="316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24:40.374" v="667" actId="478"/>
          <ac:spMkLst>
            <pc:docMk/>
            <pc:sldMk cId="0" sldId="261"/>
            <ac:spMk id="318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24:40.374" v="667" actId="478"/>
          <ac:spMkLst>
            <pc:docMk/>
            <pc:sldMk cId="0" sldId="261"/>
            <ac:spMk id="321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24:40.374" v="667" actId="478"/>
          <ac:spMkLst>
            <pc:docMk/>
            <pc:sldMk cId="0" sldId="261"/>
            <ac:spMk id="324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24:40.374" v="667" actId="478"/>
          <ac:spMkLst>
            <pc:docMk/>
            <pc:sldMk cId="0" sldId="261"/>
            <ac:spMk id="325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24:40.374" v="667" actId="478"/>
          <ac:spMkLst>
            <pc:docMk/>
            <pc:sldMk cId="0" sldId="261"/>
            <ac:spMk id="329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24:40.374" v="667" actId="478"/>
          <ac:spMkLst>
            <pc:docMk/>
            <pc:sldMk cId="0" sldId="261"/>
            <ac:spMk id="332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24:23.931" v="664" actId="478"/>
          <ac:spMkLst>
            <pc:docMk/>
            <pc:sldMk cId="0" sldId="261"/>
            <ac:spMk id="333" creationId="{00000000-0000-0000-0000-000000000000}"/>
          </ac:spMkLst>
        </pc:spChg>
        <pc:picChg chg="add mod">
          <ac:chgData name="Vanderlei Aparecido de Oliveira Soares" userId="176561fbfdb93ee7" providerId="LiveId" clId="{2F1C560C-E92D-4863-805D-FD3AA6D066CD}" dt="2026-03-31T20:40:11.821" v="954" actId="1035"/>
          <ac:picMkLst>
            <pc:docMk/>
            <pc:sldMk cId="0" sldId="261"/>
            <ac:picMk id="3" creationId="{A29DB8A9-DFC7-CA5A-B990-6DC97E8C287D}"/>
          </ac:picMkLst>
        </pc:picChg>
        <pc:picChg chg="add mod">
          <ac:chgData name="Vanderlei Aparecido de Oliveira Soares" userId="176561fbfdb93ee7" providerId="LiveId" clId="{2F1C560C-E92D-4863-805D-FD3AA6D066CD}" dt="2026-03-31T20:40:11.821" v="954" actId="1035"/>
          <ac:picMkLst>
            <pc:docMk/>
            <pc:sldMk cId="0" sldId="261"/>
            <ac:picMk id="5" creationId="{80AD44F3-F784-3565-A758-4A574C359631}"/>
          </ac:picMkLst>
        </pc:picChg>
        <pc:picChg chg="add mod">
          <ac:chgData name="Vanderlei Aparecido de Oliveira Soares" userId="176561fbfdb93ee7" providerId="LiveId" clId="{2F1C560C-E92D-4863-805D-FD3AA6D066CD}" dt="2026-03-31T20:40:11.821" v="954" actId="1035"/>
          <ac:picMkLst>
            <pc:docMk/>
            <pc:sldMk cId="0" sldId="261"/>
            <ac:picMk id="7" creationId="{E9A8D8FE-13C4-8189-06AB-D2595A808E6E}"/>
          </ac:picMkLst>
        </pc:picChg>
        <pc:picChg chg="add mod">
          <ac:chgData name="Vanderlei Aparecido de Oliveira Soares" userId="176561fbfdb93ee7" providerId="LiveId" clId="{2F1C560C-E92D-4863-805D-FD3AA6D066CD}" dt="2026-03-31T20:40:11.821" v="954" actId="1035"/>
          <ac:picMkLst>
            <pc:docMk/>
            <pc:sldMk cId="0" sldId="261"/>
            <ac:picMk id="9" creationId="{3E9F01BF-5FA9-8652-CE95-0BC826D76DDE}"/>
          </ac:picMkLst>
        </pc:picChg>
        <pc:picChg chg="add del mod">
          <ac:chgData name="Vanderlei Aparecido de Oliveira Soares" userId="176561fbfdb93ee7" providerId="LiveId" clId="{2F1C560C-E92D-4863-805D-FD3AA6D066CD}" dt="2026-03-31T20:31:52.188" v="716" actId="478"/>
          <ac:picMkLst>
            <pc:docMk/>
            <pc:sldMk cId="0" sldId="261"/>
            <ac:picMk id="11" creationId="{7559DD9C-2758-FB19-70DD-1681FE176C2D}"/>
          </ac:picMkLst>
        </pc:picChg>
      </pc:sldChg>
      <pc:sldChg chg="ord">
        <pc:chgData name="Vanderlei Aparecido de Oliveira Soares" userId="176561fbfdb93ee7" providerId="LiveId" clId="{2F1C560C-E92D-4863-805D-FD3AA6D066CD}" dt="2026-03-31T20:11:43.117" v="1"/>
        <pc:sldMkLst>
          <pc:docMk/>
          <pc:sldMk cId="0" sldId="262"/>
        </pc:sldMkLst>
      </pc:sldChg>
      <pc:sldChg chg="del">
        <pc:chgData name="Vanderlei Aparecido de Oliveira Soares" userId="176561fbfdb93ee7" providerId="LiveId" clId="{2F1C560C-E92D-4863-805D-FD3AA6D066CD}" dt="2026-03-31T20:51:06.267" v="1383" actId="47"/>
        <pc:sldMkLst>
          <pc:docMk/>
          <pc:sldMk cId="0" sldId="264"/>
        </pc:sldMkLst>
      </pc:sldChg>
      <pc:sldChg chg="addSp delSp modSp mod ord modNotes">
        <pc:chgData name="Vanderlei Aparecido de Oliveira Soares" userId="176561fbfdb93ee7" providerId="LiveId" clId="{2F1C560C-E92D-4863-805D-FD3AA6D066CD}" dt="2026-03-31T20:19:37.712" v="315" actId="255"/>
        <pc:sldMkLst>
          <pc:docMk/>
          <pc:sldMk cId="0" sldId="265"/>
        </pc:sldMkLst>
        <pc:spChg chg="mod">
          <ac:chgData name="Vanderlei Aparecido de Oliveira Soares" userId="176561fbfdb93ee7" providerId="LiveId" clId="{2F1C560C-E92D-4863-805D-FD3AA6D066CD}" dt="2026-03-31T20:19:37.712" v="315" actId="255"/>
          <ac:spMkLst>
            <pc:docMk/>
            <pc:sldMk cId="0" sldId="265"/>
            <ac:spMk id="397" creationId="{00000000-0000-0000-0000-000000000000}"/>
          </ac:spMkLst>
        </pc:spChg>
        <pc:spChg chg="mod">
          <ac:chgData name="Vanderlei Aparecido de Oliveira Soares" userId="176561fbfdb93ee7" providerId="LiveId" clId="{2F1C560C-E92D-4863-805D-FD3AA6D066CD}" dt="2026-03-31T20:14:06.396" v="100" actId="1036"/>
          <ac:spMkLst>
            <pc:docMk/>
            <pc:sldMk cId="0" sldId="265"/>
            <ac:spMk id="398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14:14.078" v="102" actId="478"/>
          <ac:spMkLst>
            <pc:docMk/>
            <pc:sldMk cId="0" sldId="265"/>
            <ac:spMk id="405" creationId="{00000000-0000-0000-0000-000000000000}"/>
          </ac:spMkLst>
        </pc:spChg>
        <pc:spChg chg="del">
          <ac:chgData name="Vanderlei Aparecido de Oliveira Soares" userId="176561fbfdb93ee7" providerId="LiveId" clId="{2F1C560C-E92D-4863-805D-FD3AA6D066CD}" dt="2026-03-31T20:13:29.326" v="4" actId="478"/>
          <ac:spMkLst>
            <pc:docMk/>
            <pc:sldMk cId="0" sldId="265"/>
            <ac:spMk id="424" creationId="{00000000-0000-0000-0000-000000000000}"/>
          </ac:spMkLst>
        </pc:spChg>
        <pc:grpChg chg="del">
          <ac:chgData name="Vanderlei Aparecido de Oliveira Soares" userId="176561fbfdb93ee7" providerId="LiveId" clId="{2F1C560C-E92D-4863-805D-FD3AA6D066CD}" dt="2026-03-31T20:14:12.422" v="101" actId="478"/>
          <ac:grpSpMkLst>
            <pc:docMk/>
            <pc:sldMk cId="0" sldId="265"/>
            <ac:grpSpMk id="406" creationId="{00000000-0000-0000-0000-000000000000}"/>
          </ac:grpSpMkLst>
        </pc:grpChg>
        <pc:grpChg chg="del">
          <ac:chgData name="Vanderlei Aparecido de Oliveira Soares" userId="176561fbfdb93ee7" providerId="LiveId" clId="{2F1C560C-E92D-4863-805D-FD3AA6D066CD}" dt="2026-03-31T20:14:17.219" v="103" actId="478"/>
          <ac:grpSpMkLst>
            <pc:docMk/>
            <pc:sldMk cId="0" sldId="265"/>
            <ac:grpSpMk id="414" creationId="{00000000-0000-0000-0000-000000000000}"/>
          </ac:grpSpMkLst>
        </pc:grpChg>
        <pc:picChg chg="add mod">
          <ac:chgData name="Vanderlei Aparecido de Oliveira Soares" userId="176561fbfdb93ee7" providerId="LiveId" clId="{2F1C560C-E92D-4863-805D-FD3AA6D066CD}" dt="2026-03-31T20:15:20.542" v="146" actId="14100"/>
          <ac:picMkLst>
            <pc:docMk/>
            <pc:sldMk cId="0" sldId="265"/>
            <ac:picMk id="3" creationId="{61BFAF7F-2FBA-295C-3221-0D94A7A574EE}"/>
          </ac:picMkLst>
        </pc:picChg>
      </pc:sldChg>
      <pc:sldChg chg="del">
        <pc:chgData name="Vanderlei Aparecido de Oliveira Soares" userId="176561fbfdb93ee7" providerId="LiveId" clId="{2F1C560C-E92D-4863-805D-FD3AA6D066CD}" dt="2026-03-31T20:51:08.119" v="1385" actId="47"/>
        <pc:sldMkLst>
          <pc:docMk/>
          <pc:sldMk cId="0" sldId="270"/>
        </pc:sldMkLst>
      </pc:sldChg>
      <pc:sldChg chg="del">
        <pc:chgData name="Vanderlei Aparecido de Oliveira Soares" userId="176561fbfdb93ee7" providerId="LiveId" clId="{2F1C560C-E92D-4863-805D-FD3AA6D066CD}" dt="2026-03-31T20:51:09.383" v="1386" actId="47"/>
        <pc:sldMkLst>
          <pc:docMk/>
          <pc:sldMk cId="0" sldId="313"/>
        </pc:sldMkLst>
      </pc:sldChg>
      <pc:sldChg chg="del">
        <pc:chgData name="Vanderlei Aparecido de Oliveira Soares" userId="176561fbfdb93ee7" providerId="LiveId" clId="{2F1C560C-E92D-4863-805D-FD3AA6D066CD}" dt="2026-03-31T20:51:07.401" v="1384" actId="47"/>
        <pc:sldMkLst>
          <pc:docMk/>
          <pc:sldMk cId="3593196631" sldId="3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rPr>
              <a:t>Clique para mover o slide</a:t>
            </a: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</a:p>
        </p:txBody>
      </p:sp>
      <p:sp>
        <p:nvSpPr>
          <p:cNvPr id="18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</a:p>
        </p:txBody>
      </p:sp>
      <p:sp>
        <p:nvSpPr>
          <p:cNvPr id="189" name="PlaceHolder 4"/>
          <p:cNvSpPr>
            <a:spLocks noGrp="1"/>
          </p:cNvSpPr>
          <p:nvPr>
            <p:ph type="dt" idx="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90" name="PlaceHolder 5"/>
          <p:cNvSpPr>
            <a:spLocks noGrp="1"/>
          </p:cNvSpPr>
          <p:nvPr>
            <p:ph type="ftr" idx="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91" name="PlaceHolder 6"/>
          <p:cNvSpPr>
            <a:spLocks noGrp="1"/>
          </p:cNvSpPr>
          <p:nvPr>
            <p:ph type="sldNum" idx="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A21B159-17E2-4534-98CD-BEAFC2571318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effectLst/>
              </a:rPr>
              <a:t>A avaliação de competências é a principal ferramenta para acompanhar esse desenvolvimento. Ela permite identificar pontos fortes, oportunidades de melhoria e alinhar o crescimento individual às estratégias organizacionais.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pPr indent="0" algn="r">
              <a:buNone/>
            </a:pPr>
            <a:fld id="{CA21B159-17E2-4534-98CD-BEAFC2571318}" type="slidenum">
              <a:rPr lang="pt-BR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8022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Essas mudanças estão em todos os aspectos, nossos concorrentes deixaram de ser algumas instituições financeiras e passaram a ser centenas de fintechs;</a:t>
            </a:r>
          </a:p>
          <a:p>
            <a:r>
              <a:rPr lang="pt-BR" dirty="0"/>
              <a:t>Nossos clientes deixaram de frequentar as agências e agora realizam suas transações de forma majoritária pelo app;</a:t>
            </a:r>
          </a:p>
          <a:p>
            <a:r>
              <a:rPr lang="pt-BR" dirty="0"/>
              <a:t>Sem contar em novos equipamentos e na inteligência artificial que </a:t>
            </a:r>
            <a:r>
              <a:rPr lang="pt-BR" dirty="0" err="1"/>
              <a:t>hj</a:t>
            </a:r>
            <a:r>
              <a:rPr lang="pt-BR" dirty="0"/>
              <a:t> esta presente em quase tudo no nosso dia a dia;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pPr indent="0" algn="r">
              <a:buNone/>
            </a:pPr>
            <a:fld id="{CA21B159-17E2-4534-98CD-BEAFC2571318}" type="slidenum">
              <a:rPr lang="pt-BR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5645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effectLst/>
              </a:rPr>
              <a:t>A liderança tem papel fundamental nesse processo: precisa se desenvolver continuamente e, ao mesmo tempo, criar um ambiente que estimule o crescimento das equipes, valorizando aprendizado, diálogo e desenvolvimento.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pPr indent="0" algn="r">
              <a:buNone/>
            </a:pPr>
            <a:fld id="{CA21B159-17E2-4534-98CD-BEAFC2571318}" type="slidenum">
              <a:rPr lang="pt-BR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3477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effectLst/>
              </a:rPr>
              <a:t>Quando a avaliação é individualizada, ela se torna mais justa e eficaz, respeitando as diferenças entre as pessoas e permitindo um diagnóstico mais preciso do potencial de cada colaborador.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pPr indent="0" algn="r">
              <a:buNone/>
            </a:pPr>
            <a:fld id="{CA21B159-17E2-4534-98CD-BEAFC2571318}" type="slidenum">
              <a:rPr lang="pt-BR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7489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BB tem acompanhado esse cenário com investimentos em tecnologia, novos sistemas e modelos de atendimento figital. No entanto, esses avanços só geram resultados quando o capital humano consegue acompanhar e utilizar essas ferramentas de forma estratégica.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pPr indent="0" algn="r">
              <a:buNone/>
            </a:pPr>
            <a:fld id="{CA21B159-17E2-4534-98CD-BEAFC2571318}" type="slidenum">
              <a:rPr lang="pt-BR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45611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effectLst/>
              </a:rPr>
              <a:t>O Banco do Brasil se destaca por investir fortemente em educação corporativa, com uma das maiores universidades corporativas do mundo, além de bolsas de estudo e programas de capacitação. Isso demonstra uma visão de longo prazo voltada ao desenvolvimento contínuo.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pPr indent="0" algn="r">
              <a:buNone/>
            </a:pPr>
            <a:fld id="{CA21B159-17E2-4534-98CD-BEAFC2571318}" type="slidenum">
              <a:rPr lang="pt-BR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35764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6"/>
          <p:cNvSpPr/>
          <p:nvPr/>
        </p:nvSpPr>
        <p:spPr>
          <a:xfrm>
            <a:off x="1250964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" name="Retângulo: Cantos Arredondados 8"/>
          <p:cNvSpPr/>
          <p:nvPr/>
        </p:nvSpPr>
        <p:spPr>
          <a:xfrm>
            <a:off x="1336032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465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4" name="Retângulo: Cantos Arredondados 9"/>
          <p:cNvSpPr/>
          <p:nvPr/>
        </p:nvSpPr>
        <p:spPr>
          <a:xfrm>
            <a:off x="1250964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3333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5" name="Retângulo: Cantos Arredondados 10"/>
          <p:cNvSpPr/>
          <p:nvPr/>
        </p:nvSpPr>
        <p:spPr>
          <a:xfrm>
            <a:off x="1336032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54D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6" name="Retângulo: Cantos Arredondados 11"/>
          <p:cNvSpPr/>
          <p:nvPr/>
        </p:nvSpPr>
        <p:spPr>
          <a:xfrm>
            <a:off x="1250964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6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7" name="Retângulo: Cantos Arredondados 12"/>
          <p:cNvSpPr/>
          <p:nvPr/>
        </p:nvSpPr>
        <p:spPr>
          <a:xfrm>
            <a:off x="1336032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8" name="Retângulo: Cantos Arredondados 13"/>
          <p:cNvSpPr/>
          <p:nvPr/>
        </p:nvSpPr>
        <p:spPr>
          <a:xfrm>
            <a:off x="1250964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9" name="Retângulo: Cantos Arredondados 14"/>
          <p:cNvSpPr/>
          <p:nvPr/>
        </p:nvSpPr>
        <p:spPr>
          <a:xfrm>
            <a:off x="1336032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0" name="Retângulo: Cantos Arredondados 23"/>
          <p:cNvSpPr/>
          <p:nvPr/>
        </p:nvSpPr>
        <p:spPr>
          <a:xfrm>
            <a:off x="1250964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735C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1" name="Retângulo: Cantos Arredondados 24"/>
          <p:cNvSpPr/>
          <p:nvPr/>
        </p:nvSpPr>
        <p:spPr>
          <a:xfrm>
            <a:off x="1336032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BDB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2" name="Retângulo: Cantos Arredondados 25"/>
          <p:cNvSpPr/>
          <p:nvPr/>
        </p:nvSpPr>
        <p:spPr>
          <a:xfrm>
            <a:off x="1250964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F7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3" name="Elipse 27"/>
          <p:cNvSpPr/>
          <p:nvPr/>
        </p:nvSpPr>
        <p:spPr>
          <a:xfrm>
            <a:off x="12695400" y="5676120"/>
            <a:ext cx="250560" cy="2505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4" name="Retângulo: Cantos Arredondados 1"/>
          <p:cNvSpPr/>
          <p:nvPr/>
        </p:nvSpPr>
        <p:spPr>
          <a:xfrm>
            <a:off x="1336032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5" name="Gráfico 2"/>
          <p:cNvSpPr/>
          <p:nvPr/>
        </p:nvSpPr>
        <p:spPr>
          <a:xfrm>
            <a:off x="1135080" y="1021320"/>
            <a:ext cx="657000" cy="657000"/>
          </a:xfrm>
          <a:custGeom>
            <a:avLst/>
            <a:gdLst>
              <a:gd name="textAreaLeft" fmla="*/ 0 w 657000"/>
              <a:gd name="textAreaRight" fmla="*/ 657360 w 657000"/>
              <a:gd name="textAreaTop" fmla="*/ 0 h 657000"/>
              <a:gd name="textAreaBottom" fmla="*/ 657360 h 657000"/>
              <a:gd name="GluePoint1X" fmla="*/ 0 w 4762595"/>
              <a:gd name="GluePoint1Y" fmla="*/ 4100798 h 4762500"/>
              <a:gd name="GluePoint2X" fmla="*/ 496157 w 4762595"/>
              <a:gd name="GluePoint2Y" fmla="*/ 3770090 h 4762500"/>
              <a:gd name="GluePoint3X" fmla="*/ 992315 w 4762595"/>
              <a:gd name="GluePoint3Y" fmla="*/ 4100798 h 4762500"/>
              <a:gd name="GluePoint4X" fmla="*/ 0 w 4762595"/>
              <a:gd name="GluePoint4Y" fmla="*/ 4762500 h 4762500"/>
              <a:gd name="GluePoint5X" fmla="*/ 0 w 4762595"/>
              <a:gd name="GluePoint5Y" fmla="*/ 4100798 h 4762500"/>
              <a:gd name="GluePoint6X" fmla="*/ 4762500 w 4762595"/>
              <a:gd name="GluePoint6Y" fmla="*/ 661797 h 4762500"/>
              <a:gd name="GluePoint7X" fmla="*/ 4266343 w 4762595"/>
              <a:gd name="GluePoint7Y" fmla="*/ 992410 h 4762500"/>
              <a:gd name="GluePoint8X" fmla="*/ 3770281 w 4762595"/>
              <a:gd name="GluePoint8Y" fmla="*/ 661797 h 4762500"/>
              <a:gd name="GluePoint9X" fmla="*/ 4762500 w 4762595"/>
              <a:gd name="GluePoint9Y" fmla="*/ 0 h 4762500"/>
              <a:gd name="GluePoint10X" fmla="*/ 4762500 w 4762595"/>
              <a:gd name="GluePoint10Y" fmla="*/ 661797 h 4762500"/>
              <a:gd name="GluePoint11X" fmla="*/ 4762500 w 4762595"/>
              <a:gd name="GluePoint11Y" fmla="*/ 3174873 h 4762500"/>
              <a:gd name="GluePoint12X" fmla="*/ 2381250 w 4762595"/>
              <a:gd name="GluePoint12Y" fmla="*/ 4762405 h 4762500"/>
              <a:gd name="GluePoint13X" fmla="*/ 0 w 4762595"/>
              <a:gd name="GluePoint13Y" fmla="*/ 3174968 h 4762500"/>
              <a:gd name="GluePoint14X" fmla="*/ 2827782 w 4762595"/>
              <a:gd name="GluePoint14Y" fmla="*/ 1290066 h 4762500"/>
              <a:gd name="GluePoint15X" fmla="*/ 3323844 w 4762595"/>
              <a:gd name="GluePoint15Y" fmla="*/ 1620774 h 4762500"/>
              <a:gd name="GluePoint16X" fmla="*/ 1042035 w 4762595"/>
              <a:gd name="GluePoint16Y" fmla="*/ 3141821 h 4762500"/>
              <a:gd name="GluePoint17X" fmla="*/ 2431066 w 4762595"/>
              <a:gd name="GluePoint17Y" fmla="*/ 4067842 h 4762500"/>
              <a:gd name="GluePoint18X" fmla="*/ 3075908 w 4762595"/>
              <a:gd name="GluePoint18Y" fmla="*/ 3637883 h 4762500"/>
              <a:gd name="GluePoint19X" fmla="*/ 2579846 w 4762595"/>
              <a:gd name="GluePoint19Y" fmla="*/ 3307271 h 4762500"/>
              <a:gd name="GluePoint20X" fmla="*/ 3770471 w 4762595"/>
              <a:gd name="GluePoint20Y" fmla="*/ 2513553 h 4762500"/>
              <a:gd name="GluePoint21X" fmla="*/ 4762596 w 4762595"/>
              <a:gd name="GluePoint21Y" fmla="*/ 3174873 h 4762500"/>
              <a:gd name="GluePoint22X" fmla="*/ 0 w 4762595"/>
              <a:gd name="GluePoint22Y" fmla="*/ 1587722 h 4762500"/>
              <a:gd name="GluePoint23X" fmla="*/ 2381250 w 4762595"/>
              <a:gd name="GluePoint23Y" fmla="*/ 0 h 4762500"/>
              <a:gd name="GluePoint24X" fmla="*/ 4762500 w 4762595"/>
              <a:gd name="GluePoint24Y" fmla="*/ 1587722 h 4762500"/>
              <a:gd name="GluePoint25X" fmla="*/ 1934718 w 4762595"/>
              <a:gd name="GluePoint25Y" fmla="*/ 3472624 h 4762500"/>
              <a:gd name="GluePoint26X" fmla="*/ 1438656 w 4762595"/>
              <a:gd name="GluePoint26Y" fmla="*/ 3141821 h 4762500"/>
              <a:gd name="GluePoint27X" fmla="*/ 3720465 w 4762595"/>
              <a:gd name="GluePoint27Y" fmla="*/ 1620774 h 4762500"/>
              <a:gd name="GluePoint28X" fmla="*/ 2331434 w 4762595"/>
              <a:gd name="GluePoint28Y" fmla="*/ 694849 h 4762500"/>
              <a:gd name="GluePoint29X" fmla="*/ 1686592 w 4762595"/>
              <a:gd name="GluePoint29Y" fmla="*/ 1124712 h 4762500"/>
              <a:gd name="GluePoint30X" fmla="*/ 2182749 w 4762595"/>
              <a:gd name="GluePoint30Y" fmla="*/ 1455420 h 4762500"/>
              <a:gd name="GluePoint31X" fmla="*/ 992124 w 4762595"/>
              <a:gd name="GluePoint31Y" fmla="*/ 2249138 h 4762500"/>
              <a:gd name="GluePoint32X" fmla="*/ 0 w 4762595"/>
              <a:gd name="GluePoint32Y" fmla="*/ 1587722 h 4762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4762595" h="4762500">
                <a:moveTo>
                  <a:pt x="0" y="4100798"/>
                </a:moveTo>
                <a:lnTo>
                  <a:pt x="496157" y="3770090"/>
                </a:lnTo>
                <a:lnTo>
                  <a:pt x="992315" y="4100798"/>
                </a:lnTo>
                <a:lnTo>
                  <a:pt x="0" y="4762500"/>
                </a:lnTo>
                <a:lnTo>
                  <a:pt x="0" y="4100798"/>
                </a:lnTo>
                <a:close/>
                <a:moveTo>
                  <a:pt x="4762500" y="661797"/>
                </a:moveTo>
                <a:lnTo>
                  <a:pt x="4266343" y="992410"/>
                </a:lnTo>
                <a:lnTo>
                  <a:pt x="3770281" y="661797"/>
                </a:lnTo>
                <a:lnTo>
                  <a:pt x="4762500" y="0"/>
                </a:lnTo>
                <a:lnTo>
                  <a:pt x="4762500" y="661797"/>
                </a:lnTo>
                <a:close/>
                <a:moveTo>
                  <a:pt x="4762500" y="3174873"/>
                </a:moveTo>
                <a:lnTo>
                  <a:pt x="2381250" y="4762405"/>
                </a:lnTo>
                <a:lnTo>
                  <a:pt x="0" y="3174968"/>
                </a:lnTo>
                <a:lnTo>
                  <a:pt x="2827782" y="1290066"/>
                </a:lnTo>
                <a:lnTo>
                  <a:pt x="3323844" y="1620774"/>
                </a:lnTo>
                <a:lnTo>
                  <a:pt x="1042035" y="3141821"/>
                </a:lnTo>
                <a:lnTo>
                  <a:pt x="2431066" y="4067842"/>
                </a:lnTo>
                <a:lnTo>
                  <a:pt x="3075908" y="3637883"/>
                </a:lnTo>
                <a:lnTo>
                  <a:pt x="2579846" y="3307271"/>
                </a:lnTo>
                <a:lnTo>
                  <a:pt x="3770471" y="2513553"/>
                </a:lnTo>
                <a:lnTo>
                  <a:pt x="4762596" y="3174873"/>
                </a:lnTo>
                <a:close/>
                <a:moveTo>
                  <a:pt x="0" y="1587722"/>
                </a:moveTo>
                <a:lnTo>
                  <a:pt x="2381250" y="0"/>
                </a:lnTo>
                <a:lnTo>
                  <a:pt x="4762500" y="1587722"/>
                </a:lnTo>
                <a:lnTo>
                  <a:pt x="1934718" y="3472624"/>
                </a:lnTo>
                <a:lnTo>
                  <a:pt x="1438656" y="3141821"/>
                </a:lnTo>
                <a:lnTo>
                  <a:pt x="3720465" y="1620774"/>
                </a:lnTo>
                <a:lnTo>
                  <a:pt x="2331434" y="694849"/>
                </a:lnTo>
                <a:lnTo>
                  <a:pt x="1686592" y="1124712"/>
                </a:lnTo>
                <a:lnTo>
                  <a:pt x="2182749" y="1455420"/>
                </a:lnTo>
                <a:lnTo>
                  <a:pt x="992124" y="2249138"/>
                </a:lnTo>
                <a:lnTo>
                  <a:pt x="0" y="1587722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07280" y="191340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>
              <a:defRPr>
                <a:latin typeface="BancoDoBrasil Titulos" panose="00000500000000000000" charset="0"/>
              </a:defRPr>
            </a:lvl1pPr>
          </a:lstStyle>
          <a:p>
            <a:pPr indent="0" defTabSz="914400">
              <a:lnSpc>
                <a:spcPct val="90000"/>
              </a:lnSpc>
              <a:buNone/>
            </a:pPr>
            <a:r>
              <a:rPr lang="en-US" sz="7200" b="0" u="none" strike="noStrike" dirty="0">
                <a:solidFill>
                  <a:schemeClr val="lt1"/>
                </a:solidFill>
                <a:effectLst/>
                <a:uFillTx/>
                <a:latin typeface="BancoDoBrasil Titulos Light"/>
              </a:rPr>
              <a:t>Aqui o </a:t>
            </a:r>
            <a:r>
              <a:rPr lang="en-US" sz="7200" b="0" u="none" strike="noStrike" dirty="0" err="1">
                <a:solidFill>
                  <a:schemeClr val="lt1"/>
                </a:solidFill>
                <a:effectLst/>
                <a:uFillTx/>
                <a:latin typeface="BancoDoBrasil Titulos Light"/>
              </a:rPr>
              <a:t>título</a:t>
            </a:r>
            <a:r>
              <a:rPr lang="en-US" sz="7200" b="0" u="none" strike="noStrike" dirty="0">
                <a:solidFill>
                  <a:schemeClr val="lt1"/>
                </a:solidFill>
                <a:effectLst/>
                <a:uFillTx/>
                <a:latin typeface="BancoDoBrasil Titulos Light"/>
              </a:rPr>
              <a:t> </a:t>
            </a:r>
            <a:br>
              <a:rPr sz="7200" dirty="0"/>
            </a:br>
            <a:r>
              <a:rPr lang="en-US" sz="7200" b="0" u="none" strike="noStrike" dirty="0">
                <a:solidFill>
                  <a:schemeClr val="lt1"/>
                </a:solidFill>
                <a:effectLst/>
                <a:uFillTx/>
                <a:latin typeface="BancoDoBrasil Titulos Light"/>
              </a:rPr>
              <a:t>da </a:t>
            </a:r>
            <a:r>
              <a:rPr lang="en-US" sz="7200" b="0" u="none" strike="noStrike" dirty="0" err="1">
                <a:solidFill>
                  <a:schemeClr val="lt1"/>
                </a:solidFill>
                <a:effectLst/>
                <a:uFillTx/>
                <a:latin typeface="BancoDoBrasil Titulos Light"/>
              </a:rPr>
              <a:t>apresentação</a:t>
            </a:r>
            <a:endParaRPr lang="en-BR" sz="7200" b="0" u="none" strike="noStrike" dirty="0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"/>
          </p:nvPr>
        </p:nvSpPr>
        <p:spPr>
          <a:xfrm>
            <a:off x="1007280" y="59565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800" b="0" u="none" strike="noStrike">
                <a:solidFill>
                  <a:schemeClr val="lt2"/>
                </a:solidFill>
                <a:effectLst/>
                <a:uFillTx/>
                <a:latin typeface="BancoDoBrasil Tex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800" b="0" u="none" strike="noStrike">
                <a:solidFill>
                  <a:schemeClr val="lt2"/>
                </a:solidFill>
                <a:effectLst/>
                <a:uFillTx/>
                <a:latin typeface="BancoDoBrasil Textos"/>
              </a:rPr>
              <a:t> 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8" name="Conector reto 4"/>
          <p:cNvCxnSpPr/>
          <p:nvPr/>
        </p:nvCxnSpPr>
        <p:spPr>
          <a:xfrm flipH="1">
            <a:off x="8635680" y="4453560"/>
            <a:ext cx="3835800" cy="2572560"/>
          </a:xfrm>
          <a:prstGeom prst="straightConnector1">
            <a:avLst/>
          </a:prstGeom>
          <a:ln w="38100">
            <a:solidFill>
              <a:srgbClr val="FCFC30"/>
            </a:solidFill>
          </a:ln>
        </p:spPr>
      </p:cxnSp>
      <p:cxnSp>
        <p:nvCxnSpPr>
          <p:cNvPr id="19" name="Conector reto 9"/>
          <p:cNvCxnSpPr/>
          <p:nvPr/>
        </p:nvCxnSpPr>
        <p:spPr>
          <a:xfrm flipH="1">
            <a:off x="8826480" y="5432040"/>
            <a:ext cx="3835440" cy="2572560"/>
          </a:xfrm>
          <a:prstGeom prst="straightConnector1">
            <a:avLst/>
          </a:prstGeom>
          <a:ln w="38100">
            <a:solidFill>
              <a:srgbClr val="FFFFFF"/>
            </a:solidFill>
          </a:ln>
        </p:spPr>
      </p:cxnSp>
      <p:cxnSp>
        <p:nvCxnSpPr>
          <p:cNvPr id="20" name="Conector reto 11"/>
          <p:cNvCxnSpPr/>
          <p:nvPr/>
        </p:nvCxnSpPr>
        <p:spPr>
          <a:xfrm flipH="1">
            <a:off x="9512280" y="4127400"/>
            <a:ext cx="1926360" cy="1305000"/>
          </a:xfrm>
          <a:prstGeom prst="straightConnector1">
            <a:avLst/>
          </a:prstGeom>
          <a:ln w="38100">
            <a:solidFill>
              <a:srgbClr val="00EBD0"/>
            </a:solidFill>
          </a:ln>
        </p:spPr>
      </p:cxnSp>
      <p:cxnSp>
        <p:nvCxnSpPr>
          <p:cNvPr id="21" name="Conector reto 14"/>
          <p:cNvCxnSpPr/>
          <p:nvPr/>
        </p:nvCxnSpPr>
        <p:spPr>
          <a:xfrm flipH="1">
            <a:off x="10703880" y="2574720"/>
            <a:ext cx="1926000" cy="1305000"/>
          </a:xfrm>
          <a:prstGeom prst="straightConnector1">
            <a:avLst/>
          </a:prstGeom>
          <a:ln w="38100">
            <a:solidFill>
              <a:srgbClr val="FFFFFF"/>
            </a:solidFill>
          </a:ln>
        </p:spPr>
      </p:cxnSp>
      <p:sp>
        <p:nvSpPr>
          <p:cNvPr id="22" name="Retângulo 16"/>
          <p:cNvSpPr/>
          <p:nvPr/>
        </p:nvSpPr>
        <p:spPr>
          <a:xfrm>
            <a:off x="8596800" y="3689280"/>
            <a:ext cx="521280" cy="521280"/>
          </a:xfrm>
          <a:prstGeom prst="rect">
            <a:avLst/>
          </a:pr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3" name="Retângulo 18"/>
          <p:cNvSpPr/>
          <p:nvPr/>
        </p:nvSpPr>
        <p:spPr>
          <a:xfrm>
            <a:off x="10449720" y="4357080"/>
            <a:ext cx="361440" cy="361440"/>
          </a:xfrm>
          <a:prstGeom prst="rect">
            <a:avLst/>
          </a:pr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4" name="Retângulo 19"/>
          <p:cNvSpPr/>
          <p:nvPr/>
        </p:nvSpPr>
        <p:spPr>
          <a:xfrm rot="18900000">
            <a:off x="8902440" y="5637960"/>
            <a:ext cx="178560" cy="178560"/>
          </a:xfrm>
          <a:prstGeom prst="rect">
            <a:avLst/>
          </a:pr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5" name="Retângulo 20"/>
          <p:cNvSpPr/>
          <p:nvPr/>
        </p:nvSpPr>
        <p:spPr>
          <a:xfrm rot="18900000">
            <a:off x="9914400" y="3168360"/>
            <a:ext cx="117360" cy="117360"/>
          </a:xfrm>
          <a:prstGeom prst="rect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6" name="Retângulo 21"/>
          <p:cNvSpPr/>
          <p:nvPr/>
        </p:nvSpPr>
        <p:spPr>
          <a:xfrm rot="18900000">
            <a:off x="8798760" y="3903840"/>
            <a:ext cx="117360" cy="117360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: Cantos Arredondados 6"/>
          <p:cNvSpPr/>
          <p:nvPr/>
        </p:nvSpPr>
        <p:spPr>
          <a:xfrm>
            <a:off x="1250964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8" name="Retângulo: Cantos Arredondados 8"/>
          <p:cNvSpPr/>
          <p:nvPr/>
        </p:nvSpPr>
        <p:spPr>
          <a:xfrm>
            <a:off x="1336032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465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9" name="Retângulo: Cantos Arredondados 9"/>
          <p:cNvSpPr/>
          <p:nvPr/>
        </p:nvSpPr>
        <p:spPr>
          <a:xfrm>
            <a:off x="1250964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3333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0" name="Retângulo: Cantos Arredondados 10"/>
          <p:cNvSpPr/>
          <p:nvPr/>
        </p:nvSpPr>
        <p:spPr>
          <a:xfrm>
            <a:off x="1336032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54D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1" name="Retângulo: Cantos Arredondados 11"/>
          <p:cNvSpPr/>
          <p:nvPr/>
        </p:nvSpPr>
        <p:spPr>
          <a:xfrm>
            <a:off x="1250964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6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2" name="Retângulo: Cantos Arredondados 12"/>
          <p:cNvSpPr/>
          <p:nvPr/>
        </p:nvSpPr>
        <p:spPr>
          <a:xfrm>
            <a:off x="1336032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3" name="Retângulo: Cantos Arredondados 13"/>
          <p:cNvSpPr/>
          <p:nvPr/>
        </p:nvSpPr>
        <p:spPr>
          <a:xfrm>
            <a:off x="1250964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4" name="Retângulo: Cantos Arredondados 14"/>
          <p:cNvSpPr/>
          <p:nvPr/>
        </p:nvSpPr>
        <p:spPr>
          <a:xfrm>
            <a:off x="1336032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5" name="Retângulo: Cantos Arredondados 23"/>
          <p:cNvSpPr/>
          <p:nvPr/>
        </p:nvSpPr>
        <p:spPr>
          <a:xfrm>
            <a:off x="1250964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735C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6" name="Retângulo: Cantos Arredondados 24"/>
          <p:cNvSpPr/>
          <p:nvPr/>
        </p:nvSpPr>
        <p:spPr>
          <a:xfrm>
            <a:off x="1336032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BDB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7" name="Retângulo: Cantos Arredondados 25"/>
          <p:cNvSpPr/>
          <p:nvPr/>
        </p:nvSpPr>
        <p:spPr>
          <a:xfrm>
            <a:off x="1250964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F7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8" name="Elipse 27"/>
          <p:cNvSpPr/>
          <p:nvPr/>
        </p:nvSpPr>
        <p:spPr>
          <a:xfrm>
            <a:off x="12695400" y="5676120"/>
            <a:ext cx="250560" cy="2505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9" name="Retângulo: Cantos Arredondados 1"/>
          <p:cNvSpPr/>
          <p:nvPr/>
        </p:nvSpPr>
        <p:spPr>
          <a:xfrm>
            <a:off x="1336032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rPr>
              <a:t>Clique para editar o formato do texto do título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BancoDoBrasil Textos" panose="00000500000000000000" charset="0"/>
              </a:defRPr>
            </a:lvl1pPr>
            <a:lvl2pPr>
              <a:defRPr>
                <a:latin typeface="BancoDoBrasil Textos" panose="00000500000000000000" charset="0"/>
              </a:defRPr>
            </a:lvl2pPr>
            <a:lvl3pPr>
              <a:defRPr>
                <a:latin typeface="BancoDoBrasil Textos" panose="00000500000000000000" charset="0"/>
              </a:defRPr>
            </a:lvl3pPr>
            <a:lvl4pPr>
              <a:defRPr>
                <a:latin typeface="BancoDoBrasil Textos" panose="00000500000000000000" charset="0"/>
              </a:defRPr>
            </a:lvl4pPr>
            <a:lvl5pPr>
              <a:defRPr>
                <a:latin typeface="BancoDoBrasil Textos" panose="00000500000000000000" charset="0"/>
              </a:defRPr>
            </a:lvl5pPr>
            <a:lvl6pPr>
              <a:defRPr>
                <a:latin typeface="BancoDoBrasil Textos" panose="00000500000000000000" charset="0"/>
              </a:defRPr>
            </a:lvl6pPr>
            <a:lvl7pPr>
              <a:defRPr>
                <a:latin typeface="BancoDoBrasil Textos" panose="00000500000000000000" charset="0"/>
              </a:defRPr>
            </a:lvl7pPr>
          </a:lstStyle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BR" sz="2200" b="0" u="none" strike="noStrike" dirty="0">
                <a:solidFill>
                  <a:schemeClr val="lt1"/>
                </a:solidFill>
                <a:effectLst/>
                <a:uFillTx/>
                <a:latin typeface="BancoDoBrasil Textos Light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BR" sz="1800" b="0" u="none" strike="noStrike" dirty="0">
                <a:solidFill>
                  <a:schemeClr val="lt1"/>
                </a:solidFill>
                <a:effectLst/>
                <a:uFillTx/>
                <a:latin typeface="BancoDoBrasil Textos Light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BR" sz="1600" b="0" u="none" strike="noStrike" dirty="0">
                <a:solidFill>
                  <a:schemeClr val="lt1"/>
                </a:solidFill>
                <a:effectLst/>
                <a:uFillTx/>
                <a:latin typeface="BancoDoBrasil Textos Light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BR" sz="1400" b="0" u="none" strike="noStrike" dirty="0">
                <a:solidFill>
                  <a:schemeClr val="lt1"/>
                </a:solidFill>
                <a:effectLst/>
                <a:uFillTx/>
                <a:latin typeface="BancoDoBrasil Textos Light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BR" sz="2000" b="0" u="none" strike="noStrike" dirty="0">
                <a:solidFill>
                  <a:schemeClr val="lt1"/>
                </a:solidFill>
                <a:effectLst/>
                <a:uFillTx/>
                <a:latin typeface="BancoDoBrasil Textos Light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BR" sz="2000" b="0" u="none" strike="noStrike" dirty="0">
                <a:solidFill>
                  <a:schemeClr val="lt1"/>
                </a:solidFill>
                <a:effectLst/>
                <a:uFillTx/>
                <a:latin typeface="BancoDoBrasil Textos Light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BR" sz="2000" b="0" u="none" strike="noStrike" dirty="0">
                <a:solidFill>
                  <a:schemeClr val="lt1"/>
                </a:solidFill>
                <a:effectLst/>
                <a:uFillTx/>
                <a:latin typeface="BancoDoBrasil Textos Light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tângulo: Cantos Arredondados 6"/>
          <p:cNvSpPr/>
          <p:nvPr/>
        </p:nvSpPr>
        <p:spPr>
          <a:xfrm>
            <a:off x="1250964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43" name="Retângulo: Cantos Arredondados 8"/>
          <p:cNvSpPr/>
          <p:nvPr/>
        </p:nvSpPr>
        <p:spPr>
          <a:xfrm>
            <a:off x="1336032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465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44" name="Retângulo: Cantos Arredondados 9"/>
          <p:cNvSpPr/>
          <p:nvPr/>
        </p:nvSpPr>
        <p:spPr>
          <a:xfrm>
            <a:off x="1250964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3333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45" name="Retângulo: Cantos Arredondados 10"/>
          <p:cNvSpPr/>
          <p:nvPr/>
        </p:nvSpPr>
        <p:spPr>
          <a:xfrm>
            <a:off x="1336032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54D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46" name="Retângulo: Cantos Arredondados 11"/>
          <p:cNvSpPr/>
          <p:nvPr/>
        </p:nvSpPr>
        <p:spPr>
          <a:xfrm>
            <a:off x="1250964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6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47" name="Retângulo: Cantos Arredondados 12"/>
          <p:cNvSpPr/>
          <p:nvPr/>
        </p:nvSpPr>
        <p:spPr>
          <a:xfrm>
            <a:off x="1336032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48" name="Retângulo: Cantos Arredondados 13"/>
          <p:cNvSpPr/>
          <p:nvPr/>
        </p:nvSpPr>
        <p:spPr>
          <a:xfrm>
            <a:off x="1250964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49" name="Retângulo: Cantos Arredondados 14"/>
          <p:cNvSpPr/>
          <p:nvPr/>
        </p:nvSpPr>
        <p:spPr>
          <a:xfrm>
            <a:off x="1336032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50" name="Retângulo: Cantos Arredondados 23"/>
          <p:cNvSpPr/>
          <p:nvPr/>
        </p:nvSpPr>
        <p:spPr>
          <a:xfrm>
            <a:off x="1250964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735C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51" name="Retângulo: Cantos Arredondados 24"/>
          <p:cNvSpPr/>
          <p:nvPr/>
        </p:nvSpPr>
        <p:spPr>
          <a:xfrm>
            <a:off x="1336032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BDB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52" name="Retângulo: Cantos Arredondados 25"/>
          <p:cNvSpPr/>
          <p:nvPr/>
        </p:nvSpPr>
        <p:spPr>
          <a:xfrm>
            <a:off x="1250964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F7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53" name="Elipse 27"/>
          <p:cNvSpPr/>
          <p:nvPr/>
        </p:nvSpPr>
        <p:spPr>
          <a:xfrm>
            <a:off x="12695400" y="5676120"/>
            <a:ext cx="250560" cy="2505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54" name="Retângulo: Cantos Arredondados 1"/>
          <p:cNvSpPr/>
          <p:nvPr/>
        </p:nvSpPr>
        <p:spPr>
          <a:xfrm>
            <a:off x="1336032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07280" y="191340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>
              <a:defRPr>
                <a:latin typeface="BancoDoBrasil Titulos" panose="00000500000000000000" charset="0"/>
              </a:defRPr>
            </a:lvl1pPr>
          </a:lstStyle>
          <a:p>
            <a:pPr indent="0" defTabSz="914400">
              <a:lnSpc>
                <a:spcPct val="90000"/>
              </a:lnSpc>
              <a:buNone/>
            </a:pPr>
            <a:r>
              <a:rPr lang="pt-BR" sz="7200" b="0" u="none" strike="noStrike" dirty="0">
                <a:solidFill>
                  <a:schemeClr val="lt1"/>
                </a:solidFill>
                <a:effectLst/>
                <a:uFillTx/>
                <a:latin typeface="BancoDoBrasil Titulos Light"/>
              </a:rPr>
              <a:t>Aqui o título </a:t>
            </a:r>
            <a:br>
              <a:rPr sz="7200" dirty="0"/>
            </a:br>
            <a:r>
              <a:rPr lang="pt-BR" sz="7200" b="0" u="none" strike="noStrike" dirty="0">
                <a:solidFill>
                  <a:schemeClr val="lt1"/>
                </a:solidFill>
                <a:effectLst/>
                <a:uFillTx/>
                <a:latin typeface="BancoDoBrasil Titulos Light"/>
              </a:rPr>
              <a:t>da apresentação</a:t>
            </a:r>
            <a:endParaRPr lang="en-BR" sz="7200" b="0" u="none" strike="noStrike" dirty="0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2"/>
          </p:nvPr>
        </p:nvSpPr>
        <p:spPr>
          <a:xfrm>
            <a:off x="1007280" y="59565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800" b="0" u="none" strike="noStrike">
                <a:solidFill>
                  <a:schemeClr val="lt2"/>
                </a:solidFill>
                <a:effectLst/>
                <a:uFillTx/>
                <a:latin typeface="BancoDoBrasil Tex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800" b="0" u="none" strike="noStrike">
                <a:solidFill>
                  <a:schemeClr val="lt2"/>
                </a:solidFill>
                <a:effectLst/>
                <a:uFillTx/>
                <a:latin typeface="BancoDoBrasil Textos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" name="Picture 3"/>
          <p:cNvPicPr/>
          <p:nvPr/>
        </p:nvPicPr>
        <p:blipFill>
          <a:blip r:embed="rId2"/>
          <a:stretch/>
        </p:blipFill>
        <p:spPr>
          <a:xfrm>
            <a:off x="7645320" y="2612160"/>
            <a:ext cx="6541920" cy="368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Box 4"/>
          <p:cNvSpPr/>
          <p:nvPr/>
        </p:nvSpPr>
        <p:spPr>
          <a:xfrm>
            <a:off x="-2218680" y="9680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BR" sz="1800" b="0" u="none" strike="noStrike">
              <a:solidFill>
                <a:schemeClr val="lt1"/>
              </a:solidFill>
              <a:effectLst/>
              <a:uFillTx/>
              <a:latin typeface="BancoDoBrasil Titulos"/>
            </a:endParaRPr>
          </a:p>
        </p:txBody>
      </p:sp>
      <p:sp>
        <p:nvSpPr>
          <p:cNvPr id="59" name="Gráfico 2"/>
          <p:cNvSpPr/>
          <p:nvPr/>
        </p:nvSpPr>
        <p:spPr>
          <a:xfrm>
            <a:off x="1135080" y="1021320"/>
            <a:ext cx="657000" cy="657000"/>
          </a:xfrm>
          <a:custGeom>
            <a:avLst/>
            <a:gdLst>
              <a:gd name="textAreaLeft" fmla="*/ 0 w 657000"/>
              <a:gd name="textAreaRight" fmla="*/ 657360 w 657000"/>
              <a:gd name="textAreaTop" fmla="*/ 0 h 657000"/>
              <a:gd name="textAreaBottom" fmla="*/ 657360 h 657000"/>
              <a:gd name="GluePoint1X" fmla="*/ 0 w 4762595"/>
              <a:gd name="GluePoint1Y" fmla="*/ 4100798 h 4762500"/>
              <a:gd name="GluePoint2X" fmla="*/ 496157 w 4762595"/>
              <a:gd name="GluePoint2Y" fmla="*/ 3770090 h 4762500"/>
              <a:gd name="GluePoint3X" fmla="*/ 992315 w 4762595"/>
              <a:gd name="GluePoint3Y" fmla="*/ 4100798 h 4762500"/>
              <a:gd name="GluePoint4X" fmla="*/ 0 w 4762595"/>
              <a:gd name="GluePoint4Y" fmla="*/ 4762500 h 4762500"/>
              <a:gd name="GluePoint5X" fmla="*/ 0 w 4762595"/>
              <a:gd name="GluePoint5Y" fmla="*/ 4100798 h 4762500"/>
              <a:gd name="GluePoint6X" fmla="*/ 4762500 w 4762595"/>
              <a:gd name="GluePoint6Y" fmla="*/ 661797 h 4762500"/>
              <a:gd name="GluePoint7X" fmla="*/ 4266343 w 4762595"/>
              <a:gd name="GluePoint7Y" fmla="*/ 992410 h 4762500"/>
              <a:gd name="GluePoint8X" fmla="*/ 3770281 w 4762595"/>
              <a:gd name="GluePoint8Y" fmla="*/ 661797 h 4762500"/>
              <a:gd name="GluePoint9X" fmla="*/ 4762500 w 4762595"/>
              <a:gd name="GluePoint9Y" fmla="*/ 0 h 4762500"/>
              <a:gd name="GluePoint10X" fmla="*/ 4762500 w 4762595"/>
              <a:gd name="GluePoint10Y" fmla="*/ 661797 h 4762500"/>
              <a:gd name="GluePoint11X" fmla="*/ 4762500 w 4762595"/>
              <a:gd name="GluePoint11Y" fmla="*/ 3174873 h 4762500"/>
              <a:gd name="GluePoint12X" fmla="*/ 2381250 w 4762595"/>
              <a:gd name="GluePoint12Y" fmla="*/ 4762405 h 4762500"/>
              <a:gd name="GluePoint13X" fmla="*/ 0 w 4762595"/>
              <a:gd name="GluePoint13Y" fmla="*/ 3174968 h 4762500"/>
              <a:gd name="GluePoint14X" fmla="*/ 2827782 w 4762595"/>
              <a:gd name="GluePoint14Y" fmla="*/ 1290066 h 4762500"/>
              <a:gd name="GluePoint15X" fmla="*/ 3323844 w 4762595"/>
              <a:gd name="GluePoint15Y" fmla="*/ 1620774 h 4762500"/>
              <a:gd name="GluePoint16X" fmla="*/ 1042035 w 4762595"/>
              <a:gd name="GluePoint16Y" fmla="*/ 3141821 h 4762500"/>
              <a:gd name="GluePoint17X" fmla="*/ 2431066 w 4762595"/>
              <a:gd name="GluePoint17Y" fmla="*/ 4067842 h 4762500"/>
              <a:gd name="GluePoint18X" fmla="*/ 3075908 w 4762595"/>
              <a:gd name="GluePoint18Y" fmla="*/ 3637883 h 4762500"/>
              <a:gd name="GluePoint19X" fmla="*/ 2579846 w 4762595"/>
              <a:gd name="GluePoint19Y" fmla="*/ 3307271 h 4762500"/>
              <a:gd name="GluePoint20X" fmla="*/ 3770471 w 4762595"/>
              <a:gd name="GluePoint20Y" fmla="*/ 2513553 h 4762500"/>
              <a:gd name="GluePoint21X" fmla="*/ 4762596 w 4762595"/>
              <a:gd name="GluePoint21Y" fmla="*/ 3174873 h 4762500"/>
              <a:gd name="GluePoint22X" fmla="*/ 0 w 4762595"/>
              <a:gd name="GluePoint22Y" fmla="*/ 1587722 h 4762500"/>
              <a:gd name="GluePoint23X" fmla="*/ 2381250 w 4762595"/>
              <a:gd name="GluePoint23Y" fmla="*/ 0 h 4762500"/>
              <a:gd name="GluePoint24X" fmla="*/ 4762500 w 4762595"/>
              <a:gd name="GluePoint24Y" fmla="*/ 1587722 h 4762500"/>
              <a:gd name="GluePoint25X" fmla="*/ 1934718 w 4762595"/>
              <a:gd name="GluePoint25Y" fmla="*/ 3472624 h 4762500"/>
              <a:gd name="GluePoint26X" fmla="*/ 1438656 w 4762595"/>
              <a:gd name="GluePoint26Y" fmla="*/ 3141821 h 4762500"/>
              <a:gd name="GluePoint27X" fmla="*/ 3720465 w 4762595"/>
              <a:gd name="GluePoint27Y" fmla="*/ 1620774 h 4762500"/>
              <a:gd name="GluePoint28X" fmla="*/ 2331434 w 4762595"/>
              <a:gd name="GluePoint28Y" fmla="*/ 694849 h 4762500"/>
              <a:gd name="GluePoint29X" fmla="*/ 1686592 w 4762595"/>
              <a:gd name="GluePoint29Y" fmla="*/ 1124712 h 4762500"/>
              <a:gd name="GluePoint30X" fmla="*/ 2182749 w 4762595"/>
              <a:gd name="GluePoint30Y" fmla="*/ 1455420 h 4762500"/>
              <a:gd name="GluePoint31X" fmla="*/ 992124 w 4762595"/>
              <a:gd name="GluePoint31Y" fmla="*/ 2249138 h 4762500"/>
              <a:gd name="GluePoint32X" fmla="*/ 0 w 4762595"/>
              <a:gd name="GluePoint32Y" fmla="*/ 1587722 h 4762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4762595" h="4762500">
                <a:moveTo>
                  <a:pt x="0" y="4100798"/>
                </a:moveTo>
                <a:lnTo>
                  <a:pt x="496157" y="3770090"/>
                </a:lnTo>
                <a:lnTo>
                  <a:pt x="992315" y="4100798"/>
                </a:lnTo>
                <a:lnTo>
                  <a:pt x="0" y="4762500"/>
                </a:lnTo>
                <a:lnTo>
                  <a:pt x="0" y="4100798"/>
                </a:lnTo>
                <a:close/>
                <a:moveTo>
                  <a:pt x="4762500" y="661797"/>
                </a:moveTo>
                <a:lnTo>
                  <a:pt x="4266343" y="992410"/>
                </a:lnTo>
                <a:lnTo>
                  <a:pt x="3770281" y="661797"/>
                </a:lnTo>
                <a:lnTo>
                  <a:pt x="4762500" y="0"/>
                </a:lnTo>
                <a:lnTo>
                  <a:pt x="4762500" y="661797"/>
                </a:lnTo>
                <a:close/>
                <a:moveTo>
                  <a:pt x="4762500" y="3174873"/>
                </a:moveTo>
                <a:lnTo>
                  <a:pt x="2381250" y="4762405"/>
                </a:lnTo>
                <a:lnTo>
                  <a:pt x="0" y="3174968"/>
                </a:lnTo>
                <a:lnTo>
                  <a:pt x="2827782" y="1290066"/>
                </a:lnTo>
                <a:lnTo>
                  <a:pt x="3323844" y="1620774"/>
                </a:lnTo>
                <a:lnTo>
                  <a:pt x="1042035" y="3141821"/>
                </a:lnTo>
                <a:lnTo>
                  <a:pt x="2431066" y="4067842"/>
                </a:lnTo>
                <a:lnTo>
                  <a:pt x="3075908" y="3637883"/>
                </a:lnTo>
                <a:lnTo>
                  <a:pt x="2579846" y="3307271"/>
                </a:lnTo>
                <a:lnTo>
                  <a:pt x="3770471" y="2513553"/>
                </a:lnTo>
                <a:lnTo>
                  <a:pt x="4762596" y="3174873"/>
                </a:lnTo>
                <a:close/>
                <a:moveTo>
                  <a:pt x="0" y="1587722"/>
                </a:moveTo>
                <a:lnTo>
                  <a:pt x="2381250" y="0"/>
                </a:lnTo>
                <a:lnTo>
                  <a:pt x="4762500" y="1587722"/>
                </a:lnTo>
                <a:lnTo>
                  <a:pt x="1934718" y="3472624"/>
                </a:lnTo>
                <a:lnTo>
                  <a:pt x="1438656" y="3141821"/>
                </a:lnTo>
                <a:lnTo>
                  <a:pt x="3720465" y="1620774"/>
                </a:lnTo>
                <a:lnTo>
                  <a:pt x="2331434" y="694849"/>
                </a:lnTo>
                <a:lnTo>
                  <a:pt x="1686592" y="1124712"/>
                </a:lnTo>
                <a:lnTo>
                  <a:pt x="2182749" y="1455420"/>
                </a:lnTo>
                <a:lnTo>
                  <a:pt x="992124" y="2249138"/>
                </a:lnTo>
                <a:lnTo>
                  <a:pt x="0" y="1587722"/>
                </a:ln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: Cantos Arredondados 6"/>
          <p:cNvSpPr/>
          <p:nvPr/>
        </p:nvSpPr>
        <p:spPr>
          <a:xfrm>
            <a:off x="1250964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61" name="Retângulo: Cantos Arredondados 8"/>
          <p:cNvSpPr/>
          <p:nvPr/>
        </p:nvSpPr>
        <p:spPr>
          <a:xfrm>
            <a:off x="1336032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465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62" name="Retângulo: Cantos Arredondados 9"/>
          <p:cNvSpPr/>
          <p:nvPr/>
        </p:nvSpPr>
        <p:spPr>
          <a:xfrm>
            <a:off x="1250964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3333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63" name="Retângulo: Cantos Arredondados 10"/>
          <p:cNvSpPr/>
          <p:nvPr/>
        </p:nvSpPr>
        <p:spPr>
          <a:xfrm>
            <a:off x="1336032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54D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64" name="Retângulo: Cantos Arredondados 11"/>
          <p:cNvSpPr/>
          <p:nvPr/>
        </p:nvSpPr>
        <p:spPr>
          <a:xfrm>
            <a:off x="1250964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6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65" name="Retângulo: Cantos Arredondados 12"/>
          <p:cNvSpPr/>
          <p:nvPr/>
        </p:nvSpPr>
        <p:spPr>
          <a:xfrm>
            <a:off x="1336032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66" name="Retângulo: Cantos Arredondados 13"/>
          <p:cNvSpPr/>
          <p:nvPr/>
        </p:nvSpPr>
        <p:spPr>
          <a:xfrm>
            <a:off x="1250964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67" name="Retângulo: Cantos Arredondados 14"/>
          <p:cNvSpPr/>
          <p:nvPr/>
        </p:nvSpPr>
        <p:spPr>
          <a:xfrm>
            <a:off x="1336032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68" name="Retângulo: Cantos Arredondados 23"/>
          <p:cNvSpPr/>
          <p:nvPr/>
        </p:nvSpPr>
        <p:spPr>
          <a:xfrm>
            <a:off x="1250964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735C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69" name="Retângulo: Cantos Arredondados 24"/>
          <p:cNvSpPr/>
          <p:nvPr/>
        </p:nvSpPr>
        <p:spPr>
          <a:xfrm>
            <a:off x="1336032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BDB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70" name="Retângulo: Cantos Arredondados 25"/>
          <p:cNvSpPr/>
          <p:nvPr/>
        </p:nvSpPr>
        <p:spPr>
          <a:xfrm>
            <a:off x="1250964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F7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71" name="Elipse 27"/>
          <p:cNvSpPr/>
          <p:nvPr/>
        </p:nvSpPr>
        <p:spPr>
          <a:xfrm>
            <a:off x="12695400" y="5676120"/>
            <a:ext cx="250560" cy="2505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72" name="Retângulo: Cantos Arredondados 1"/>
          <p:cNvSpPr/>
          <p:nvPr/>
        </p:nvSpPr>
        <p:spPr>
          <a:xfrm>
            <a:off x="1336032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007280" y="223524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6600" b="0" u="none" strike="noStrike">
                <a:solidFill>
                  <a:schemeClr val="lt1"/>
                </a:solidFill>
                <a:effectLst/>
                <a:uFillTx/>
                <a:latin typeface="BancoDoBrasil Titulos"/>
              </a:rPr>
              <a:t>Aqui o título </a:t>
            </a:r>
            <a:br>
              <a:rPr sz="6600"/>
            </a:br>
            <a:r>
              <a:rPr lang="pt-BR" sz="6600" b="0" u="none" strike="noStrike">
                <a:solidFill>
                  <a:schemeClr val="lt1"/>
                </a:solidFill>
                <a:effectLst/>
                <a:uFillTx/>
                <a:latin typeface="BancoDoBrasil Titulos"/>
              </a:rPr>
              <a:t>da apresentação</a:t>
            </a:r>
            <a:endParaRPr lang="en-BR" sz="66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74" name="Gráfico 2"/>
          <p:cNvSpPr/>
          <p:nvPr/>
        </p:nvSpPr>
        <p:spPr>
          <a:xfrm>
            <a:off x="1135080" y="1021320"/>
            <a:ext cx="657000" cy="657000"/>
          </a:xfrm>
          <a:custGeom>
            <a:avLst/>
            <a:gdLst>
              <a:gd name="textAreaLeft" fmla="*/ 0 w 657000"/>
              <a:gd name="textAreaRight" fmla="*/ 657360 w 657000"/>
              <a:gd name="textAreaTop" fmla="*/ 0 h 657000"/>
              <a:gd name="textAreaBottom" fmla="*/ 657360 h 657000"/>
              <a:gd name="GluePoint1X" fmla="*/ 0 w 4762595"/>
              <a:gd name="GluePoint1Y" fmla="*/ 4100798 h 4762500"/>
              <a:gd name="GluePoint2X" fmla="*/ 496157 w 4762595"/>
              <a:gd name="GluePoint2Y" fmla="*/ 3770090 h 4762500"/>
              <a:gd name="GluePoint3X" fmla="*/ 992315 w 4762595"/>
              <a:gd name="GluePoint3Y" fmla="*/ 4100798 h 4762500"/>
              <a:gd name="GluePoint4X" fmla="*/ 0 w 4762595"/>
              <a:gd name="GluePoint4Y" fmla="*/ 4762500 h 4762500"/>
              <a:gd name="GluePoint5X" fmla="*/ 0 w 4762595"/>
              <a:gd name="GluePoint5Y" fmla="*/ 4100798 h 4762500"/>
              <a:gd name="GluePoint6X" fmla="*/ 4762500 w 4762595"/>
              <a:gd name="GluePoint6Y" fmla="*/ 661797 h 4762500"/>
              <a:gd name="GluePoint7X" fmla="*/ 4266343 w 4762595"/>
              <a:gd name="GluePoint7Y" fmla="*/ 992410 h 4762500"/>
              <a:gd name="GluePoint8X" fmla="*/ 3770281 w 4762595"/>
              <a:gd name="GluePoint8Y" fmla="*/ 661797 h 4762500"/>
              <a:gd name="GluePoint9X" fmla="*/ 4762500 w 4762595"/>
              <a:gd name="GluePoint9Y" fmla="*/ 0 h 4762500"/>
              <a:gd name="GluePoint10X" fmla="*/ 4762500 w 4762595"/>
              <a:gd name="GluePoint10Y" fmla="*/ 661797 h 4762500"/>
              <a:gd name="GluePoint11X" fmla="*/ 4762500 w 4762595"/>
              <a:gd name="GluePoint11Y" fmla="*/ 3174873 h 4762500"/>
              <a:gd name="GluePoint12X" fmla="*/ 2381250 w 4762595"/>
              <a:gd name="GluePoint12Y" fmla="*/ 4762405 h 4762500"/>
              <a:gd name="GluePoint13X" fmla="*/ 0 w 4762595"/>
              <a:gd name="GluePoint13Y" fmla="*/ 3174968 h 4762500"/>
              <a:gd name="GluePoint14X" fmla="*/ 2827782 w 4762595"/>
              <a:gd name="GluePoint14Y" fmla="*/ 1290066 h 4762500"/>
              <a:gd name="GluePoint15X" fmla="*/ 3323844 w 4762595"/>
              <a:gd name="GluePoint15Y" fmla="*/ 1620774 h 4762500"/>
              <a:gd name="GluePoint16X" fmla="*/ 1042035 w 4762595"/>
              <a:gd name="GluePoint16Y" fmla="*/ 3141821 h 4762500"/>
              <a:gd name="GluePoint17X" fmla="*/ 2431066 w 4762595"/>
              <a:gd name="GluePoint17Y" fmla="*/ 4067842 h 4762500"/>
              <a:gd name="GluePoint18X" fmla="*/ 3075908 w 4762595"/>
              <a:gd name="GluePoint18Y" fmla="*/ 3637883 h 4762500"/>
              <a:gd name="GluePoint19X" fmla="*/ 2579846 w 4762595"/>
              <a:gd name="GluePoint19Y" fmla="*/ 3307271 h 4762500"/>
              <a:gd name="GluePoint20X" fmla="*/ 3770471 w 4762595"/>
              <a:gd name="GluePoint20Y" fmla="*/ 2513553 h 4762500"/>
              <a:gd name="GluePoint21X" fmla="*/ 4762596 w 4762595"/>
              <a:gd name="GluePoint21Y" fmla="*/ 3174873 h 4762500"/>
              <a:gd name="GluePoint22X" fmla="*/ 0 w 4762595"/>
              <a:gd name="GluePoint22Y" fmla="*/ 1587722 h 4762500"/>
              <a:gd name="GluePoint23X" fmla="*/ 2381250 w 4762595"/>
              <a:gd name="GluePoint23Y" fmla="*/ 0 h 4762500"/>
              <a:gd name="GluePoint24X" fmla="*/ 4762500 w 4762595"/>
              <a:gd name="GluePoint24Y" fmla="*/ 1587722 h 4762500"/>
              <a:gd name="GluePoint25X" fmla="*/ 1934718 w 4762595"/>
              <a:gd name="GluePoint25Y" fmla="*/ 3472624 h 4762500"/>
              <a:gd name="GluePoint26X" fmla="*/ 1438656 w 4762595"/>
              <a:gd name="GluePoint26Y" fmla="*/ 3141821 h 4762500"/>
              <a:gd name="GluePoint27X" fmla="*/ 3720465 w 4762595"/>
              <a:gd name="GluePoint27Y" fmla="*/ 1620774 h 4762500"/>
              <a:gd name="GluePoint28X" fmla="*/ 2331434 w 4762595"/>
              <a:gd name="GluePoint28Y" fmla="*/ 694849 h 4762500"/>
              <a:gd name="GluePoint29X" fmla="*/ 1686592 w 4762595"/>
              <a:gd name="GluePoint29Y" fmla="*/ 1124712 h 4762500"/>
              <a:gd name="GluePoint30X" fmla="*/ 2182749 w 4762595"/>
              <a:gd name="GluePoint30Y" fmla="*/ 1455420 h 4762500"/>
              <a:gd name="GluePoint31X" fmla="*/ 992124 w 4762595"/>
              <a:gd name="GluePoint31Y" fmla="*/ 2249138 h 4762500"/>
              <a:gd name="GluePoint32X" fmla="*/ 0 w 4762595"/>
              <a:gd name="GluePoint32Y" fmla="*/ 1587722 h 4762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4762595" h="4762500">
                <a:moveTo>
                  <a:pt x="0" y="4100798"/>
                </a:moveTo>
                <a:lnTo>
                  <a:pt x="496157" y="3770090"/>
                </a:lnTo>
                <a:lnTo>
                  <a:pt x="992315" y="4100798"/>
                </a:lnTo>
                <a:lnTo>
                  <a:pt x="0" y="4762500"/>
                </a:lnTo>
                <a:lnTo>
                  <a:pt x="0" y="4100798"/>
                </a:lnTo>
                <a:close/>
                <a:moveTo>
                  <a:pt x="4762500" y="661797"/>
                </a:moveTo>
                <a:lnTo>
                  <a:pt x="4266343" y="992410"/>
                </a:lnTo>
                <a:lnTo>
                  <a:pt x="3770281" y="661797"/>
                </a:lnTo>
                <a:lnTo>
                  <a:pt x="4762500" y="0"/>
                </a:lnTo>
                <a:lnTo>
                  <a:pt x="4762500" y="661797"/>
                </a:lnTo>
                <a:close/>
                <a:moveTo>
                  <a:pt x="4762500" y="3174873"/>
                </a:moveTo>
                <a:lnTo>
                  <a:pt x="2381250" y="4762405"/>
                </a:lnTo>
                <a:lnTo>
                  <a:pt x="0" y="3174968"/>
                </a:lnTo>
                <a:lnTo>
                  <a:pt x="2827782" y="1290066"/>
                </a:lnTo>
                <a:lnTo>
                  <a:pt x="3323844" y="1620774"/>
                </a:lnTo>
                <a:lnTo>
                  <a:pt x="1042035" y="3141821"/>
                </a:lnTo>
                <a:lnTo>
                  <a:pt x="2431066" y="4067842"/>
                </a:lnTo>
                <a:lnTo>
                  <a:pt x="3075908" y="3637883"/>
                </a:lnTo>
                <a:lnTo>
                  <a:pt x="2579846" y="3307271"/>
                </a:lnTo>
                <a:lnTo>
                  <a:pt x="3770471" y="2513553"/>
                </a:lnTo>
                <a:lnTo>
                  <a:pt x="4762596" y="3174873"/>
                </a:lnTo>
                <a:close/>
                <a:moveTo>
                  <a:pt x="0" y="1587722"/>
                </a:moveTo>
                <a:lnTo>
                  <a:pt x="2381250" y="0"/>
                </a:lnTo>
                <a:lnTo>
                  <a:pt x="4762500" y="1587722"/>
                </a:lnTo>
                <a:lnTo>
                  <a:pt x="1934718" y="3472624"/>
                </a:lnTo>
                <a:lnTo>
                  <a:pt x="1438656" y="3141821"/>
                </a:lnTo>
                <a:lnTo>
                  <a:pt x="3720465" y="1620774"/>
                </a:lnTo>
                <a:lnTo>
                  <a:pt x="2331434" y="694849"/>
                </a:lnTo>
                <a:lnTo>
                  <a:pt x="1686592" y="1124712"/>
                </a:lnTo>
                <a:lnTo>
                  <a:pt x="2182749" y="1455420"/>
                </a:lnTo>
                <a:lnTo>
                  <a:pt x="992124" y="2249138"/>
                </a:lnTo>
                <a:lnTo>
                  <a:pt x="0" y="1587722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75" name="Elipse 4"/>
          <p:cNvSpPr/>
          <p:nvPr/>
        </p:nvSpPr>
        <p:spPr>
          <a:xfrm>
            <a:off x="11104200" y="911160"/>
            <a:ext cx="219600" cy="21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cxnSp>
        <p:nvCxnSpPr>
          <p:cNvPr id="76" name="Conector reto 5"/>
          <p:cNvCxnSpPr/>
          <p:nvPr/>
        </p:nvCxnSpPr>
        <p:spPr>
          <a:xfrm>
            <a:off x="8463960" y="1570320"/>
            <a:ext cx="1857240" cy="1096920"/>
          </a:xfrm>
          <a:prstGeom prst="straightConnector1">
            <a:avLst/>
          </a:prstGeom>
          <a:ln w="38100">
            <a:solidFill>
              <a:srgbClr val="FFFFFF"/>
            </a:solidFill>
          </a:ln>
        </p:spPr>
      </p:cxnSp>
      <p:sp>
        <p:nvSpPr>
          <p:cNvPr id="77" name="Elipse 8"/>
          <p:cNvSpPr/>
          <p:nvPr/>
        </p:nvSpPr>
        <p:spPr>
          <a:xfrm>
            <a:off x="10164960" y="1790640"/>
            <a:ext cx="103320" cy="10332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rPr>
              <a:t>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Conector reto 10"/>
          <p:cNvCxnSpPr/>
          <p:nvPr/>
        </p:nvCxnSpPr>
        <p:spPr>
          <a:xfrm>
            <a:off x="10749960" y="1790640"/>
            <a:ext cx="1047240" cy="621360"/>
          </a:xfrm>
          <a:prstGeom prst="straightConnector1">
            <a:avLst/>
          </a:prstGeom>
          <a:ln w="38100">
            <a:solidFill>
              <a:srgbClr val="FF6E91"/>
            </a:solidFill>
          </a:ln>
        </p:spPr>
      </p:cxnSp>
      <p:cxnSp>
        <p:nvCxnSpPr>
          <p:cNvPr id="79" name="Conector reto 11"/>
          <p:cNvCxnSpPr/>
          <p:nvPr/>
        </p:nvCxnSpPr>
        <p:spPr>
          <a:xfrm>
            <a:off x="8685360" y="3582000"/>
            <a:ext cx="3853800" cy="2305440"/>
          </a:xfrm>
          <a:prstGeom prst="straightConnector1">
            <a:avLst/>
          </a:prstGeom>
          <a:ln w="38100">
            <a:solidFill>
              <a:srgbClr val="FF6E91"/>
            </a:solidFill>
          </a:ln>
        </p:spPr>
      </p:cxnSp>
      <p:sp>
        <p:nvSpPr>
          <p:cNvPr id="80" name="Elipse 12"/>
          <p:cNvSpPr/>
          <p:nvPr/>
        </p:nvSpPr>
        <p:spPr>
          <a:xfrm>
            <a:off x="10510920" y="3266280"/>
            <a:ext cx="383040" cy="383040"/>
          </a:xfrm>
          <a:prstGeom prst="ellipse">
            <a:avLst/>
          </a:prstGeom>
          <a:noFill/>
          <a:ln w="38100">
            <a:solidFill>
              <a:srgbClr val="465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735C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tângulo: Cantos Arredondados 6"/>
          <p:cNvSpPr/>
          <p:nvPr/>
        </p:nvSpPr>
        <p:spPr>
          <a:xfrm>
            <a:off x="1250964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82" name="Retângulo: Cantos Arredondados 8"/>
          <p:cNvSpPr/>
          <p:nvPr/>
        </p:nvSpPr>
        <p:spPr>
          <a:xfrm>
            <a:off x="1336032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465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83" name="Retângulo: Cantos Arredondados 9"/>
          <p:cNvSpPr/>
          <p:nvPr/>
        </p:nvSpPr>
        <p:spPr>
          <a:xfrm>
            <a:off x="1250964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3333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84" name="Retângulo: Cantos Arredondados 10"/>
          <p:cNvSpPr/>
          <p:nvPr/>
        </p:nvSpPr>
        <p:spPr>
          <a:xfrm>
            <a:off x="1336032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54D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85" name="Retângulo: Cantos Arredondados 11"/>
          <p:cNvSpPr/>
          <p:nvPr/>
        </p:nvSpPr>
        <p:spPr>
          <a:xfrm>
            <a:off x="1250964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6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86" name="Retângulo: Cantos Arredondados 12"/>
          <p:cNvSpPr/>
          <p:nvPr/>
        </p:nvSpPr>
        <p:spPr>
          <a:xfrm>
            <a:off x="1336032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87" name="Retângulo: Cantos Arredondados 13"/>
          <p:cNvSpPr/>
          <p:nvPr/>
        </p:nvSpPr>
        <p:spPr>
          <a:xfrm>
            <a:off x="1250964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88" name="Retângulo: Cantos Arredondados 14"/>
          <p:cNvSpPr/>
          <p:nvPr/>
        </p:nvSpPr>
        <p:spPr>
          <a:xfrm>
            <a:off x="1336032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89" name="Retângulo: Cantos Arredondados 23"/>
          <p:cNvSpPr/>
          <p:nvPr/>
        </p:nvSpPr>
        <p:spPr>
          <a:xfrm>
            <a:off x="1250964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735C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90" name="Retângulo: Cantos Arredondados 24"/>
          <p:cNvSpPr/>
          <p:nvPr/>
        </p:nvSpPr>
        <p:spPr>
          <a:xfrm>
            <a:off x="1336032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BDB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91" name="Retângulo: Cantos Arredondados 25"/>
          <p:cNvSpPr/>
          <p:nvPr/>
        </p:nvSpPr>
        <p:spPr>
          <a:xfrm>
            <a:off x="1250964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F7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92" name="Elipse 27"/>
          <p:cNvSpPr/>
          <p:nvPr/>
        </p:nvSpPr>
        <p:spPr>
          <a:xfrm>
            <a:off x="12695400" y="5676120"/>
            <a:ext cx="250560" cy="2505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93" name="Retângulo: Cantos Arredondados 1"/>
          <p:cNvSpPr/>
          <p:nvPr/>
        </p:nvSpPr>
        <p:spPr>
          <a:xfrm>
            <a:off x="1336032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007280" y="191340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>
              <a:defRPr>
                <a:latin typeface="BancoDoBrasil Titulos" panose="00000500000000000000" charset="0"/>
              </a:defRPr>
            </a:lvl1pPr>
          </a:lstStyle>
          <a:p>
            <a:pPr indent="0" defTabSz="914400">
              <a:lnSpc>
                <a:spcPct val="90000"/>
              </a:lnSpc>
              <a:buNone/>
            </a:pPr>
            <a:r>
              <a:rPr lang="pt-BR" sz="7200" b="0" u="none" strike="noStrike" dirty="0">
                <a:solidFill>
                  <a:schemeClr val="accent2"/>
                </a:solidFill>
                <a:effectLst/>
                <a:uFillTx/>
                <a:latin typeface="BancoDoBrasil Titulos Light"/>
              </a:rPr>
              <a:t>Aqui o título </a:t>
            </a:r>
            <a:br>
              <a:rPr sz="7200" dirty="0"/>
            </a:br>
            <a:r>
              <a:rPr lang="pt-BR" sz="7200" b="0" u="none" strike="noStrike" dirty="0">
                <a:solidFill>
                  <a:schemeClr val="accent2"/>
                </a:solidFill>
                <a:effectLst/>
                <a:uFillTx/>
                <a:latin typeface="BancoDoBrasil Titulos Light"/>
              </a:rPr>
              <a:t>da apresentação</a:t>
            </a:r>
            <a:endParaRPr lang="en-BR" sz="7200" b="0" u="none" strike="noStrike" dirty="0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dt" idx="3"/>
          </p:nvPr>
        </p:nvSpPr>
        <p:spPr>
          <a:xfrm>
            <a:off x="1007280" y="59565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800" b="0" u="none" strike="noStrike">
                <a:solidFill>
                  <a:schemeClr val="lt2"/>
                </a:solidFill>
                <a:effectLst/>
                <a:uFillTx/>
                <a:latin typeface="BancoDoBrasil Tex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800" b="0" u="none" strike="noStrike">
                <a:solidFill>
                  <a:schemeClr val="lt2"/>
                </a:solidFill>
                <a:effectLst/>
                <a:uFillTx/>
                <a:latin typeface="BancoDoBrasil Textos"/>
              </a:rPr>
              <a:t>&lt;data/hora&gt;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Gráfico 2"/>
          <p:cNvSpPr/>
          <p:nvPr/>
        </p:nvSpPr>
        <p:spPr>
          <a:xfrm>
            <a:off x="1135080" y="1021320"/>
            <a:ext cx="657000" cy="657000"/>
          </a:xfrm>
          <a:custGeom>
            <a:avLst/>
            <a:gdLst>
              <a:gd name="textAreaLeft" fmla="*/ 0 w 657000"/>
              <a:gd name="textAreaRight" fmla="*/ 657360 w 657000"/>
              <a:gd name="textAreaTop" fmla="*/ 0 h 657000"/>
              <a:gd name="textAreaBottom" fmla="*/ 657360 h 657000"/>
              <a:gd name="GluePoint1X" fmla="*/ 0 w 4762595"/>
              <a:gd name="GluePoint1Y" fmla="*/ 4100798 h 4762500"/>
              <a:gd name="GluePoint2X" fmla="*/ 496157 w 4762595"/>
              <a:gd name="GluePoint2Y" fmla="*/ 3770090 h 4762500"/>
              <a:gd name="GluePoint3X" fmla="*/ 992315 w 4762595"/>
              <a:gd name="GluePoint3Y" fmla="*/ 4100798 h 4762500"/>
              <a:gd name="GluePoint4X" fmla="*/ 0 w 4762595"/>
              <a:gd name="GluePoint4Y" fmla="*/ 4762500 h 4762500"/>
              <a:gd name="GluePoint5X" fmla="*/ 0 w 4762595"/>
              <a:gd name="GluePoint5Y" fmla="*/ 4100798 h 4762500"/>
              <a:gd name="GluePoint6X" fmla="*/ 4762500 w 4762595"/>
              <a:gd name="GluePoint6Y" fmla="*/ 661797 h 4762500"/>
              <a:gd name="GluePoint7X" fmla="*/ 4266343 w 4762595"/>
              <a:gd name="GluePoint7Y" fmla="*/ 992410 h 4762500"/>
              <a:gd name="GluePoint8X" fmla="*/ 3770281 w 4762595"/>
              <a:gd name="GluePoint8Y" fmla="*/ 661797 h 4762500"/>
              <a:gd name="GluePoint9X" fmla="*/ 4762500 w 4762595"/>
              <a:gd name="GluePoint9Y" fmla="*/ 0 h 4762500"/>
              <a:gd name="GluePoint10X" fmla="*/ 4762500 w 4762595"/>
              <a:gd name="GluePoint10Y" fmla="*/ 661797 h 4762500"/>
              <a:gd name="GluePoint11X" fmla="*/ 4762500 w 4762595"/>
              <a:gd name="GluePoint11Y" fmla="*/ 3174873 h 4762500"/>
              <a:gd name="GluePoint12X" fmla="*/ 2381250 w 4762595"/>
              <a:gd name="GluePoint12Y" fmla="*/ 4762405 h 4762500"/>
              <a:gd name="GluePoint13X" fmla="*/ 0 w 4762595"/>
              <a:gd name="GluePoint13Y" fmla="*/ 3174968 h 4762500"/>
              <a:gd name="GluePoint14X" fmla="*/ 2827782 w 4762595"/>
              <a:gd name="GluePoint14Y" fmla="*/ 1290066 h 4762500"/>
              <a:gd name="GluePoint15X" fmla="*/ 3323844 w 4762595"/>
              <a:gd name="GluePoint15Y" fmla="*/ 1620774 h 4762500"/>
              <a:gd name="GluePoint16X" fmla="*/ 1042035 w 4762595"/>
              <a:gd name="GluePoint16Y" fmla="*/ 3141821 h 4762500"/>
              <a:gd name="GluePoint17X" fmla="*/ 2431066 w 4762595"/>
              <a:gd name="GluePoint17Y" fmla="*/ 4067842 h 4762500"/>
              <a:gd name="GluePoint18X" fmla="*/ 3075908 w 4762595"/>
              <a:gd name="GluePoint18Y" fmla="*/ 3637883 h 4762500"/>
              <a:gd name="GluePoint19X" fmla="*/ 2579846 w 4762595"/>
              <a:gd name="GluePoint19Y" fmla="*/ 3307271 h 4762500"/>
              <a:gd name="GluePoint20X" fmla="*/ 3770471 w 4762595"/>
              <a:gd name="GluePoint20Y" fmla="*/ 2513553 h 4762500"/>
              <a:gd name="GluePoint21X" fmla="*/ 4762596 w 4762595"/>
              <a:gd name="GluePoint21Y" fmla="*/ 3174873 h 4762500"/>
              <a:gd name="GluePoint22X" fmla="*/ 0 w 4762595"/>
              <a:gd name="GluePoint22Y" fmla="*/ 1587722 h 4762500"/>
              <a:gd name="GluePoint23X" fmla="*/ 2381250 w 4762595"/>
              <a:gd name="GluePoint23Y" fmla="*/ 0 h 4762500"/>
              <a:gd name="GluePoint24X" fmla="*/ 4762500 w 4762595"/>
              <a:gd name="GluePoint24Y" fmla="*/ 1587722 h 4762500"/>
              <a:gd name="GluePoint25X" fmla="*/ 1934718 w 4762595"/>
              <a:gd name="GluePoint25Y" fmla="*/ 3472624 h 4762500"/>
              <a:gd name="GluePoint26X" fmla="*/ 1438656 w 4762595"/>
              <a:gd name="GluePoint26Y" fmla="*/ 3141821 h 4762500"/>
              <a:gd name="GluePoint27X" fmla="*/ 3720465 w 4762595"/>
              <a:gd name="GluePoint27Y" fmla="*/ 1620774 h 4762500"/>
              <a:gd name="GluePoint28X" fmla="*/ 2331434 w 4762595"/>
              <a:gd name="GluePoint28Y" fmla="*/ 694849 h 4762500"/>
              <a:gd name="GluePoint29X" fmla="*/ 1686592 w 4762595"/>
              <a:gd name="GluePoint29Y" fmla="*/ 1124712 h 4762500"/>
              <a:gd name="GluePoint30X" fmla="*/ 2182749 w 4762595"/>
              <a:gd name="GluePoint30Y" fmla="*/ 1455420 h 4762500"/>
              <a:gd name="GluePoint31X" fmla="*/ 992124 w 4762595"/>
              <a:gd name="GluePoint31Y" fmla="*/ 2249138 h 4762500"/>
              <a:gd name="GluePoint32X" fmla="*/ 0 w 4762595"/>
              <a:gd name="GluePoint32Y" fmla="*/ 1587722 h 4762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4762595" h="4762500">
                <a:moveTo>
                  <a:pt x="0" y="4100798"/>
                </a:moveTo>
                <a:lnTo>
                  <a:pt x="496157" y="3770090"/>
                </a:lnTo>
                <a:lnTo>
                  <a:pt x="992315" y="4100798"/>
                </a:lnTo>
                <a:lnTo>
                  <a:pt x="0" y="4762500"/>
                </a:lnTo>
                <a:lnTo>
                  <a:pt x="0" y="4100798"/>
                </a:lnTo>
                <a:close/>
                <a:moveTo>
                  <a:pt x="4762500" y="661797"/>
                </a:moveTo>
                <a:lnTo>
                  <a:pt x="4266343" y="992410"/>
                </a:lnTo>
                <a:lnTo>
                  <a:pt x="3770281" y="661797"/>
                </a:lnTo>
                <a:lnTo>
                  <a:pt x="4762500" y="0"/>
                </a:lnTo>
                <a:lnTo>
                  <a:pt x="4762500" y="661797"/>
                </a:lnTo>
                <a:close/>
                <a:moveTo>
                  <a:pt x="4762500" y="3174873"/>
                </a:moveTo>
                <a:lnTo>
                  <a:pt x="2381250" y="4762405"/>
                </a:lnTo>
                <a:lnTo>
                  <a:pt x="0" y="3174968"/>
                </a:lnTo>
                <a:lnTo>
                  <a:pt x="2827782" y="1290066"/>
                </a:lnTo>
                <a:lnTo>
                  <a:pt x="3323844" y="1620774"/>
                </a:lnTo>
                <a:lnTo>
                  <a:pt x="1042035" y="3141821"/>
                </a:lnTo>
                <a:lnTo>
                  <a:pt x="2431066" y="4067842"/>
                </a:lnTo>
                <a:lnTo>
                  <a:pt x="3075908" y="3637883"/>
                </a:lnTo>
                <a:lnTo>
                  <a:pt x="2579846" y="3307271"/>
                </a:lnTo>
                <a:lnTo>
                  <a:pt x="3770471" y="2513553"/>
                </a:lnTo>
                <a:lnTo>
                  <a:pt x="4762596" y="3174873"/>
                </a:lnTo>
                <a:close/>
                <a:moveTo>
                  <a:pt x="0" y="1587722"/>
                </a:moveTo>
                <a:lnTo>
                  <a:pt x="2381250" y="0"/>
                </a:lnTo>
                <a:lnTo>
                  <a:pt x="4762500" y="1587722"/>
                </a:lnTo>
                <a:lnTo>
                  <a:pt x="1934718" y="3472624"/>
                </a:lnTo>
                <a:lnTo>
                  <a:pt x="1438656" y="3141821"/>
                </a:lnTo>
                <a:lnTo>
                  <a:pt x="3720465" y="1620774"/>
                </a:lnTo>
                <a:lnTo>
                  <a:pt x="2331434" y="694849"/>
                </a:lnTo>
                <a:lnTo>
                  <a:pt x="1686592" y="1124712"/>
                </a:lnTo>
                <a:lnTo>
                  <a:pt x="2182749" y="1455420"/>
                </a:lnTo>
                <a:lnTo>
                  <a:pt x="992124" y="2249138"/>
                </a:lnTo>
                <a:lnTo>
                  <a:pt x="0" y="1587722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Title Slide">
    <p:bg>
      <p:bgPr>
        <a:solidFill>
          <a:srgbClr val="BD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tângulo: Cantos Arredondados 6"/>
          <p:cNvSpPr/>
          <p:nvPr/>
        </p:nvSpPr>
        <p:spPr>
          <a:xfrm>
            <a:off x="1250964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98" name="Retângulo: Cantos Arredondados 8"/>
          <p:cNvSpPr/>
          <p:nvPr/>
        </p:nvSpPr>
        <p:spPr>
          <a:xfrm>
            <a:off x="1336032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465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99" name="Retângulo: Cantos Arredondados 9"/>
          <p:cNvSpPr/>
          <p:nvPr/>
        </p:nvSpPr>
        <p:spPr>
          <a:xfrm>
            <a:off x="1250964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3333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00" name="Retângulo: Cantos Arredondados 10"/>
          <p:cNvSpPr/>
          <p:nvPr/>
        </p:nvSpPr>
        <p:spPr>
          <a:xfrm>
            <a:off x="1336032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54D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01" name="Retângulo: Cantos Arredondados 11"/>
          <p:cNvSpPr/>
          <p:nvPr/>
        </p:nvSpPr>
        <p:spPr>
          <a:xfrm>
            <a:off x="1250964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6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02" name="Retângulo: Cantos Arredondados 12"/>
          <p:cNvSpPr/>
          <p:nvPr/>
        </p:nvSpPr>
        <p:spPr>
          <a:xfrm>
            <a:off x="1336032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03" name="Retângulo: Cantos Arredondados 13"/>
          <p:cNvSpPr/>
          <p:nvPr/>
        </p:nvSpPr>
        <p:spPr>
          <a:xfrm>
            <a:off x="1250964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04" name="Retângulo: Cantos Arredondados 14"/>
          <p:cNvSpPr/>
          <p:nvPr/>
        </p:nvSpPr>
        <p:spPr>
          <a:xfrm>
            <a:off x="1336032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05" name="Retângulo: Cantos Arredondados 23"/>
          <p:cNvSpPr/>
          <p:nvPr/>
        </p:nvSpPr>
        <p:spPr>
          <a:xfrm>
            <a:off x="1250964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735C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06" name="Retângulo: Cantos Arredondados 24"/>
          <p:cNvSpPr/>
          <p:nvPr/>
        </p:nvSpPr>
        <p:spPr>
          <a:xfrm>
            <a:off x="1336032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BDB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07" name="Retângulo: Cantos Arredondados 25"/>
          <p:cNvSpPr/>
          <p:nvPr/>
        </p:nvSpPr>
        <p:spPr>
          <a:xfrm>
            <a:off x="1250964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F7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08" name="Elipse 27"/>
          <p:cNvSpPr/>
          <p:nvPr/>
        </p:nvSpPr>
        <p:spPr>
          <a:xfrm>
            <a:off x="12695400" y="5676120"/>
            <a:ext cx="250560" cy="2505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09" name="Retângulo: Cantos Arredondados 1"/>
          <p:cNvSpPr/>
          <p:nvPr/>
        </p:nvSpPr>
        <p:spPr>
          <a:xfrm>
            <a:off x="1336032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007280" y="223524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6600" b="0" u="none" strike="noStrike">
                <a:solidFill>
                  <a:schemeClr val="lt1"/>
                </a:solidFill>
                <a:effectLst/>
                <a:uFillTx/>
                <a:latin typeface="BancoDoBrasil Titulos"/>
              </a:rPr>
              <a:t>Aqui o título </a:t>
            </a:r>
            <a:br>
              <a:rPr sz="6600"/>
            </a:br>
            <a:r>
              <a:rPr lang="pt-BR" sz="6600" b="0" u="none" strike="noStrike">
                <a:solidFill>
                  <a:schemeClr val="lt1"/>
                </a:solidFill>
                <a:effectLst/>
                <a:uFillTx/>
                <a:latin typeface="BancoDoBrasil Titulos"/>
              </a:rPr>
              <a:t>da apresentação</a:t>
            </a:r>
            <a:endParaRPr lang="en-BR" sz="66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pic>
        <p:nvPicPr>
          <p:cNvPr id="111" name="Picture 7"/>
          <p:cNvPicPr/>
          <p:nvPr/>
        </p:nvPicPr>
        <p:blipFill>
          <a:blip r:embed="rId2"/>
          <a:stretch/>
        </p:blipFill>
        <p:spPr>
          <a:xfrm rot="10800000" flipH="1">
            <a:off x="8463960" y="895680"/>
            <a:ext cx="3373920" cy="2757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9"/>
          <p:cNvPicPr/>
          <p:nvPr/>
        </p:nvPicPr>
        <p:blipFill>
          <a:blip r:embed="rId3"/>
          <a:stretch/>
        </p:blipFill>
        <p:spPr>
          <a:xfrm rot="10800000" flipH="1">
            <a:off x="8676360" y="3582360"/>
            <a:ext cx="4638960" cy="275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Gráfico 2"/>
          <p:cNvSpPr/>
          <p:nvPr/>
        </p:nvSpPr>
        <p:spPr>
          <a:xfrm>
            <a:off x="1135080" y="1021320"/>
            <a:ext cx="657000" cy="657000"/>
          </a:xfrm>
          <a:custGeom>
            <a:avLst/>
            <a:gdLst>
              <a:gd name="textAreaLeft" fmla="*/ 0 w 657000"/>
              <a:gd name="textAreaRight" fmla="*/ 657360 w 657000"/>
              <a:gd name="textAreaTop" fmla="*/ 0 h 657000"/>
              <a:gd name="textAreaBottom" fmla="*/ 657360 h 657000"/>
              <a:gd name="GluePoint1X" fmla="*/ 0 w 4762595"/>
              <a:gd name="GluePoint1Y" fmla="*/ 4100798 h 4762500"/>
              <a:gd name="GluePoint2X" fmla="*/ 496157 w 4762595"/>
              <a:gd name="GluePoint2Y" fmla="*/ 3770090 h 4762500"/>
              <a:gd name="GluePoint3X" fmla="*/ 992315 w 4762595"/>
              <a:gd name="GluePoint3Y" fmla="*/ 4100798 h 4762500"/>
              <a:gd name="GluePoint4X" fmla="*/ 0 w 4762595"/>
              <a:gd name="GluePoint4Y" fmla="*/ 4762500 h 4762500"/>
              <a:gd name="GluePoint5X" fmla="*/ 0 w 4762595"/>
              <a:gd name="GluePoint5Y" fmla="*/ 4100798 h 4762500"/>
              <a:gd name="GluePoint6X" fmla="*/ 4762500 w 4762595"/>
              <a:gd name="GluePoint6Y" fmla="*/ 661797 h 4762500"/>
              <a:gd name="GluePoint7X" fmla="*/ 4266343 w 4762595"/>
              <a:gd name="GluePoint7Y" fmla="*/ 992410 h 4762500"/>
              <a:gd name="GluePoint8X" fmla="*/ 3770281 w 4762595"/>
              <a:gd name="GluePoint8Y" fmla="*/ 661797 h 4762500"/>
              <a:gd name="GluePoint9X" fmla="*/ 4762500 w 4762595"/>
              <a:gd name="GluePoint9Y" fmla="*/ 0 h 4762500"/>
              <a:gd name="GluePoint10X" fmla="*/ 4762500 w 4762595"/>
              <a:gd name="GluePoint10Y" fmla="*/ 661797 h 4762500"/>
              <a:gd name="GluePoint11X" fmla="*/ 4762500 w 4762595"/>
              <a:gd name="GluePoint11Y" fmla="*/ 3174873 h 4762500"/>
              <a:gd name="GluePoint12X" fmla="*/ 2381250 w 4762595"/>
              <a:gd name="GluePoint12Y" fmla="*/ 4762405 h 4762500"/>
              <a:gd name="GluePoint13X" fmla="*/ 0 w 4762595"/>
              <a:gd name="GluePoint13Y" fmla="*/ 3174968 h 4762500"/>
              <a:gd name="GluePoint14X" fmla="*/ 2827782 w 4762595"/>
              <a:gd name="GluePoint14Y" fmla="*/ 1290066 h 4762500"/>
              <a:gd name="GluePoint15X" fmla="*/ 3323844 w 4762595"/>
              <a:gd name="GluePoint15Y" fmla="*/ 1620774 h 4762500"/>
              <a:gd name="GluePoint16X" fmla="*/ 1042035 w 4762595"/>
              <a:gd name="GluePoint16Y" fmla="*/ 3141821 h 4762500"/>
              <a:gd name="GluePoint17X" fmla="*/ 2431066 w 4762595"/>
              <a:gd name="GluePoint17Y" fmla="*/ 4067842 h 4762500"/>
              <a:gd name="GluePoint18X" fmla="*/ 3075908 w 4762595"/>
              <a:gd name="GluePoint18Y" fmla="*/ 3637883 h 4762500"/>
              <a:gd name="GluePoint19X" fmla="*/ 2579846 w 4762595"/>
              <a:gd name="GluePoint19Y" fmla="*/ 3307271 h 4762500"/>
              <a:gd name="GluePoint20X" fmla="*/ 3770471 w 4762595"/>
              <a:gd name="GluePoint20Y" fmla="*/ 2513553 h 4762500"/>
              <a:gd name="GluePoint21X" fmla="*/ 4762596 w 4762595"/>
              <a:gd name="GluePoint21Y" fmla="*/ 3174873 h 4762500"/>
              <a:gd name="GluePoint22X" fmla="*/ 0 w 4762595"/>
              <a:gd name="GluePoint22Y" fmla="*/ 1587722 h 4762500"/>
              <a:gd name="GluePoint23X" fmla="*/ 2381250 w 4762595"/>
              <a:gd name="GluePoint23Y" fmla="*/ 0 h 4762500"/>
              <a:gd name="GluePoint24X" fmla="*/ 4762500 w 4762595"/>
              <a:gd name="GluePoint24Y" fmla="*/ 1587722 h 4762500"/>
              <a:gd name="GluePoint25X" fmla="*/ 1934718 w 4762595"/>
              <a:gd name="GluePoint25Y" fmla="*/ 3472624 h 4762500"/>
              <a:gd name="GluePoint26X" fmla="*/ 1438656 w 4762595"/>
              <a:gd name="GluePoint26Y" fmla="*/ 3141821 h 4762500"/>
              <a:gd name="GluePoint27X" fmla="*/ 3720465 w 4762595"/>
              <a:gd name="GluePoint27Y" fmla="*/ 1620774 h 4762500"/>
              <a:gd name="GluePoint28X" fmla="*/ 2331434 w 4762595"/>
              <a:gd name="GluePoint28Y" fmla="*/ 694849 h 4762500"/>
              <a:gd name="GluePoint29X" fmla="*/ 1686592 w 4762595"/>
              <a:gd name="GluePoint29Y" fmla="*/ 1124712 h 4762500"/>
              <a:gd name="GluePoint30X" fmla="*/ 2182749 w 4762595"/>
              <a:gd name="GluePoint30Y" fmla="*/ 1455420 h 4762500"/>
              <a:gd name="GluePoint31X" fmla="*/ 992124 w 4762595"/>
              <a:gd name="GluePoint31Y" fmla="*/ 2249138 h 4762500"/>
              <a:gd name="GluePoint32X" fmla="*/ 0 w 4762595"/>
              <a:gd name="GluePoint32Y" fmla="*/ 1587722 h 4762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4762595" h="4762500">
                <a:moveTo>
                  <a:pt x="0" y="4100798"/>
                </a:moveTo>
                <a:lnTo>
                  <a:pt x="496157" y="3770090"/>
                </a:lnTo>
                <a:lnTo>
                  <a:pt x="992315" y="4100798"/>
                </a:lnTo>
                <a:lnTo>
                  <a:pt x="0" y="4762500"/>
                </a:lnTo>
                <a:lnTo>
                  <a:pt x="0" y="4100798"/>
                </a:lnTo>
                <a:close/>
                <a:moveTo>
                  <a:pt x="4762500" y="661797"/>
                </a:moveTo>
                <a:lnTo>
                  <a:pt x="4266343" y="992410"/>
                </a:lnTo>
                <a:lnTo>
                  <a:pt x="3770281" y="661797"/>
                </a:lnTo>
                <a:lnTo>
                  <a:pt x="4762500" y="0"/>
                </a:lnTo>
                <a:lnTo>
                  <a:pt x="4762500" y="661797"/>
                </a:lnTo>
                <a:close/>
                <a:moveTo>
                  <a:pt x="4762500" y="3174873"/>
                </a:moveTo>
                <a:lnTo>
                  <a:pt x="2381250" y="4762405"/>
                </a:lnTo>
                <a:lnTo>
                  <a:pt x="0" y="3174968"/>
                </a:lnTo>
                <a:lnTo>
                  <a:pt x="2827782" y="1290066"/>
                </a:lnTo>
                <a:lnTo>
                  <a:pt x="3323844" y="1620774"/>
                </a:lnTo>
                <a:lnTo>
                  <a:pt x="1042035" y="3141821"/>
                </a:lnTo>
                <a:lnTo>
                  <a:pt x="2431066" y="4067842"/>
                </a:lnTo>
                <a:lnTo>
                  <a:pt x="3075908" y="3637883"/>
                </a:lnTo>
                <a:lnTo>
                  <a:pt x="2579846" y="3307271"/>
                </a:lnTo>
                <a:lnTo>
                  <a:pt x="3770471" y="2513553"/>
                </a:lnTo>
                <a:lnTo>
                  <a:pt x="4762596" y="3174873"/>
                </a:lnTo>
                <a:close/>
                <a:moveTo>
                  <a:pt x="0" y="1587722"/>
                </a:moveTo>
                <a:lnTo>
                  <a:pt x="2381250" y="0"/>
                </a:lnTo>
                <a:lnTo>
                  <a:pt x="4762500" y="1587722"/>
                </a:lnTo>
                <a:lnTo>
                  <a:pt x="1934718" y="3472624"/>
                </a:lnTo>
                <a:lnTo>
                  <a:pt x="1438656" y="3141821"/>
                </a:lnTo>
                <a:lnTo>
                  <a:pt x="3720465" y="1620774"/>
                </a:lnTo>
                <a:lnTo>
                  <a:pt x="2331434" y="694849"/>
                </a:lnTo>
                <a:lnTo>
                  <a:pt x="1686592" y="1124712"/>
                </a:lnTo>
                <a:lnTo>
                  <a:pt x="2182749" y="1455420"/>
                </a:lnTo>
                <a:lnTo>
                  <a:pt x="992124" y="2249138"/>
                </a:lnTo>
                <a:lnTo>
                  <a:pt x="0" y="1587722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tângulo: Cantos Arredondados 6"/>
          <p:cNvSpPr/>
          <p:nvPr/>
        </p:nvSpPr>
        <p:spPr>
          <a:xfrm>
            <a:off x="1250964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15" name="Retângulo: Cantos Arredondados 8"/>
          <p:cNvSpPr/>
          <p:nvPr/>
        </p:nvSpPr>
        <p:spPr>
          <a:xfrm>
            <a:off x="1336032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465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16" name="Retângulo: Cantos Arredondados 9"/>
          <p:cNvSpPr/>
          <p:nvPr/>
        </p:nvSpPr>
        <p:spPr>
          <a:xfrm>
            <a:off x="1250964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3333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17" name="Retângulo: Cantos Arredondados 10"/>
          <p:cNvSpPr/>
          <p:nvPr/>
        </p:nvSpPr>
        <p:spPr>
          <a:xfrm>
            <a:off x="1336032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54D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18" name="Retângulo: Cantos Arredondados 11"/>
          <p:cNvSpPr/>
          <p:nvPr/>
        </p:nvSpPr>
        <p:spPr>
          <a:xfrm>
            <a:off x="1250964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6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19" name="Retângulo: Cantos Arredondados 12"/>
          <p:cNvSpPr/>
          <p:nvPr/>
        </p:nvSpPr>
        <p:spPr>
          <a:xfrm>
            <a:off x="1336032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20" name="Retângulo: Cantos Arredondados 13"/>
          <p:cNvSpPr/>
          <p:nvPr/>
        </p:nvSpPr>
        <p:spPr>
          <a:xfrm>
            <a:off x="1250964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21" name="Retângulo: Cantos Arredondados 14"/>
          <p:cNvSpPr/>
          <p:nvPr/>
        </p:nvSpPr>
        <p:spPr>
          <a:xfrm>
            <a:off x="1336032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22" name="Retângulo: Cantos Arredondados 23"/>
          <p:cNvSpPr/>
          <p:nvPr/>
        </p:nvSpPr>
        <p:spPr>
          <a:xfrm>
            <a:off x="1250964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735C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23" name="Retângulo: Cantos Arredondados 24"/>
          <p:cNvSpPr/>
          <p:nvPr/>
        </p:nvSpPr>
        <p:spPr>
          <a:xfrm>
            <a:off x="1336032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BDB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24" name="Retângulo: Cantos Arredondados 25"/>
          <p:cNvSpPr/>
          <p:nvPr/>
        </p:nvSpPr>
        <p:spPr>
          <a:xfrm>
            <a:off x="1250964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F7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25" name="Elipse 27"/>
          <p:cNvSpPr/>
          <p:nvPr/>
        </p:nvSpPr>
        <p:spPr>
          <a:xfrm>
            <a:off x="12695400" y="5676120"/>
            <a:ext cx="250560" cy="2505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26" name="Retângulo: Cantos Arredondados 1"/>
          <p:cNvSpPr/>
          <p:nvPr/>
        </p:nvSpPr>
        <p:spPr>
          <a:xfrm>
            <a:off x="1336032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007280" y="191340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>
              <a:defRPr>
                <a:latin typeface="BancoDoBrasil Titulos" panose="00000500000000000000" charset="0"/>
              </a:defRPr>
            </a:lvl1pPr>
          </a:lstStyle>
          <a:p>
            <a:pPr indent="0" defTabSz="914400">
              <a:lnSpc>
                <a:spcPct val="90000"/>
              </a:lnSpc>
              <a:buNone/>
            </a:pPr>
            <a:r>
              <a:rPr lang="pt-BR" sz="7200" b="0" u="none" strike="noStrike" dirty="0">
                <a:solidFill>
                  <a:schemeClr val="dk2"/>
                </a:solidFill>
                <a:effectLst/>
                <a:uFillTx/>
                <a:latin typeface="BancoDoBrasil Titulos Light"/>
              </a:rPr>
              <a:t>Aqui o título </a:t>
            </a:r>
            <a:br>
              <a:rPr sz="7200" dirty="0"/>
            </a:br>
            <a:r>
              <a:rPr lang="pt-BR" sz="7200" b="0" u="none" strike="noStrike" dirty="0">
                <a:solidFill>
                  <a:schemeClr val="dk2"/>
                </a:solidFill>
                <a:effectLst/>
                <a:uFillTx/>
                <a:latin typeface="BancoDoBrasil Titulos Light"/>
              </a:rPr>
              <a:t>da apresentação</a:t>
            </a:r>
            <a:endParaRPr lang="en-BR" sz="7200" b="0" u="none" strike="noStrike" dirty="0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dt" idx="4"/>
          </p:nvPr>
        </p:nvSpPr>
        <p:spPr>
          <a:xfrm>
            <a:off x="1007280" y="59565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800" b="0" u="none" strike="noStrike">
                <a:solidFill>
                  <a:schemeClr val="dk2"/>
                </a:solidFill>
                <a:effectLst/>
                <a:uFillTx/>
                <a:latin typeface="BancoDoBrasil Tex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BancoDoBrasil Textos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9" name="Picture 3"/>
          <p:cNvPicPr/>
          <p:nvPr/>
        </p:nvPicPr>
        <p:blipFill>
          <a:blip r:embed="rId2"/>
          <a:stretch/>
        </p:blipFill>
        <p:spPr>
          <a:xfrm>
            <a:off x="7456680" y="2068200"/>
            <a:ext cx="6760080" cy="446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Gráfico 2"/>
          <p:cNvSpPr/>
          <p:nvPr/>
        </p:nvSpPr>
        <p:spPr>
          <a:xfrm>
            <a:off x="1135080" y="1021320"/>
            <a:ext cx="657000" cy="657000"/>
          </a:xfrm>
          <a:custGeom>
            <a:avLst/>
            <a:gdLst>
              <a:gd name="textAreaLeft" fmla="*/ 0 w 657000"/>
              <a:gd name="textAreaRight" fmla="*/ 657360 w 657000"/>
              <a:gd name="textAreaTop" fmla="*/ 0 h 657000"/>
              <a:gd name="textAreaBottom" fmla="*/ 657360 h 657000"/>
              <a:gd name="GluePoint1X" fmla="*/ 0 w 4762595"/>
              <a:gd name="GluePoint1Y" fmla="*/ 4100798 h 4762500"/>
              <a:gd name="GluePoint2X" fmla="*/ 496157 w 4762595"/>
              <a:gd name="GluePoint2Y" fmla="*/ 3770090 h 4762500"/>
              <a:gd name="GluePoint3X" fmla="*/ 992315 w 4762595"/>
              <a:gd name="GluePoint3Y" fmla="*/ 4100798 h 4762500"/>
              <a:gd name="GluePoint4X" fmla="*/ 0 w 4762595"/>
              <a:gd name="GluePoint4Y" fmla="*/ 4762500 h 4762500"/>
              <a:gd name="GluePoint5X" fmla="*/ 0 w 4762595"/>
              <a:gd name="GluePoint5Y" fmla="*/ 4100798 h 4762500"/>
              <a:gd name="GluePoint6X" fmla="*/ 4762500 w 4762595"/>
              <a:gd name="GluePoint6Y" fmla="*/ 661797 h 4762500"/>
              <a:gd name="GluePoint7X" fmla="*/ 4266343 w 4762595"/>
              <a:gd name="GluePoint7Y" fmla="*/ 992410 h 4762500"/>
              <a:gd name="GluePoint8X" fmla="*/ 3770281 w 4762595"/>
              <a:gd name="GluePoint8Y" fmla="*/ 661797 h 4762500"/>
              <a:gd name="GluePoint9X" fmla="*/ 4762500 w 4762595"/>
              <a:gd name="GluePoint9Y" fmla="*/ 0 h 4762500"/>
              <a:gd name="GluePoint10X" fmla="*/ 4762500 w 4762595"/>
              <a:gd name="GluePoint10Y" fmla="*/ 661797 h 4762500"/>
              <a:gd name="GluePoint11X" fmla="*/ 4762500 w 4762595"/>
              <a:gd name="GluePoint11Y" fmla="*/ 3174873 h 4762500"/>
              <a:gd name="GluePoint12X" fmla="*/ 2381250 w 4762595"/>
              <a:gd name="GluePoint12Y" fmla="*/ 4762405 h 4762500"/>
              <a:gd name="GluePoint13X" fmla="*/ 0 w 4762595"/>
              <a:gd name="GluePoint13Y" fmla="*/ 3174968 h 4762500"/>
              <a:gd name="GluePoint14X" fmla="*/ 2827782 w 4762595"/>
              <a:gd name="GluePoint14Y" fmla="*/ 1290066 h 4762500"/>
              <a:gd name="GluePoint15X" fmla="*/ 3323844 w 4762595"/>
              <a:gd name="GluePoint15Y" fmla="*/ 1620774 h 4762500"/>
              <a:gd name="GluePoint16X" fmla="*/ 1042035 w 4762595"/>
              <a:gd name="GluePoint16Y" fmla="*/ 3141821 h 4762500"/>
              <a:gd name="GluePoint17X" fmla="*/ 2431066 w 4762595"/>
              <a:gd name="GluePoint17Y" fmla="*/ 4067842 h 4762500"/>
              <a:gd name="GluePoint18X" fmla="*/ 3075908 w 4762595"/>
              <a:gd name="GluePoint18Y" fmla="*/ 3637883 h 4762500"/>
              <a:gd name="GluePoint19X" fmla="*/ 2579846 w 4762595"/>
              <a:gd name="GluePoint19Y" fmla="*/ 3307271 h 4762500"/>
              <a:gd name="GluePoint20X" fmla="*/ 3770471 w 4762595"/>
              <a:gd name="GluePoint20Y" fmla="*/ 2513553 h 4762500"/>
              <a:gd name="GluePoint21X" fmla="*/ 4762596 w 4762595"/>
              <a:gd name="GluePoint21Y" fmla="*/ 3174873 h 4762500"/>
              <a:gd name="GluePoint22X" fmla="*/ 0 w 4762595"/>
              <a:gd name="GluePoint22Y" fmla="*/ 1587722 h 4762500"/>
              <a:gd name="GluePoint23X" fmla="*/ 2381250 w 4762595"/>
              <a:gd name="GluePoint23Y" fmla="*/ 0 h 4762500"/>
              <a:gd name="GluePoint24X" fmla="*/ 4762500 w 4762595"/>
              <a:gd name="GluePoint24Y" fmla="*/ 1587722 h 4762500"/>
              <a:gd name="GluePoint25X" fmla="*/ 1934718 w 4762595"/>
              <a:gd name="GluePoint25Y" fmla="*/ 3472624 h 4762500"/>
              <a:gd name="GluePoint26X" fmla="*/ 1438656 w 4762595"/>
              <a:gd name="GluePoint26Y" fmla="*/ 3141821 h 4762500"/>
              <a:gd name="GluePoint27X" fmla="*/ 3720465 w 4762595"/>
              <a:gd name="GluePoint27Y" fmla="*/ 1620774 h 4762500"/>
              <a:gd name="GluePoint28X" fmla="*/ 2331434 w 4762595"/>
              <a:gd name="GluePoint28Y" fmla="*/ 694849 h 4762500"/>
              <a:gd name="GluePoint29X" fmla="*/ 1686592 w 4762595"/>
              <a:gd name="GluePoint29Y" fmla="*/ 1124712 h 4762500"/>
              <a:gd name="GluePoint30X" fmla="*/ 2182749 w 4762595"/>
              <a:gd name="GluePoint30Y" fmla="*/ 1455420 h 4762500"/>
              <a:gd name="GluePoint31X" fmla="*/ 992124 w 4762595"/>
              <a:gd name="GluePoint31Y" fmla="*/ 2249138 h 4762500"/>
              <a:gd name="GluePoint32X" fmla="*/ 0 w 4762595"/>
              <a:gd name="GluePoint32Y" fmla="*/ 1587722 h 4762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4762595" h="4762500">
                <a:moveTo>
                  <a:pt x="0" y="4100798"/>
                </a:moveTo>
                <a:lnTo>
                  <a:pt x="496157" y="3770090"/>
                </a:lnTo>
                <a:lnTo>
                  <a:pt x="992315" y="4100798"/>
                </a:lnTo>
                <a:lnTo>
                  <a:pt x="0" y="4762500"/>
                </a:lnTo>
                <a:lnTo>
                  <a:pt x="0" y="4100798"/>
                </a:lnTo>
                <a:close/>
                <a:moveTo>
                  <a:pt x="4762500" y="661797"/>
                </a:moveTo>
                <a:lnTo>
                  <a:pt x="4266343" y="992410"/>
                </a:lnTo>
                <a:lnTo>
                  <a:pt x="3770281" y="661797"/>
                </a:lnTo>
                <a:lnTo>
                  <a:pt x="4762500" y="0"/>
                </a:lnTo>
                <a:lnTo>
                  <a:pt x="4762500" y="661797"/>
                </a:lnTo>
                <a:close/>
                <a:moveTo>
                  <a:pt x="4762500" y="3174873"/>
                </a:moveTo>
                <a:lnTo>
                  <a:pt x="2381250" y="4762405"/>
                </a:lnTo>
                <a:lnTo>
                  <a:pt x="0" y="3174968"/>
                </a:lnTo>
                <a:lnTo>
                  <a:pt x="2827782" y="1290066"/>
                </a:lnTo>
                <a:lnTo>
                  <a:pt x="3323844" y="1620774"/>
                </a:lnTo>
                <a:lnTo>
                  <a:pt x="1042035" y="3141821"/>
                </a:lnTo>
                <a:lnTo>
                  <a:pt x="2431066" y="4067842"/>
                </a:lnTo>
                <a:lnTo>
                  <a:pt x="3075908" y="3637883"/>
                </a:lnTo>
                <a:lnTo>
                  <a:pt x="2579846" y="3307271"/>
                </a:lnTo>
                <a:lnTo>
                  <a:pt x="3770471" y="2513553"/>
                </a:lnTo>
                <a:lnTo>
                  <a:pt x="4762596" y="3174873"/>
                </a:lnTo>
                <a:close/>
                <a:moveTo>
                  <a:pt x="0" y="1587722"/>
                </a:moveTo>
                <a:lnTo>
                  <a:pt x="2381250" y="0"/>
                </a:lnTo>
                <a:lnTo>
                  <a:pt x="4762500" y="1587722"/>
                </a:lnTo>
                <a:lnTo>
                  <a:pt x="1934718" y="3472624"/>
                </a:lnTo>
                <a:lnTo>
                  <a:pt x="1438656" y="3141821"/>
                </a:lnTo>
                <a:lnTo>
                  <a:pt x="3720465" y="1620774"/>
                </a:lnTo>
                <a:lnTo>
                  <a:pt x="2331434" y="694849"/>
                </a:lnTo>
                <a:lnTo>
                  <a:pt x="1686592" y="1124712"/>
                </a:lnTo>
                <a:lnTo>
                  <a:pt x="2182749" y="1455420"/>
                </a:lnTo>
                <a:lnTo>
                  <a:pt x="992124" y="2249138"/>
                </a:lnTo>
                <a:lnTo>
                  <a:pt x="0" y="1587722"/>
                </a:ln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tângulo: Cantos Arredondados 6"/>
          <p:cNvSpPr/>
          <p:nvPr/>
        </p:nvSpPr>
        <p:spPr>
          <a:xfrm>
            <a:off x="1250964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32" name="Retângulo: Cantos Arredondados 8"/>
          <p:cNvSpPr/>
          <p:nvPr/>
        </p:nvSpPr>
        <p:spPr>
          <a:xfrm>
            <a:off x="1336032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465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33" name="Retângulo: Cantos Arredondados 9"/>
          <p:cNvSpPr/>
          <p:nvPr/>
        </p:nvSpPr>
        <p:spPr>
          <a:xfrm>
            <a:off x="1250964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3333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34" name="Retângulo: Cantos Arredondados 10"/>
          <p:cNvSpPr/>
          <p:nvPr/>
        </p:nvSpPr>
        <p:spPr>
          <a:xfrm>
            <a:off x="1336032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54D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35" name="Retângulo: Cantos Arredondados 11"/>
          <p:cNvSpPr/>
          <p:nvPr/>
        </p:nvSpPr>
        <p:spPr>
          <a:xfrm>
            <a:off x="1250964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6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36" name="Retângulo: Cantos Arredondados 12"/>
          <p:cNvSpPr/>
          <p:nvPr/>
        </p:nvSpPr>
        <p:spPr>
          <a:xfrm>
            <a:off x="1336032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37" name="Retângulo: Cantos Arredondados 13"/>
          <p:cNvSpPr/>
          <p:nvPr/>
        </p:nvSpPr>
        <p:spPr>
          <a:xfrm>
            <a:off x="1250964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38" name="Retângulo: Cantos Arredondados 14"/>
          <p:cNvSpPr/>
          <p:nvPr/>
        </p:nvSpPr>
        <p:spPr>
          <a:xfrm>
            <a:off x="1336032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39" name="Retângulo: Cantos Arredondados 23"/>
          <p:cNvSpPr/>
          <p:nvPr/>
        </p:nvSpPr>
        <p:spPr>
          <a:xfrm>
            <a:off x="1250964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735C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40" name="Retângulo: Cantos Arredondados 24"/>
          <p:cNvSpPr/>
          <p:nvPr/>
        </p:nvSpPr>
        <p:spPr>
          <a:xfrm>
            <a:off x="1336032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BDB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41" name="Retângulo: Cantos Arredondados 25"/>
          <p:cNvSpPr/>
          <p:nvPr/>
        </p:nvSpPr>
        <p:spPr>
          <a:xfrm>
            <a:off x="1250964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F7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42" name="Elipse 27"/>
          <p:cNvSpPr/>
          <p:nvPr/>
        </p:nvSpPr>
        <p:spPr>
          <a:xfrm>
            <a:off x="12695400" y="5676120"/>
            <a:ext cx="250560" cy="2505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43" name="Retângulo: Cantos Arredondados 1"/>
          <p:cNvSpPr/>
          <p:nvPr/>
        </p:nvSpPr>
        <p:spPr>
          <a:xfrm>
            <a:off x="1336032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007280" y="191340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>
              <a:defRPr>
                <a:latin typeface="BancoDoBrasil Titulos" panose="00000500000000000000" charset="0"/>
              </a:defRPr>
            </a:lvl1pPr>
          </a:lstStyle>
          <a:p>
            <a:pPr indent="0" defTabSz="914400">
              <a:lnSpc>
                <a:spcPct val="90000"/>
              </a:lnSpc>
              <a:buNone/>
            </a:pPr>
            <a:r>
              <a:rPr lang="pt-BR" sz="7200" b="0" u="none" strike="noStrike" dirty="0">
                <a:solidFill>
                  <a:schemeClr val="dk1"/>
                </a:solidFill>
                <a:effectLst/>
                <a:uFillTx/>
                <a:latin typeface="BancoDoBrasil Titulos Light"/>
              </a:rPr>
              <a:t>Aqui o título </a:t>
            </a:r>
            <a:br>
              <a:rPr sz="7200" dirty="0"/>
            </a:br>
            <a:r>
              <a:rPr lang="pt-BR" sz="7200" b="0" u="none" strike="noStrike" dirty="0">
                <a:solidFill>
                  <a:schemeClr val="dk1"/>
                </a:solidFill>
                <a:effectLst/>
                <a:uFillTx/>
                <a:latin typeface="BancoDoBrasil Titulos Light"/>
              </a:rPr>
              <a:t>da apresentação</a:t>
            </a:r>
            <a:endParaRPr lang="en-BR" sz="7200" b="0" u="none" strike="noStrike" dirty="0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dt" idx="5"/>
          </p:nvPr>
        </p:nvSpPr>
        <p:spPr>
          <a:xfrm>
            <a:off x="1007280" y="59565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BancoDoBrasil Tex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BancoDoBrasil Textos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6" name="Picture 3"/>
          <p:cNvPicPr/>
          <p:nvPr/>
        </p:nvPicPr>
        <p:blipFill>
          <a:blip r:embed="rId2"/>
          <a:stretch/>
        </p:blipFill>
        <p:spPr>
          <a:xfrm>
            <a:off x="7456680" y="2068200"/>
            <a:ext cx="6760080" cy="446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Gráfico 2"/>
          <p:cNvSpPr/>
          <p:nvPr/>
        </p:nvSpPr>
        <p:spPr>
          <a:xfrm>
            <a:off x="1135080" y="1021320"/>
            <a:ext cx="657000" cy="657000"/>
          </a:xfrm>
          <a:custGeom>
            <a:avLst/>
            <a:gdLst>
              <a:gd name="textAreaLeft" fmla="*/ 0 w 657000"/>
              <a:gd name="textAreaRight" fmla="*/ 657360 w 657000"/>
              <a:gd name="textAreaTop" fmla="*/ 0 h 657000"/>
              <a:gd name="textAreaBottom" fmla="*/ 657360 h 657000"/>
              <a:gd name="GluePoint1X" fmla="*/ 0 w 4762595"/>
              <a:gd name="GluePoint1Y" fmla="*/ 4100798 h 4762500"/>
              <a:gd name="GluePoint2X" fmla="*/ 496157 w 4762595"/>
              <a:gd name="GluePoint2Y" fmla="*/ 3770090 h 4762500"/>
              <a:gd name="GluePoint3X" fmla="*/ 992315 w 4762595"/>
              <a:gd name="GluePoint3Y" fmla="*/ 4100798 h 4762500"/>
              <a:gd name="GluePoint4X" fmla="*/ 0 w 4762595"/>
              <a:gd name="GluePoint4Y" fmla="*/ 4762500 h 4762500"/>
              <a:gd name="GluePoint5X" fmla="*/ 0 w 4762595"/>
              <a:gd name="GluePoint5Y" fmla="*/ 4100798 h 4762500"/>
              <a:gd name="GluePoint6X" fmla="*/ 4762500 w 4762595"/>
              <a:gd name="GluePoint6Y" fmla="*/ 661797 h 4762500"/>
              <a:gd name="GluePoint7X" fmla="*/ 4266343 w 4762595"/>
              <a:gd name="GluePoint7Y" fmla="*/ 992410 h 4762500"/>
              <a:gd name="GluePoint8X" fmla="*/ 3770281 w 4762595"/>
              <a:gd name="GluePoint8Y" fmla="*/ 661797 h 4762500"/>
              <a:gd name="GluePoint9X" fmla="*/ 4762500 w 4762595"/>
              <a:gd name="GluePoint9Y" fmla="*/ 0 h 4762500"/>
              <a:gd name="GluePoint10X" fmla="*/ 4762500 w 4762595"/>
              <a:gd name="GluePoint10Y" fmla="*/ 661797 h 4762500"/>
              <a:gd name="GluePoint11X" fmla="*/ 4762500 w 4762595"/>
              <a:gd name="GluePoint11Y" fmla="*/ 3174873 h 4762500"/>
              <a:gd name="GluePoint12X" fmla="*/ 2381250 w 4762595"/>
              <a:gd name="GluePoint12Y" fmla="*/ 4762405 h 4762500"/>
              <a:gd name="GluePoint13X" fmla="*/ 0 w 4762595"/>
              <a:gd name="GluePoint13Y" fmla="*/ 3174968 h 4762500"/>
              <a:gd name="GluePoint14X" fmla="*/ 2827782 w 4762595"/>
              <a:gd name="GluePoint14Y" fmla="*/ 1290066 h 4762500"/>
              <a:gd name="GluePoint15X" fmla="*/ 3323844 w 4762595"/>
              <a:gd name="GluePoint15Y" fmla="*/ 1620774 h 4762500"/>
              <a:gd name="GluePoint16X" fmla="*/ 1042035 w 4762595"/>
              <a:gd name="GluePoint16Y" fmla="*/ 3141821 h 4762500"/>
              <a:gd name="GluePoint17X" fmla="*/ 2431066 w 4762595"/>
              <a:gd name="GluePoint17Y" fmla="*/ 4067842 h 4762500"/>
              <a:gd name="GluePoint18X" fmla="*/ 3075908 w 4762595"/>
              <a:gd name="GluePoint18Y" fmla="*/ 3637883 h 4762500"/>
              <a:gd name="GluePoint19X" fmla="*/ 2579846 w 4762595"/>
              <a:gd name="GluePoint19Y" fmla="*/ 3307271 h 4762500"/>
              <a:gd name="GluePoint20X" fmla="*/ 3770471 w 4762595"/>
              <a:gd name="GluePoint20Y" fmla="*/ 2513553 h 4762500"/>
              <a:gd name="GluePoint21X" fmla="*/ 4762596 w 4762595"/>
              <a:gd name="GluePoint21Y" fmla="*/ 3174873 h 4762500"/>
              <a:gd name="GluePoint22X" fmla="*/ 0 w 4762595"/>
              <a:gd name="GluePoint22Y" fmla="*/ 1587722 h 4762500"/>
              <a:gd name="GluePoint23X" fmla="*/ 2381250 w 4762595"/>
              <a:gd name="GluePoint23Y" fmla="*/ 0 h 4762500"/>
              <a:gd name="GluePoint24X" fmla="*/ 4762500 w 4762595"/>
              <a:gd name="GluePoint24Y" fmla="*/ 1587722 h 4762500"/>
              <a:gd name="GluePoint25X" fmla="*/ 1934718 w 4762595"/>
              <a:gd name="GluePoint25Y" fmla="*/ 3472624 h 4762500"/>
              <a:gd name="GluePoint26X" fmla="*/ 1438656 w 4762595"/>
              <a:gd name="GluePoint26Y" fmla="*/ 3141821 h 4762500"/>
              <a:gd name="GluePoint27X" fmla="*/ 3720465 w 4762595"/>
              <a:gd name="GluePoint27Y" fmla="*/ 1620774 h 4762500"/>
              <a:gd name="GluePoint28X" fmla="*/ 2331434 w 4762595"/>
              <a:gd name="GluePoint28Y" fmla="*/ 694849 h 4762500"/>
              <a:gd name="GluePoint29X" fmla="*/ 1686592 w 4762595"/>
              <a:gd name="GluePoint29Y" fmla="*/ 1124712 h 4762500"/>
              <a:gd name="GluePoint30X" fmla="*/ 2182749 w 4762595"/>
              <a:gd name="GluePoint30Y" fmla="*/ 1455420 h 4762500"/>
              <a:gd name="GluePoint31X" fmla="*/ 992124 w 4762595"/>
              <a:gd name="GluePoint31Y" fmla="*/ 2249138 h 4762500"/>
              <a:gd name="GluePoint32X" fmla="*/ 0 w 4762595"/>
              <a:gd name="GluePoint32Y" fmla="*/ 1587722 h 4762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4762595" h="4762500">
                <a:moveTo>
                  <a:pt x="0" y="4100798"/>
                </a:moveTo>
                <a:lnTo>
                  <a:pt x="496157" y="3770090"/>
                </a:lnTo>
                <a:lnTo>
                  <a:pt x="992315" y="4100798"/>
                </a:lnTo>
                <a:lnTo>
                  <a:pt x="0" y="4762500"/>
                </a:lnTo>
                <a:lnTo>
                  <a:pt x="0" y="4100798"/>
                </a:lnTo>
                <a:close/>
                <a:moveTo>
                  <a:pt x="4762500" y="661797"/>
                </a:moveTo>
                <a:lnTo>
                  <a:pt x="4266343" y="992410"/>
                </a:lnTo>
                <a:lnTo>
                  <a:pt x="3770281" y="661797"/>
                </a:lnTo>
                <a:lnTo>
                  <a:pt x="4762500" y="0"/>
                </a:lnTo>
                <a:lnTo>
                  <a:pt x="4762500" y="661797"/>
                </a:lnTo>
                <a:close/>
                <a:moveTo>
                  <a:pt x="4762500" y="3174873"/>
                </a:moveTo>
                <a:lnTo>
                  <a:pt x="2381250" y="4762405"/>
                </a:lnTo>
                <a:lnTo>
                  <a:pt x="0" y="3174968"/>
                </a:lnTo>
                <a:lnTo>
                  <a:pt x="2827782" y="1290066"/>
                </a:lnTo>
                <a:lnTo>
                  <a:pt x="3323844" y="1620774"/>
                </a:lnTo>
                <a:lnTo>
                  <a:pt x="1042035" y="3141821"/>
                </a:lnTo>
                <a:lnTo>
                  <a:pt x="2431066" y="4067842"/>
                </a:lnTo>
                <a:lnTo>
                  <a:pt x="3075908" y="3637883"/>
                </a:lnTo>
                <a:lnTo>
                  <a:pt x="2579846" y="3307271"/>
                </a:lnTo>
                <a:lnTo>
                  <a:pt x="3770471" y="2513553"/>
                </a:lnTo>
                <a:lnTo>
                  <a:pt x="4762596" y="3174873"/>
                </a:lnTo>
                <a:close/>
                <a:moveTo>
                  <a:pt x="0" y="1587722"/>
                </a:moveTo>
                <a:lnTo>
                  <a:pt x="2381250" y="0"/>
                </a:lnTo>
                <a:lnTo>
                  <a:pt x="4762500" y="1587722"/>
                </a:lnTo>
                <a:lnTo>
                  <a:pt x="1934718" y="3472624"/>
                </a:lnTo>
                <a:lnTo>
                  <a:pt x="1438656" y="3141821"/>
                </a:lnTo>
                <a:lnTo>
                  <a:pt x="3720465" y="1620774"/>
                </a:lnTo>
                <a:lnTo>
                  <a:pt x="2331434" y="694849"/>
                </a:lnTo>
                <a:lnTo>
                  <a:pt x="1686592" y="1124712"/>
                </a:lnTo>
                <a:lnTo>
                  <a:pt x="2182749" y="1455420"/>
                </a:lnTo>
                <a:lnTo>
                  <a:pt x="992124" y="2249138"/>
                </a:lnTo>
                <a:lnTo>
                  <a:pt x="0" y="1587722"/>
                </a:lnTo>
                <a:close/>
              </a:path>
            </a:pathLst>
          </a:custGeom>
          <a:solidFill>
            <a:srgbClr val="3333B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Title Slide">
    <p:bg>
      <p:bgPr>
        <a:solidFill>
          <a:srgbClr val="54D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tângulo: Cantos Arredondados 6"/>
          <p:cNvSpPr/>
          <p:nvPr/>
        </p:nvSpPr>
        <p:spPr>
          <a:xfrm>
            <a:off x="1250964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49" name="Retângulo: Cantos Arredondados 8"/>
          <p:cNvSpPr/>
          <p:nvPr/>
        </p:nvSpPr>
        <p:spPr>
          <a:xfrm>
            <a:off x="1336032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465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50" name="Retângulo: Cantos Arredondados 9"/>
          <p:cNvSpPr/>
          <p:nvPr/>
        </p:nvSpPr>
        <p:spPr>
          <a:xfrm>
            <a:off x="1250964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3333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51" name="Retângulo: Cantos Arredondados 10"/>
          <p:cNvSpPr/>
          <p:nvPr/>
        </p:nvSpPr>
        <p:spPr>
          <a:xfrm>
            <a:off x="1336032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54D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52" name="Retângulo: Cantos Arredondados 11"/>
          <p:cNvSpPr/>
          <p:nvPr/>
        </p:nvSpPr>
        <p:spPr>
          <a:xfrm>
            <a:off x="1250964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6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53" name="Retângulo: Cantos Arredondados 12"/>
          <p:cNvSpPr/>
          <p:nvPr/>
        </p:nvSpPr>
        <p:spPr>
          <a:xfrm>
            <a:off x="1336032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54" name="Retângulo: Cantos Arredondados 13"/>
          <p:cNvSpPr/>
          <p:nvPr/>
        </p:nvSpPr>
        <p:spPr>
          <a:xfrm>
            <a:off x="1250964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55" name="Retângulo: Cantos Arredondados 14"/>
          <p:cNvSpPr/>
          <p:nvPr/>
        </p:nvSpPr>
        <p:spPr>
          <a:xfrm>
            <a:off x="1336032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56" name="Retângulo: Cantos Arredondados 23"/>
          <p:cNvSpPr/>
          <p:nvPr/>
        </p:nvSpPr>
        <p:spPr>
          <a:xfrm>
            <a:off x="1250964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735C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57" name="Retângulo: Cantos Arredondados 24"/>
          <p:cNvSpPr/>
          <p:nvPr/>
        </p:nvSpPr>
        <p:spPr>
          <a:xfrm>
            <a:off x="1336032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BDB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58" name="Retângulo: Cantos Arredondados 25"/>
          <p:cNvSpPr/>
          <p:nvPr/>
        </p:nvSpPr>
        <p:spPr>
          <a:xfrm>
            <a:off x="1250964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F7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59" name="Elipse 27"/>
          <p:cNvSpPr/>
          <p:nvPr/>
        </p:nvSpPr>
        <p:spPr>
          <a:xfrm>
            <a:off x="12695400" y="5676120"/>
            <a:ext cx="250560" cy="2505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60" name="Retângulo: Cantos Arredondados 1"/>
          <p:cNvSpPr/>
          <p:nvPr/>
        </p:nvSpPr>
        <p:spPr>
          <a:xfrm>
            <a:off x="1336032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007280" y="223524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6600" b="0" u="none" strike="noStrike">
                <a:solidFill>
                  <a:schemeClr val="lt1"/>
                </a:solidFill>
                <a:effectLst/>
                <a:uFillTx/>
                <a:latin typeface="BancoDoBrasil Titulos"/>
              </a:rPr>
              <a:t>Aqui o título </a:t>
            </a:r>
            <a:br>
              <a:rPr sz="6600"/>
            </a:br>
            <a:r>
              <a:rPr lang="pt-BR" sz="6600" b="0" u="none" strike="noStrike">
                <a:solidFill>
                  <a:schemeClr val="lt1"/>
                </a:solidFill>
                <a:effectLst/>
                <a:uFillTx/>
                <a:latin typeface="BancoDoBrasil Titulos"/>
              </a:rPr>
              <a:t>da apresentação</a:t>
            </a:r>
            <a:endParaRPr lang="en-BR" sz="66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pic>
        <p:nvPicPr>
          <p:cNvPr id="162" name="Picture 7"/>
          <p:cNvPicPr/>
          <p:nvPr/>
        </p:nvPicPr>
        <p:blipFill>
          <a:blip r:embed="rId2"/>
          <a:stretch/>
        </p:blipFill>
        <p:spPr>
          <a:xfrm rot="10800000" flipH="1">
            <a:off x="8463960" y="895680"/>
            <a:ext cx="3373920" cy="2757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9"/>
          <p:cNvPicPr/>
          <p:nvPr/>
        </p:nvPicPr>
        <p:blipFill>
          <a:blip r:embed="rId3"/>
          <a:stretch/>
        </p:blipFill>
        <p:spPr>
          <a:xfrm rot="10800000" flipH="1">
            <a:off x="8676360" y="3582360"/>
            <a:ext cx="4638960" cy="275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Gráfico 2"/>
          <p:cNvSpPr/>
          <p:nvPr/>
        </p:nvSpPr>
        <p:spPr>
          <a:xfrm>
            <a:off x="1135080" y="1021320"/>
            <a:ext cx="657000" cy="657000"/>
          </a:xfrm>
          <a:custGeom>
            <a:avLst/>
            <a:gdLst>
              <a:gd name="textAreaLeft" fmla="*/ 0 w 657000"/>
              <a:gd name="textAreaRight" fmla="*/ 657360 w 657000"/>
              <a:gd name="textAreaTop" fmla="*/ 0 h 657000"/>
              <a:gd name="textAreaBottom" fmla="*/ 657360 h 657000"/>
              <a:gd name="GluePoint1X" fmla="*/ 0 w 4762595"/>
              <a:gd name="GluePoint1Y" fmla="*/ 4100798 h 4762500"/>
              <a:gd name="GluePoint2X" fmla="*/ 496157 w 4762595"/>
              <a:gd name="GluePoint2Y" fmla="*/ 3770090 h 4762500"/>
              <a:gd name="GluePoint3X" fmla="*/ 992315 w 4762595"/>
              <a:gd name="GluePoint3Y" fmla="*/ 4100798 h 4762500"/>
              <a:gd name="GluePoint4X" fmla="*/ 0 w 4762595"/>
              <a:gd name="GluePoint4Y" fmla="*/ 4762500 h 4762500"/>
              <a:gd name="GluePoint5X" fmla="*/ 0 w 4762595"/>
              <a:gd name="GluePoint5Y" fmla="*/ 4100798 h 4762500"/>
              <a:gd name="GluePoint6X" fmla="*/ 4762500 w 4762595"/>
              <a:gd name="GluePoint6Y" fmla="*/ 661797 h 4762500"/>
              <a:gd name="GluePoint7X" fmla="*/ 4266343 w 4762595"/>
              <a:gd name="GluePoint7Y" fmla="*/ 992410 h 4762500"/>
              <a:gd name="GluePoint8X" fmla="*/ 3770281 w 4762595"/>
              <a:gd name="GluePoint8Y" fmla="*/ 661797 h 4762500"/>
              <a:gd name="GluePoint9X" fmla="*/ 4762500 w 4762595"/>
              <a:gd name="GluePoint9Y" fmla="*/ 0 h 4762500"/>
              <a:gd name="GluePoint10X" fmla="*/ 4762500 w 4762595"/>
              <a:gd name="GluePoint10Y" fmla="*/ 661797 h 4762500"/>
              <a:gd name="GluePoint11X" fmla="*/ 4762500 w 4762595"/>
              <a:gd name="GluePoint11Y" fmla="*/ 3174873 h 4762500"/>
              <a:gd name="GluePoint12X" fmla="*/ 2381250 w 4762595"/>
              <a:gd name="GluePoint12Y" fmla="*/ 4762405 h 4762500"/>
              <a:gd name="GluePoint13X" fmla="*/ 0 w 4762595"/>
              <a:gd name="GluePoint13Y" fmla="*/ 3174968 h 4762500"/>
              <a:gd name="GluePoint14X" fmla="*/ 2827782 w 4762595"/>
              <a:gd name="GluePoint14Y" fmla="*/ 1290066 h 4762500"/>
              <a:gd name="GluePoint15X" fmla="*/ 3323844 w 4762595"/>
              <a:gd name="GluePoint15Y" fmla="*/ 1620774 h 4762500"/>
              <a:gd name="GluePoint16X" fmla="*/ 1042035 w 4762595"/>
              <a:gd name="GluePoint16Y" fmla="*/ 3141821 h 4762500"/>
              <a:gd name="GluePoint17X" fmla="*/ 2431066 w 4762595"/>
              <a:gd name="GluePoint17Y" fmla="*/ 4067842 h 4762500"/>
              <a:gd name="GluePoint18X" fmla="*/ 3075908 w 4762595"/>
              <a:gd name="GluePoint18Y" fmla="*/ 3637883 h 4762500"/>
              <a:gd name="GluePoint19X" fmla="*/ 2579846 w 4762595"/>
              <a:gd name="GluePoint19Y" fmla="*/ 3307271 h 4762500"/>
              <a:gd name="GluePoint20X" fmla="*/ 3770471 w 4762595"/>
              <a:gd name="GluePoint20Y" fmla="*/ 2513553 h 4762500"/>
              <a:gd name="GluePoint21X" fmla="*/ 4762596 w 4762595"/>
              <a:gd name="GluePoint21Y" fmla="*/ 3174873 h 4762500"/>
              <a:gd name="GluePoint22X" fmla="*/ 0 w 4762595"/>
              <a:gd name="GluePoint22Y" fmla="*/ 1587722 h 4762500"/>
              <a:gd name="GluePoint23X" fmla="*/ 2381250 w 4762595"/>
              <a:gd name="GluePoint23Y" fmla="*/ 0 h 4762500"/>
              <a:gd name="GluePoint24X" fmla="*/ 4762500 w 4762595"/>
              <a:gd name="GluePoint24Y" fmla="*/ 1587722 h 4762500"/>
              <a:gd name="GluePoint25X" fmla="*/ 1934718 w 4762595"/>
              <a:gd name="GluePoint25Y" fmla="*/ 3472624 h 4762500"/>
              <a:gd name="GluePoint26X" fmla="*/ 1438656 w 4762595"/>
              <a:gd name="GluePoint26Y" fmla="*/ 3141821 h 4762500"/>
              <a:gd name="GluePoint27X" fmla="*/ 3720465 w 4762595"/>
              <a:gd name="GluePoint27Y" fmla="*/ 1620774 h 4762500"/>
              <a:gd name="GluePoint28X" fmla="*/ 2331434 w 4762595"/>
              <a:gd name="GluePoint28Y" fmla="*/ 694849 h 4762500"/>
              <a:gd name="GluePoint29X" fmla="*/ 1686592 w 4762595"/>
              <a:gd name="GluePoint29Y" fmla="*/ 1124712 h 4762500"/>
              <a:gd name="GluePoint30X" fmla="*/ 2182749 w 4762595"/>
              <a:gd name="GluePoint30Y" fmla="*/ 1455420 h 4762500"/>
              <a:gd name="GluePoint31X" fmla="*/ 992124 w 4762595"/>
              <a:gd name="GluePoint31Y" fmla="*/ 2249138 h 4762500"/>
              <a:gd name="GluePoint32X" fmla="*/ 0 w 4762595"/>
              <a:gd name="GluePoint32Y" fmla="*/ 1587722 h 4762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4762595" h="4762500">
                <a:moveTo>
                  <a:pt x="0" y="4100798"/>
                </a:moveTo>
                <a:lnTo>
                  <a:pt x="496157" y="3770090"/>
                </a:lnTo>
                <a:lnTo>
                  <a:pt x="992315" y="4100798"/>
                </a:lnTo>
                <a:lnTo>
                  <a:pt x="0" y="4762500"/>
                </a:lnTo>
                <a:lnTo>
                  <a:pt x="0" y="4100798"/>
                </a:lnTo>
                <a:close/>
                <a:moveTo>
                  <a:pt x="4762500" y="661797"/>
                </a:moveTo>
                <a:lnTo>
                  <a:pt x="4266343" y="992410"/>
                </a:lnTo>
                <a:lnTo>
                  <a:pt x="3770281" y="661797"/>
                </a:lnTo>
                <a:lnTo>
                  <a:pt x="4762500" y="0"/>
                </a:lnTo>
                <a:lnTo>
                  <a:pt x="4762500" y="661797"/>
                </a:lnTo>
                <a:close/>
                <a:moveTo>
                  <a:pt x="4762500" y="3174873"/>
                </a:moveTo>
                <a:lnTo>
                  <a:pt x="2381250" y="4762405"/>
                </a:lnTo>
                <a:lnTo>
                  <a:pt x="0" y="3174968"/>
                </a:lnTo>
                <a:lnTo>
                  <a:pt x="2827782" y="1290066"/>
                </a:lnTo>
                <a:lnTo>
                  <a:pt x="3323844" y="1620774"/>
                </a:lnTo>
                <a:lnTo>
                  <a:pt x="1042035" y="3141821"/>
                </a:lnTo>
                <a:lnTo>
                  <a:pt x="2431066" y="4067842"/>
                </a:lnTo>
                <a:lnTo>
                  <a:pt x="3075908" y="3637883"/>
                </a:lnTo>
                <a:lnTo>
                  <a:pt x="2579846" y="3307271"/>
                </a:lnTo>
                <a:lnTo>
                  <a:pt x="3770471" y="2513553"/>
                </a:lnTo>
                <a:lnTo>
                  <a:pt x="4762596" y="3174873"/>
                </a:lnTo>
                <a:close/>
                <a:moveTo>
                  <a:pt x="0" y="1587722"/>
                </a:moveTo>
                <a:lnTo>
                  <a:pt x="2381250" y="0"/>
                </a:lnTo>
                <a:lnTo>
                  <a:pt x="4762500" y="1587722"/>
                </a:lnTo>
                <a:lnTo>
                  <a:pt x="1934718" y="3472624"/>
                </a:lnTo>
                <a:lnTo>
                  <a:pt x="1438656" y="3141821"/>
                </a:lnTo>
                <a:lnTo>
                  <a:pt x="3720465" y="1620774"/>
                </a:lnTo>
                <a:lnTo>
                  <a:pt x="2331434" y="694849"/>
                </a:lnTo>
                <a:lnTo>
                  <a:pt x="1686592" y="1124712"/>
                </a:lnTo>
                <a:lnTo>
                  <a:pt x="2182749" y="1455420"/>
                </a:lnTo>
                <a:lnTo>
                  <a:pt x="992124" y="2249138"/>
                </a:lnTo>
                <a:lnTo>
                  <a:pt x="0" y="1587722"/>
                </a:lnTo>
                <a:close/>
              </a:path>
            </a:pathLst>
          </a:custGeom>
          <a:solidFill>
            <a:srgbClr val="FCFC3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tângulo: Cantos Arredondados 6"/>
          <p:cNvSpPr/>
          <p:nvPr/>
        </p:nvSpPr>
        <p:spPr>
          <a:xfrm>
            <a:off x="1250964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66" name="Retângulo: Cantos Arredondados 8"/>
          <p:cNvSpPr/>
          <p:nvPr/>
        </p:nvSpPr>
        <p:spPr>
          <a:xfrm>
            <a:off x="13360320" y="12708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465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67" name="Retângulo: Cantos Arredondados 9"/>
          <p:cNvSpPr/>
          <p:nvPr/>
        </p:nvSpPr>
        <p:spPr>
          <a:xfrm>
            <a:off x="1250964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3333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68" name="Retângulo: Cantos Arredondados 10"/>
          <p:cNvSpPr/>
          <p:nvPr/>
        </p:nvSpPr>
        <p:spPr>
          <a:xfrm>
            <a:off x="13360320" y="10566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54D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69" name="Retângulo: Cantos Arredondados 11"/>
          <p:cNvSpPr/>
          <p:nvPr/>
        </p:nvSpPr>
        <p:spPr>
          <a:xfrm>
            <a:off x="1250964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6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70" name="Retângulo: Cantos Arredondados 12"/>
          <p:cNvSpPr/>
          <p:nvPr/>
        </p:nvSpPr>
        <p:spPr>
          <a:xfrm>
            <a:off x="13360320" y="19861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71" name="Retângulo: Cantos Arredondados 13"/>
          <p:cNvSpPr/>
          <p:nvPr/>
        </p:nvSpPr>
        <p:spPr>
          <a:xfrm>
            <a:off x="1250964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72" name="Retângulo: Cantos Arredondados 14"/>
          <p:cNvSpPr/>
          <p:nvPr/>
        </p:nvSpPr>
        <p:spPr>
          <a:xfrm>
            <a:off x="13360320" y="291528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73" name="Retângulo: Cantos Arredondados 23"/>
          <p:cNvSpPr/>
          <p:nvPr/>
        </p:nvSpPr>
        <p:spPr>
          <a:xfrm>
            <a:off x="1250964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735C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74" name="Retângulo: Cantos Arredondados 24"/>
          <p:cNvSpPr/>
          <p:nvPr/>
        </p:nvSpPr>
        <p:spPr>
          <a:xfrm>
            <a:off x="13360320" y="384480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BDB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75" name="Retângulo: Cantos Arredondados 25"/>
          <p:cNvSpPr/>
          <p:nvPr/>
        </p:nvSpPr>
        <p:spPr>
          <a:xfrm>
            <a:off x="1250964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rgbClr val="FFF7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76" name="Elipse 27"/>
          <p:cNvSpPr/>
          <p:nvPr/>
        </p:nvSpPr>
        <p:spPr>
          <a:xfrm>
            <a:off x="12695400" y="5676120"/>
            <a:ext cx="250560" cy="2505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77" name="Retângulo: Cantos Arredondados 1"/>
          <p:cNvSpPr/>
          <p:nvPr/>
        </p:nvSpPr>
        <p:spPr>
          <a:xfrm>
            <a:off x="13360320" y="4774320"/>
            <a:ext cx="622080" cy="62208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007280" y="223524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6600" b="0" u="none" strike="noStrike">
                <a:solidFill>
                  <a:schemeClr val="accent2"/>
                </a:solidFill>
                <a:effectLst/>
                <a:uFillTx/>
                <a:latin typeface="BancoDoBrasil Titulos"/>
              </a:rPr>
              <a:t>Aqui o título </a:t>
            </a:r>
            <a:br>
              <a:rPr sz="6600"/>
            </a:br>
            <a:r>
              <a:rPr lang="pt-BR" sz="6600" b="0" u="none" strike="noStrike">
                <a:solidFill>
                  <a:schemeClr val="accent2"/>
                </a:solidFill>
                <a:effectLst/>
                <a:uFillTx/>
                <a:latin typeface="BancoDoBrasil Titulos"/>
              </a:rPr>
              <a:t>da apresentação</a:t>
            </a:r>
            <a:endParaRPr lang="en-BR" sz="66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79" name="Gráfico 2"/>
          <p:cNvSpPr/>
          <p:nvPr/>
        </p:nvSpPr>
        <p:spPr>
          <a:xfrm>
            <a:off x="1135080" y="1021320"/>
            <a:ext cx="657000" cy="657000"/>
          </a:xfrm>
          <a:custGeom>
            <a:avLst/>
            <a:gdLst>
              <a:gd name="textAreaLeft" fmla="*/ 0 w 657000"/>
              <a:gd name="textAreaRight" fmla="*/ 657360 w 657000"/>
              <a:gd name="textAreaTop" fmla="*/ 0 h 657000"/>
              <a:gd name="textAreaBottom" fmla="*/ 657360 h 657000"/>
              <a:gd name="GluePoint1X" fmla="*/ 0 w 4762595"/>
              <a:gd name="GluePoint1Y" fmla="*/ 4100798 h 4762500"/>
              <a:gd name="GluePoint2X" fmla="*/ 496157 w 4762595"/>
              <a:gd name="GluePoint2Y" fmla="*/ 3770090 h 4762500"/>
              <a:gd name="GluePoint3X" fmla="*/ 992315 w 4762595"/>
              <a:gd name="GluePoint3Y" fmla="*/ 4100798 h 4762500"/>
              <a:gd name="GluePoint4X" fmla="*/ 0 w 4762595"/>
              <a:gd name="GluePoint4Y" fmla="*/ 4762500 h 4762500"/>
              <a:gd name="GluePoint5X" fmla="*/ 0 w 4762595"/>
              <a:gd name="GluePoint5Y" fmla="*/ 4100798 h 4762500"/>
              <a:gd name="GluePoint6X" fmla="*/ 4762500 w 4762595"/>
              <a:gd name="GluePoint6Y" fmla="*/ 661797 h 4762500"/>
              <a:gd name="GluePoint7X" fmla="*/ 4266343 w 4762595"/>
              <a:gd name="GluePoint7Y" fmla="*/ 992410 h 4762500"/>
              <a:gd name="GluePoint8X" fmla="*/ 3770281 w 4762595"/>
              <a:gd name="GluePoint8Y" fmla="*/ 661797 h 4762500"/>
              <a:gd name="GluePoint9X" fmla="*/ 4762500 w 4762595"/>
              <a:gd name="GluePoint9Y" fmla="*/ 0 h 4762500"/>
              <a:gd name="GluePoint10X" fmla="*/ 4762500 w 4762595"/>
              <a:gd name="GluePoint10Y" fmla="*/ 661797 h 4762500"/>
              <a:gd name="GluePoint11X" fmla="*/ 4762500 w 4762595"/>
              <a:gd name="GluePoint11Y" fmla="*/ 3174873 h 4762500"/>
              <a:gd name="GluePoint12X" fmla="*/ 2381250 w 4762595"/>
              <a:gd name="GluePoint12Y" fmla="*/ 4762405 h 4762500"/>
              <a:gd name="GluePoint13X" fmla="*/ 0 w 4762595"/>
              <a:gd name="GluePoint13Y" fmla="*/ 3174968 h 4762500"/>
              <a:gd name="GluePoint14X" fmla="*/ 2827782 w 4762595"/>
              <a:gd name="GluePoint14Y" fmla="*/ 1290066 h 4762500"/>
              <a:gd name="GluePoint15X" fmla="*/ 3323844 w 4762595"/>
              <a:gd name="GluePoint15Y" fmla="*/ 1620774 h 4762500"/>
              <a:gd name="GluePoint16X" fmla="*/ 1042035 w 4762595"/>
              <a:gd name="GluePoint16Y" fmla="*/ 3141821 h 4762500"/>
              <a:gd name="GluePoint17X" fmla="*/ 2431066 w 4762595"/>
              <a:gd name="GluePoint17Y" fmla="*/ 4067842 h 4762500"/>
              <a:gd name="GluePoint18X" fmla="*/ 3075908 w 4762595"/>
              <a:gd name="GluePoint18Y" fmla="*/ 3637883 h 4762500"/>
              <a:gd name="GluePoint19X" fmla="*/ 2579846 w 4762595"/>
              <a:gd name="GluePoint19Y" fmla="*/ 3307271 h 4762500"/>
              <a:gd name="GluePoint20X" fmla="*/ 3770471 w 4762595"/>
              <a:gd name="GluePoint20Y" fmla="*/ 2513553 h 4762500"/>
              <a:gd name="GluePoint21X" fmla="*/ 4762596 w 4762595"/>
              <a:gd name="GluePoint21Y" fmla="*/ 3174873 h 4762500"/>
              <a:gd name="GluePoint22X" fmla="*/ 0 w 4762595"/>
              <a:gd name="GluePoint22Y" fmla="*/ 1587722 h 4762500"/>
              <a:gd name="GluePoint23X" fmla="*/ 2381250 w 4762595"/>
              <a:gd name="GluePoint23Y" fmla="*/ 0 h 4762500"/>
              <a:gd name="GluePoint24X" fmla="*/ 4762500 w 4762595"/>
              <a:gd name="GluePoint24Y" fmla="*/ 1587722 h 4762500"/>
              <a:gd name="GluePoint25X" fmla="*/ 1934718 w 4762595"/>
              <a:gd name="GluePoint25Y" fmla="*/ 3472624 h 4762500"/>
              <a:gd name="GluePoint26X" fmla="*/ 1438656 w 4762595"/>
              <a:gd name="GluePoint26Y" fmla="*/ 3141821 h 4762500"/>
              <a:gd name="GluePoint27X" fmla="*/ 3720465 w 4762595"/>
              <a:gd name="GluePoint27Y" fmla="*/ 1620774 h 4762500"/>
              <a:gd name="GluePoint28X" fmla="*/ 2331434 w 4762595"/>
              <a:gd name="GluePoint28Y" fmla="*/ 694849 h 4762500"/>
              <a:gd name="GluePoint29X" fmla="*/ 1686592 w 4762595"/>
              <a:gd name="GluePoint29Y" fmla="*/ 1124712 h 4762500"/>
              <a:gd name="GluePoint30X" fmla="*/ 2182749 w 4762595"/>
              <a:gd name="GluePoint30Y" fmla="*/ 1455420 h 4762500"/>
              <a:gd name="GluePoint31X" fmla="*/ 992124 w 4762595"/>
              <a:gd name="GluePoint31Y" fmla="*/ 2249138 h 4762500"/>
              <a:gd name="GluePoint32X" fmla="*/ 0 w 4762595"/>
              <a:gd name="GluePoint32Y" fmla="*/ 1587722 h 4762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</a:cxnLst>
            <a:rect l="textAreaLeft" t="textAreaTop" r="textAreaRight" b="textAreaBottom"/>
            <a:pathLst>
              <a:path w="4762595" h="4762500">
                <a:moveTo>
                  <a:pt x="0" y="4100798"/>
                </a:moveTo>
                <a:lnTo>
                  <a:pt x="496157" y="3770090"/>
                </a:lnTo>
                <a:lnTo>
                  <a:pt x="992315" y="4100798"/>
                </a:lnTo>
                <a:lnTo>
                  <a:pt x="0" y="4762500"/>
                </a:lnTo>
                <a:lnTo>
                  <a:pt x="0" y="4100798"/>
                </a:lnTo>
                <a:close/>
                <a:moveTo>
                  <a:pt x="4762500" y="661797"/>
                </a:moveTo>
                <a:lnTo>
                  <a:pt x="4266343" y="992410"/>
                </a:lnTo>
                <a:lnTo>
                  <a:pt x="3770281" y="661797"/>
                </a:lnTo>
                <a:lnTo>
                  <a:pt x="4762500" y="0"/>
                </a:lnTo>
                <a:lnTo>
                  <a:pt x="4762500" y="661797"/>
                </a:lnTo>
                <a:close/>
                <a:moveTo>
                  <a:pt x="4762500" y="3174873"/>
                </a:moveTo>
                <a:lnTo>
                  <a:pt x="2381250" y="4762405"/>
                </a:lnTo>
                <a:lnTo>
                  <a:pt x="0" y="3174968"/>
                </a:lnTo>
                <a:lnTo>
                  <a:pt x="2827782" y="1290066"/>
                </a:lnTo>
                <a:lnTo>
                  <a:pt x="3323844" y="1620774"/>
                </a:lnTo>
                <a:lnTo>
                  <a:pt x="1042035" y="3141821"/>
                </a:lnTo>
                <a:lnTo>
                  <a:pt x="2431066" y="4067842"/>
                </a:lnTo>
                <a:lnTo>
                  <a:pt x="3075908" y="3637883"/>
                </a:lnTo>
                <a:lnTo>
                  <a:pt x="2579846" y="3307271"/>
                </a:lnTo>
                <a:lnTo>
                  <a:pt x="3770471" y="2513553"/>
                </a:lnTo>
                <a:lnTo>
                  <a:pt x="4762596" y="3174873"/>
                </a:lnTo>
                <a:close/>
                <a:moveTo>
                  <a:pt x="0" y="1587722"/>
                </a:moveTo>
                <a:lnTo>
                  <a:pt x="2381250" y="0"/>
                </a:lnTo>
                <a:lnTo>
                  <a:pt x="4762500" y="1587722"/>
                </a:lnTo>
                <a:lnTo>
                  <a:pt x="1934718" y="3472624"/>
                </a:lnTo>
                <a:lnTo>
                  <a:pt x="1438656" y="3141821"/>
                </a:lnTo>
                <a:lnTo>
                  <a:pt x="3720465" y="1620774"/>
                </a:lnTo>
                <a:lnTo>
                  <a:pt x="2331434" y="694849"/>
                </a:lnTo>
                <a:lnTo>
                  <a:pt x="1686592" y="1124712"/>
                </a:lnTo>
                <a:lnTo>
                  <a:pt x="2182749" y="1455420"/>
                </a:lnTo>
                <a:lnTo>
                  <a:pt x="992124" y="2249138"/>
                </a:lnTo>
                <a:lnTo>
                  <a:pt x="0" y="1587722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180" name="Elipse 4"/>
          <p:cNvSpPr/>
          <p:nvPr/>
        </p:nvSpPr>
        <p:spPr>
          <a:xfrm>
            <a:off x="11104200" y="911160"/>
            <a:ext cx="219600" cy="219600"/>
          </a:xfrm>
          <a:prstGeom prst="ellipse">
            <a:avLst/>
          </a:prstGeom>
          <a:solidFill>
            <a:srgbClr val="BDB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cxnSp>
        <p:nvCxnSpPr>
          <p:cNvPr id="181" name="Conector reto 11"/>
          <p:cNvCxnSpPr/>
          <p:nvPr/>
        </p:nvCxnSpPr>
        <p:spPr>
          <a:xfrm>
            <a:off x="8463960" y="1570320"/>
            <a:ext cx="1857240" cy="1096920"/>
          </a:xfrm>
          <a:prstGeom prst="straightConnector1">
            <a:avLst/>
          </a:prstGeom>
          <a:ln w="38100">
            <a:solidFill>
              <a:srgbClr val="83FFEA"/>
            </a:solidFill>
          </a:ln>
        </p:spPr>
      </p:cxnSp>
      <p:sp>
        <p:nvSpPr>
          <p:cNvPr id="182" name="Elipse 13"/>
          <p:cNvSpPr/>
          <p:nvPr/>
        </p:nvSpPr>
        <p:spPr>
          <a:xfrm>
            <a:off x="10164960" y="1790640"/>
            <a:ext cx="103320" cy="10332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rPr>
              <a:t>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3" name="Conector reto 14"/>
          <p:cNvCxnSpPr/>
          <p:nvPr/>
        </p:nvCxnSpPr>
        <p:spPr>
          <a:xfrm>
            <a:off x="10749960" y="1790640"/>
            <a:ext cx="1047240" cy="621360"/>
          </a:xfrm>
          <a:prstGeom prst="straightConnector1">
            <a:avLst/>
          </a:prstGeom>
          <a:ln w="38100">
            <a:solidFill>
              <a:srgbClr val="83FFEA"/>
            </a:solidFill>
          </a:ln>
        </p:spPr>
      </p:cxnSp>
      <p:cxnSp>
        <p:nvCxnSpPr>
          <p:cNvPr id="184" name="Conector reto 17"/>
          <p:cNvCxnSpPr/>
          <p:nvPr/>
        </p:nvCxnSpPr>
        <p:spPr>
          <a:xfrm>
            <a:off x="8685360" y="3582000"/>
            <a:ext cx="3853800" cy="2305440"/>
          </a:xfrm>
          <a:prstGeom prst="straightConnector1">
            <a:avLst/>
          </a:prstGeom>
          <a:ln w="38100">
            <a:solidFill>
              <a:srgbClr val="FFA7D3"/>
            </a:solidFill>
          </a:ln>
        </p:spPr>
      </p:cxnSp>
      <p:sp>
        <p:nvSpPr>
          <p:cNvPr id="185" name="Elipse 20"/>
          <p:cNvSpPr/>
          <p:nvPr/>
        </p:nvSpPr>
        <p:spPr>
          <a:xfrm>
            <a:off x="10510920" y="3266280"/>
            <a:ext cx="383040" cy="383040"/>
          </a:xfrm>
          <a:prstGeom prst="ellipse">
            <a:avLst/>
          </a:prstGeom>
          <a:noFill/>
          <a:ln w="38100">
            <a:solidFill>
              <a:srgbClr val="BDB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roup 44"/>
          <p:cNvGrpSpPr/>
          <p:nvPr/>
        </p:nvGrpSpPr>
        <p:grpSpPr>
          <a:xfrm>
            <a:off x="5755329" y="1919880"/>
            <a:ext cx="6261840" cy="4162680"/>
            <a:chOff x="5511240" y="1919880"/>
            <a:chExt cx="6261840" cy="4162680"/>
          </a:xfrm>
        </p:grpSpPr>
        <p:grpSp>
          <p:nvGrpSpPr>
            <p:cNvPr id="269" name="object 3"/>
            <p:cNvGrpSpPr/>
            <p:nvPr/>
          </p:nvGrpSpPr>
          <p:grpSpPr>
            <a:xfrm>
              <a:off x="7641360" y="4233600"/>
              <a:ext cx="1476000" cy="1732320"/>
              <a:chOff x="7641360" y="4233600"/>
              <a:chExt cx="1476000" cy="1732320"/>
            </a:xfrm>
          </p:grpSpPr>
          <p:sp>
            <p:nvSpPr>
              <p:cNvPr id="270" name="object 4"/>
              <p:cNvSpPr/>
              <p:nvPr/>
            </p:nvSpPr>
            <p:spPr>
              <a:xfrm>
                <a:off x="8379360" y="4654800"/>
                <a:ext cx="737640" cy="1311120"/>
              </a:xfrm>
              <a:custGeom>
                <a:avLst/>
                <a:gdLst>
                  <a:gd name="textAreaLeft" fmla="*/ 0 w 737640"/>
                  <a:gd name="textAreaRight" fmla="*/ 738000 w 737640"/>
                  <a:gd name="textAreaTop" fmla="*/ 0 h 1311120"/>
                  <a:gd name="textAreaBottom" fmla="*/ 1311480 h 1311120"/>
                </a:gdLst>
                <a:ahLst/>
                <a:cxnLst/>
                <a:rect l="textAreaLeft" t="textAreaTop" r="textAreaRight" b="textAreaBottom"/>
                <a:pathLst>
                  <a:path w="1217294" h="2162809">
                    <a:moveTo>
                      <a:pt x="1217114" y="0"/>
                    </a:moveTo>
                    <a:lnTo>
                      <a:pt x="0" y="720878"/>
                    </a:lnTo>
                    <a:lnTo>
                      <a:pt x="0" y="2162646"/>
                    </a:lnTo>
                  </a:path>
                </a:pathLst>
              </a:custGeom>
              <a:noFill/>
              <a:ln w="33590">
                <a:solidFill>
                  <a:srgbClr val="FFFF3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  <p:sp>
            <p:nvSpPr>
              <p:cNvPr id="271" name="object 5"/>
              <p:cNvSpPr/>
              <p:nvPr/>
            </p:nvSpPr>
            <p:spPr>
              <a:xfrm>
                <a:off x="7641360" y="4654800"/>
                <a:ext cx="737640" cy="1311120"/>
              </a:xfrm>
              <a:custGeom>
                <a:avLst/>
                <a:gdLst>
                  <a:gd name="textAreaLeft" fmla="*/ 0 w 737640"/>
                  <a:gd name="textAreaRight" fmla="*/ 738000 w 737640"/>
                  <a:gd name="textAreaTop" fmla="*/ 0 h 1311120"/>
                  <a:gd name="textAreaBottom" fmla="*/ 1311480 h 1311120"/>
                </a:gdLst>
                <a:ahLst/>
                <a:cxnLst/>
                <a:rect l="textAreaLeft" t="textAreaTop" r="textAreaRight" b="textAreaBottom"/>
                <a:pathLst>
                  <a:path w="1217294" h="2162809">
                    <a:moveTo>
                      <a:pt x="1217114" y="2162646"/>
                    </a:moveTo>
                    <a:lnTo>
                      <a:pt x="0" y="1441767"/>
                    </a:lnTo>
                    <a:lnTo>
                      <a:pt x="0" y="0"/>
                    </a:lnTo>
                    <a:lnTo>
                      <a:pt x="1217114" y="720889"/>
                    </a:lnTo>
                    <a:lnTo>
                      <a:pt x="1217114" y="2162646"/>
                    </a:lnTo>
                    <a:close/>
                  </a:path>
                </a:pathLst>
              </a:custGeom>
              <a:noFill/>
              <a:ln w="33590">
                <a:solidFill>
                  <a:srgbClr val="FFFF3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  <p:sp>
            <p:nvSpPr>
              <p:cNvPr id="272" name="object 6"/>
              <p:cNvSpPr/>
              <p:nvPr/>
            </p:nvSpPr>
            <p:spPr>
              <a:xfrm>
                <a:off x="7641360" y="4233600"/>
                <a:ext cx="1476000" cy="857880"/>
              </a:xfrm>
              <a:custGeom>
                <a:avLst/>
                <a:gdLst>
                  <a:gd name="textAreaLeft" fmla="*/ 0 w 1476000"/>
                  <a:gd name="textAreaRight" fmla="*/ 1476360 w 1476000"/>
                  <a:gd name="textAreaTop" fmla="*/ 0 h 857880"/>
                  <a:gd name="textAreaBottom" fmla="*/ 858240 h 857880"/>
                </a:gdLst>
                <a:ahLst/>
                <a:cxnLst/>
                <a:rect l="textAreaLeft" t="textAreaTop" r="textAreaRight" b="textAreaBottom"/>
                <a:pathLst>
                  <a:path w="2434590" h="1415415">
                    <a:moveTo>
                      <a:pt x="2434240" y="694251"/>
                    </a:moveTo>
                    <a:lnTo>
                      <a:pt x="1217125" y="0"/>
                    </a:lnTo>
                    <a:lnTo>
                      <a:pt x="0" y="694251"/>
                    </a:lnTo>
                    <a:lnTo>
                      <a:pt x="1217125" y="1415129"/>
                    </a:lnTo>
                    <a:lnTo>
                      <a:pt x="2434240" y="694251"/>
                    </a:lnTo>
                    <a:close/>
                  </a:path>
                </a:pathLst>
              </a:custGeom>
              <a:noFill/>
              <a:ln w="33590">
                <a:solidFill>
                  <a:srgbClr val="FFFF3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</p:grpSp>
        <p:grpSp>
          <p:nvGrpSpPr>
            <p:cNvPr id="273" name="object 7"/>
            <p:cNvGrpSpPr/>
            <p:nvPr/>
          </p:nvGrpSpPr>
          <p:grpSpPr>
            <a:xfrm>
              <a:off x="7641360" y="2197800"/>
              <a:ext cx="1476000" cy="1731960"/>
              <a:chOff x="7641360" y="2197800"/>
              <a:chExt cx="1476000" cy="1731960"/>
            </a:xfrm>
          </p:grpSpPr>
          <p:sp>
            <p:nvSpPr>
              <p:cNvPr id="274" name="object 8"/>
              <p:cNvSpPr/>
              <p:nvPr/>
            </p:nvSpPr>
            <p:spPr>
              <a:xfrm>
                <a:off x="7641360" y="2618640"/>
                <a:ext cx="1476000" cy="1311120"/>
              </a:xfrm>
              <a:custGeom>
                <a:avLst/>
                <a:gdLst>
                  <a:gd name="textAreaLeft" fmla="*/ 0 w 1476000"/>
                  <a:gd name="textAreaRight" fmla="*/ 1476360 w 1476000"/>
                  <a:gd name="textAreaTop" fmla="*/ 0 h 1311120"/>
                  <a:gd name="textAreaBottom" fmla="*/ 1311480 h 1311120"/>
                </a:gdLst>
                <a:ahLst/>
                <a:cxnLst/>
                <a:rect l="textAreaLeft" t="textAreaTop" r="textAreaRight" b="textAreaBottom"/>
                <a:pathLst>
                  <a:path w="2434590" h="2162810">
                    <a:moveTo>
                      <a:pt x="1217114" y="2162646"/>
                    </a:moveTo>
                    <a:lnTo>
                      <a:pt x="2434229" y="1441767"/>
                    </a:lnTo>
                    <a:lnTo>
                      <a:pt x="2434229" y="0"/>
                    </a:lnTo>
                    <a:lnTo>
                      <a:pt x="1217114" y="720878"/>
                    </a:lnTo>
                    <a:lnTo>
                      <a:pt x="1217114" y="2162646"/>
                    </a:lnTo>
                    <a:close/>
                  </a:path>
                  <a:path w="2434590" h="2162810">
                    <a:moveTo>
                      <a:pt x="1217114" y="2162646"/>
                    </a:moveTo>
                    <a:lnTo>
                      <a:pt x="0" y="1441767"/>
                    </a:lnTo>
                    <a:lnTo>
                      <a:pt x="0" y="0"/>
                    </a:lnTo>
                    <a:lnTo>
                      <a:pt x="1217114" y="720878"/>
                    </a:lnTo>
                    <a:lnTo>
                      <a:pt x="1217114" y="2162646"/>
                    </a:lnTo>
                    <a:close/>
                  </a:path>
                </a:pathLst>
              </a:custGeom>
              <a:noFill/>
              <a:ln w="33590">
                <a:solidFill>
                  <a:srgbClr val="FFFF3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  <p:sp>
            <p:nvSpPr>
              <p:cNvPr id="275" name="object 9"/>
              <p:cNvSpPr/>
              <p:nvPr/>
            </p:nvSpPr>
            <p:spPr>
              <a:xfrm>
                <a:off x="7641360" y="2197800"/>
                <a:ext cx="1476000" cy="857880"/>
              </a:xfrm>
              <a:custGeom>
                <a:avLst/>
                <a:gdLst>
                  <a:gd name="textAreaLeft" fmla="*/ 0 w 1476000"/>
                  <a:gd name="textAreaRight" fmla="*/ 1476360 w 1476000"/>
                  <a:gd name="textAreaTop" fmla="*/ 0 h 857880"/>
                  <a:gd name="textAreaBottom" fmla="*/ 858240 h 857880"/>
                </a:gdLst>
                <a:ahLst/>
                <a:cxnLst/>
                <a:rect l="textAreaLeft" t="textAreaTop" r="textAreaRight" b="textAreaBottom"/>
                <a:pathLst>
                  <a:path w="2434590" h="1415414">
                    <a:moveTo>
                      <a:pt x="1217125" y="0"/>
                    </a:moveTo>
                    <a:lnTo>
                      <a:pt x="0" y="694261"/>
                    </a:lnTo>
                    <a:lnTo>
                      <a:pt x="1217125" y="1415140"/>
                    </a:lnTo>
                    <a:lnTo>
                      <a:pt x="2434240" y="694261"/>
                    </a:lnTo>
                    <a:lnTo>
                      <a:pt x="1217125" y="0"/>
                    </a:lnTo>
                    <a:close/>
                  </a:path>
                </a:pathLst>
              </a:custGeom>
              <a:solidFill>
                <a:srgbClr val="FCFB3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  <p:sp>
            <p:nvSpPr>
              <p:cNvPr id="276" name="object 10"/>
              <p:cNvSpPr/>
              <p:nvPr/>
            </p:nvSpPr>
            <p:spPr>
              <a:xfrm>
                <a:off x="7641360" y="2197800"/>
                <a:ext cx="1476000" cy="857880"/>
              </a:xfrm>
              <a:custGeom>
                <a:avLst/>
                <a:gdLst>
                  <a:gd name="textAreaLeft" fmla="*/ 0 w 1476000"/>
                  <a:gd name="textAreaRight" fmla="*/ 1476360 w 1476000"/>
                  <a:gd name="textAreaTop" fmla="*/ 0 h 857880"/>
                  <a:gd name="textAreaBottom" fmla="*/ 858240 h 857880"/>
                </a:gdLst>
                <a:ahLst/>
                <a:cxnLst/>
                <a:rect l="textAreaLeft" t="textAreaTop" r="textAreaRight" b="textAreaBottom"/>
                <a:pathLst>
                  <a:path w="2434590" h="1415414">
                    <a:moveTo>
                      <a:pt x="2434240" y="694261"/>
                    </a:moveTo>
                    <a:lnTo>
                      <a:pt x="1217125" y="0"/>
                    </a:lnTo>
                    <a:lnTo>
                      <a:pt x="0" y="694261"/>
                    </a:lnTo>
                    <a:lnTo>
                      <a:pt x="1217125" y="1415140"/>
                    </a:lnTo>
                    <a:lnTo>
                      <a:pt x="2434240" y="694261"/>
                    </a:lnTo>
                    <a:close/>
                  </a:path>
                </a:pathLst>
              </a:custGeom>
              <a:noFill/>
              <a:ln w="33590">
                <a:solidFill>
                  <a:srgbClr val="FFFF3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</p:grpSp>
        <p:sp>
          <p:nvSpPr>
            <p:cNvPr id="277" name="object 11"/>
            <p:cNvSpPr/>
            <p:nvPr/>
          </p:nvSpPr>
          <p:spPr>
            <a:xfrm>
              <a:off x="6535440" y="5727600"/>
              <a:ext cx="496080" cy="288000"/>
            </a:xfrm>
            <a:custGeom>
              <a:avLst/>
              <a:gdLst>
                <a:gd name="textAreaLeft" fmla="*/ 0 w 496080"/>
                <a:gd name="textAreaRight" fmla="*/ 496440 w 49608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818515" h="475615">
                  <a:moveTo>
                    <a:pt x="409034" y="0"/>
                  </a:moveTo>
                  <a:lnTo>
                    <a:pt x="0" y="233312"/>
                  </a:lnTo>
                  <a:lnTo>
                    <a:pt x="409034" y="475577"/>
                  </a:lnTo>
                  <a:lnTo>
                    <a:pt x="818058" y="233312"/>
                  </a:lnTo>
                  <a:lnTo>
                    <a:pt x="40903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BR" sz="1090" b="0" u="none" strike="noStrike">
                <a:solidFill>
                  <a:schemeClr val="lt1"/>
                </a:solidFill>
                <a:effectLst/>
                <a:uFillTx/>
                <a:latin typeface="BancoDoBrasil Titulos"/>
              </a:endParaRPr>
            </a:p>
          </p:txBody>
        </p:sp>
        <p:sp>
          <p:nvSpPr>
            <p:cNvPr id="278" name="object 12"/>
            <p:cNvSpPr/>
            <p:nvPr/>
          </p:nvSpPr>
          <p:spPr>
            <a:xfrm>
              <a:off x="11277000" y="4288320"/>
              <a:ext cx="496080" cy="288000"/>
            </a:xfrm>
            <a:custGeom>
              <a:avLst/>
              <a:gdLst>
                <a:gd name="textAreaLeft" fmla="*/ 0 w 496080"/>
                <a:gd name="textAreaRight" fmla="*/ 496440 w 49608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818515" h="475615">
                  <a:moveTo>
                    <a:pt x="409034" y="0"/>
                  </a:moveTo>
                  <a:lnTo>
                    <a:pt x="0" y="233312"/>
                  </a:lnTo>
                  <a:lnTo>
                    <a:pt x="409034" y="475577"/>
                  </a:lnTo>
                  <a:lnTo>
                    <a:pt x="818058" y="233312"/>
                  </a:lnTo>
                  <a:lnTo>
                    <a:pt x="40903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BR" sz="1090" b="0" u="none" strike="noStrike">
                <a:solidFill>
                  <a:schemeClr val="lt1"/>
                </a:solidFill>
                <a:effectLst/>
                <a:uFillTx/>
                <a:latin typeface="BancoDoBrasil Titulos"/>
              </a:endParaRPr>
            </a:p>
          </p:txBody>
        </p:sp>
        <p:grpSp>
          <p:nvGrpSpPr>
            <p:cNvPr id="279" name="object 13"/>
            <p:cNvGrpSpPr/>
            <p:nvPr/>
          </p:nvGrpSpPr>
          <p:grpSpPr>
            <a:xfrm>
              <a:off x="8748360" y="3219120"/>
              <a:ext cx="2107080" cy="857880"/>
              <a:chOff x="8748360" y="3219120"/>
              <a:chExt cx="2107080" cy="857880"/>
            </a:xfrm>
          </p:grpSpPr>
          <p:sp>
            <p:nvSpPr>
              <p:cNvPr id="280" name="object 14"/>
              <p:cNvSpPr/>
              <p:nvPr/>
            </p:nvSpPr>
            <p:spPr>
              <a:xfrm>
                <a:off x="8748360" y="3274560"/>
                <a:ext cx="630720" cy="365400"/>
              </a:xfrm>
              <a:custGeom>
                <a:avLst/>
                <a:gdLst>
                  <a:gd name="textAreaLeft" fmla="*/ 0 w 630720"/>
                  <a:gd name="textAreaRight" fmla="*/ 631080 w 630720"/>
                  <a:gd name="textAreaTop" fmla="*/ 0 h 365400"/>
                  <a:gd name="textAreaBottom" fmla="*/ 365760 h 365400"/>
                </a:gdLst>
                <a:ahLst/>
                <a:cxnLst/>
                <a:rect l="textAreaLeft" t="textAreaTop" r="textAreaRight" b="textAreaBottom"/>
                <a:pathLst>
                  <a:path w="1040765" h="603250">
                    <a:moveTo>
                      <a:pt x="0" y="0"/>
                    </a:moveTo>
                    <a:lnTo>
                      <a:pt x="1040764" y="603175"/>
                    </a:lnTo>
                  </a:path>
                </a:pathLst>
              </a:custGeom>
              <a:noFill/>
              <a:ln w="33590">
                <a:solidFill>
                  <a:srgbClr val="FFFF3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  <p:sp>
            <p:nvSpPr>
              <p:cNvPr id="281" name="object 15"/>
              <p:cNvSpPr/>
              <p:nvPr/>
            </p:nvSpPr>
            <p:spPr>
              <a:xfrm>
                <a:off x="9379440" y="3219120"/>
                <a:ext cx="1476000" cy="857880"/>
              </a:xfrm>
              <a:custGeom>
                <a:avLst/>
                <a:gdLst>
                  <a:gd name="textAreaLeft" fmla="*/ 0 w 1476000"/>
                  <a:gd name="textAreaRight" fmla="*/ 1476360 w 1476000"/>
                  <a:gd name="textAreaTop" fmla="*/ 0 h 857880"/>
                  <a:gd name="textAreaBottom" fmla="*/ 858240 h 857880"/>
                </a:gdLst>
                <a:ahLst/>
                <a:cxnLst/>
                <a:rect l="textAreaLeft" t="textAreaTop" r="textAreaRight" b="textAreaBottom"/>
                <a:pathLst>
                  <a:path w="2434590" h="1415415">
                    <a:moveTo>
                      <a:pt x="1217125" y="0"/>
                    </a:moveTo>
                    <a:lnTo>
                      <a:pt x="0" y="694261"/>
                    </a:lnTo>
                    <a:lnTo>
                      <a:pt x="1217125" y="1415140"/>
                    </a:lnTo>
                    <a:lnTo>
                      <a:pt x="2434250" y="694261"/>
                    </a:lnTo>
                    <a:lnTo>
                      <a:pt x="1217125" y="0"/>
                    </a:lnTo>
                    <a:close/>
                  </a:path>
                </a:pathLst>
              </a:custGeom>
              <a:solidFill>
                <a:srgbClr val="BDB6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</p:grpSp>
        <p:sp>
          <p:nvSpPr>
            <p:cNvPr id="282" name="object 16"/>
            <p:cNvSpPr/>
            <p:nvPr/>
          </p:nvSpPr>
          <p:spPr>
            <a:xfrm>
              <a:off x="7379280" y="3274560"/>
              <a:ext cx="630720" cy="365400"/>
            </a:xfrm>
            <a:custGeom>
              <a:avLst/>
              <a:gdLst>
                <a:gd name="textAreaLeft" fmla="*/ 0 w 630720"/>
                <a:gd name="textAreaRight" fmla="*/ 631080 w 63072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1040765" h="603250">
                  <a:moveTo>
                    <a:pt x="1040764" y="0"/>
                  </a:moveTo>
                  <a:lnTo>
                    <a:pt x="0" y="603175"/>
                  </a:lnTo>
                </a:path>
              </a:pathLst>
            </a:custGeom>
            <a:noFill/>
            <a:ln w="33590">
              <a:solidFill>
                <a:srgbClr val="FFFF3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BR" sz="1090" b="0" u="none" strike="noStrike">
                <a:solidFill>
                  <a:schemeClr val="lt1"/>
                </a:solidFill>
                <a:effectLst/>
                <a:uFillTx/>
                <a:latin typeface="BancoDoBrasil Titulos"/>
              </a:endParaRPr>
            </a:p>
          </p:txBody>
        </p:sp>
        <p:sp>
          <p:nvSpPr>
            <p:cNvPr id="283" name="object 17"/>
            <p:cNvSpPr/>
            <p:nvPr/>
          </p:nvSpPr>
          <p:spPr>
            <a:xfrm>
              <a:off x="9117360" y="4295880"/>
              <a:ext cx="630720" cy="358560"/>
            </a:xfrm>
            <a:custGeom>
              <a:avLst/>
              <a:gdLst>
                <a:gd name="textAreaLeft" fmla="*/ 0 w 630720"/>
                <a:gd name="textAreaRight" fmla="*/ 631080 w 630720"/>
                <a:gd name="textAreaTop" fmla="*/ 0 h 358560"/>
                <a:gd name="textAreaBottom" fmla="*/ 358920 h 358560"/>
              </a:gdLst>
              <a:ahLst/>
              <a:cxnLst/>
              <a:rect l="textAreaLeft" t="textAreaTop" r="textAreaRight" b="textAreaBottom"/>
              <a:pathLst>
                <a:path w="1040765" h="591820">
                  <a:moveTo>
                    <a:pt x="1040764" y="0"/>
                  </a:moveTo>
                  <a:lnTo>
                    <a:pt x="0" y="591678"/>
                  </a:lnTo>
                </a:path>
              </a:pathLst>
            </a:custGeom>
            <a:noFill/>
            <a:ln w="33590">
              <a:solidFill>
                <a:srgbClr val="FFFF3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BR" sz="1090" b="0" u="none" strike="noStrike">
                <a:solidFill>
                  <a:schemeClr val="lt1"/>
                </a:solidFill>
                <a:effectLst/>
                <a:uFillTx/>
                <a:latin typeface="BancoDoBrasil Titulos"/>
              </a:endParaRPr>
            </a:p>
          </p:txBody>
        </p:sp>
        <p:grpSp>
          <p:nvGrpSpPr>
            <p:cNvPr id="284" name="object 18"/>
            <p:cNvGrpSpPr/>
            <p:nvPr/>
          </p:nvGrpSpPr>
          <p:grpSpPr>
            <a:xfrm>
              <a:off x="5902920" y="3640320"/>
              <a:ext cx="1738080" cy="1311120"/>
              <a:chOff x="5902920" y="3640320"/>
              <a:chExt cx="1738080" cy="1311120"/>
            </a:xfrm>
          </p:grpSpPr>
          <p:sp>
            <p:nvSpPr>
              <p:cNvPr id="285" name="object 19"/>
              <p:cNvSpPr/>
              <p:nvPr/>
            </p:nvSpPr>
            <p:spPr>
              <a:xfrm>
                <a:off x="7010280" y="4295880"/>
                <a:ext cx="630720" cy="358560"/>
              </a:xfrm>
              <a:custGeom>
                <a:avLst/>
                <a:gdLst>
                  <a:gd name="textAreaLeft" fmla="*/ 0 w 630720"/>
                  <a:gd name="textAreaRight" fmla="*/ 631080 w 630720"/>
                  <a:gd name="textAreaTop" fmla="*/ 0 h 358560"/>
                  <a:gd name="textAreaBottom" fmla="*/ 358920 h 358560"/>
                </a:gdLst>
                <a:ahLst/>
                <a:cxnLst/>
                <a:rect l="textAreaLeft" t="textAreaTop" r="textAreaRight" b="textAreaBottom"/>
                <a:pathLst>
                  <a:path w="1040765" h="591820">
                    <a:moveTo>
                      <a:pt x="0" y="0"/>
                    </a:moveTo>
                    <a:lnTo>
                      <a:pt x="1040764" y="591678"/>
                    </a:lnTo>
                  </a:path>
                </a:pathLst>
              </a:custGeom>
              <a:noFill/>
              <a:ln w="33590">
                <a:solidFill>
                  <a:srgbClr val="FFFF3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  <p:sp>
            <p:nvSpPr>
              <p:cNvPr id="286" name="object 20"/>
              <p:cNvSpPr/>
              <p:nvPr/>
            </p:nvSpPr>
            <p:spPr>
              <a:xfrm>
                <a:off x="6641280" y="3640320"/>
                <a:ext cx="737640" cy="1311120"/>
              </a:xfrm>
              <a:custGeom>
                <a:avLst/>
                <a:gdLst>
                  <a:gd name="textAreaLeft" fmla="*/ 0 w 737640"/>
                  <a:gd name="textAreaRight" fmla="*/ 738000 w 737640"/>
                  <a:gd name="textAreaTop" fmla="*/ 0 h 1311120"/>
                  <a:gd name="textAreaBottom" fmla="*/ 1311480 h 1311120"/>
                </a:gdLst>
                <a:ahLst/>
                <a:cxnLst/>
                <a:rect l="textAreaLeft" t="textAreaTop" r="textAreaRight" b="textAreaBottom"/>
                <a:pathLst>
                  <a:path w="1217295" h="2162809">
                    <a:moveTo>
                      <a:pt x="0" y="2162646"/>
                    </a:moveTo>
                    <a:lnTo>
                      <a:pt x="1217114" y="1441767"/>
                    </a:lnTo>
                    <a:lnTo>
                      <a:pt x="1217114" y="0"/>
                    </a:lnTo>
                    <a:lnTo>
                      <a:pt x="0" y="720878"/>
                    </a:lnTo>
                    <a:lnTo>
                      <a:pt x="0" y="2162646"/>
                    </a:lnTo>
                    <a:close/>
                  </a:path>
                </a:pathLst>
              </a:custGeom>
              <a:noFill/>
              <a:ln w="33590">
                <a:solidFill>
                  <a:srgbClr val="FFFF3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  <p:sp>
            <p:nvSpPr>
              <p:cNvPr id="287" name="object 21"/>
              <p:cNvSpPr/>
              <p:nvPr/>
            </p:nvSpPr>
            <p:spPr>
              <a:xfrm>
                <a:off x="5902920" y="3640320"/>
                <a:ext cx="737640" cy="1311120"/>
              </a:xfrm>
              <a:custGeom>
                <a:avLst/>
                <a:gdLst>
                  <a:gd name="textAreaLeft" fmla="*/ 0 w 737640"/>
                  <a:gd name="textAreaRight" fmla="*/ 738000 w 737640"/>
                  <a:gd name="textAreaTop" fmla="*/ 0 h 1311120"/>
                  <a:gd name="textAreaBottom" fmla="*/ 1311480 h 1311120"/>
                </a:gdLst>
                <a:ahLst/>
                <a:cxnLst/>
                <a:rect l="textAreaLeft" t="textAreaTop" r="textAreaRight" b="textAreaBottom"/>
                <a:pathLst>
                  <a:path w="1217295" h="2162809">
                    <a:moveTo>
                      <a:pt x="0" y="0"/>
                    </a:moveTo>
                    <a:lnTo>
                      <a:pt x="1217114" y="720878"/>
                    </a:lnTo>
                    <a:lnTo>
                      <a:pt x="1217114" y="2162646"/>
                    </a:lnTo>
                  </a:path>
                </a:pathLst>
              </a:custGeom>
              <a:noFill/>
              <a:ln w="33590">
                <a:solidFill>
                  <a:srgbClr val="FFFF3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</p:grpSp>
        <p:grpSp>
          <p:nvGrpSpPr>
            <p:cNvPr id="288" name="object 22"/>
            <p:cNvGrpSpPr/>
            <p:nvPr/>
          </p:nvGrpSpPr>
          <p:grpSpPr>
            <a:xfrm>
              <a:off x="9379440" y="3640320"/>
              <a:ext cx="1475640" cy="1311120"/>
              <a:chOff x="9379440" y="3640320"/>
              <a:chExt cx="1475640" cy="1311120"/>
            </a:xfrm>
          </p:grpSpPr>
          <p:sp>
            <p:nvSpPr>
              <p:cNvPr id="289" name="object 23"/>
              <p:cNvSpPr/>
              <p:nvPr/>
            </p:nvSpPr>
            <p:spPr>
              <a:xfrm>
                <a:off x="10117440" y="3640320"/>
                <a:ext cx="737640" cy="874080"/>
              </a:xfrm>
              <a:custGeom>
                <a:avLst/>
                <a:gdLst>
                  <a:gd name="textAreaLeft" fmla="*/ 0 w 737640"/>
                  <a:gd name="textAreaRight" fmla="*/ 738000 w 737640"/>
                  <a:gd name="textAreaTop" fmla="*/ 0 h 874080"/>
                  <a:gd name="textAreaBottom" fmla="*/ 874440 h 874080"/>
                </a:gdLst>
                <a:ahLst/>
                <a:cxnLst/>
                <a:rect l="textAreaLeft" t="textAreaTop" r="textAreaRight" b="textAreaBottom"/>
                <a:pathLst>
                  <a:path w="1217294" h="1442084">
                    <a:moveTo>
                      <a:pt x="1217125" y="1441767"/>
                    </a:moveTo>
                    <a:lnTo>
                      <a:pt x="1217125" y="0"/>
                    </a:lnTo>
                    <a:lnTo>
                      <a:pt x="0" y="720889"/>
                    </a:lnTo>
                  </a:path>
                </a:pathLst>
              </a:custGeom>
              <a:noFill/>
              <a:ln w="33590">
                <a:solidFill>
                  <a:srgbClr val="FFFF3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  <p:sp>
            <p:nvSpPr>
              <p:cNvPr id="290" name="object 24"/>
              <p:cNvSpPr/>
              <p:nvPr/>
            </p:nvSpPr>
            <p:spPr>
              <a:xfrm>
                <a:off x="9379440" y="3640320"/>
                <a:ext cx="737640" cy="1311120"/>
              </a:xfrm>
              <a:custGeom>
                <a:avLst/>
                <a:gdLst>
                  <a:gd name="textAreaLeft" fmla="*/ 0 w 737640"/>
                  <a:gd name="textAreaRight" fmla="*/ 738000 w 737640"/>
                  <a:gd name="textAreaTop" fmla="*/ 0 h 1311120"/>
                  <a:gd name="textAreaBottom" fmla="*/ 1311480 h 1311120"/>
                </a:gdLst>
                <a:ahLst/>
                <a:cxnLst/>
                <a:rect l="textAreaLeft" t="textAreaTop" r="textAreaRight" b="textAreaBottom"/>
                <a:pathLst>
                  <a:path w="1217294" h="2162809">
                    <a:moveTo>
                      <a:pt x="1217114" y="2162646"/>
                    </a:moveTo>
                    <a:lnTo>
                      <a:pt x="0" y="1441767"/>
                    </a:lnTo>
                    <a:lnTo>
                      <a:pt x="0" y="0"/>
                    </a:lnTo>
                    <a:lnTo>
                      <a:pt x="1217114" y="720878"/>
                    </a:lnTo>
                    <a:lnTo>
                      <a:pt x="1217114" y="2162646"/>
                    </a:lnTo>
                    <a:close/>
                  </a:path>
                </a:pathLst>
              </a:custGeom>
              <a:noFill/>
              <a:ln w="33590">
                <a:solidFill>
                  <a:srgbClr val="FFFF3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</p:grpSp>
        <p:sp>
          <p:nvSpPr>
            <p:cNvPr id="291" name="object 25"/>
            <p:cNvSpPr/>
            <p:nvPr/>
          </p:nvSpPr>
          <p:spPr>
            <a:xfrm>
              <a:off x="5511240" y="1978200"/>
              <a:ext cx="1522800" cy="917280"/>
            </a:xfrm>
            <a:custGeom>
              <a:avLst/>
              <a:gdLst>
                <a:gd name="textAreaLeft" fmla="*/ 0 w 1522800"/>
                <a:gd name="textAreaRight" fmla="*/ 1523160 w 1522800"/>
                <a:gd name="textAreaTop" fmla="*/ 0 h 917280"/>
                <a:gd name="textAreaBottom" fmla="*/ 917640 h 917280"/>
              </a:gdLst>
              <a:ahLst/>
              <a:cxnLst/>
              <a:rect l="textAreaLeft" t="textAreaTop" r="textAreaRight" b="textAreaBottom"/>
              <a:pathLst>
                <a:path w="2512059" h="1513204">
                  <a:moveTo>
                    <a:pt x="0" y="0"/>
                  </a:moveTo>
                  <a:lnTo>
                    <a:pt x="2512007" y="1513095"/>
                  </a:lnTo>
                </a:path>
              </a:pathLst>
            </a:custGeom>
            <a:noFill/>
            <a:ln w="33590">
              <a:solidFill>
                <a:srgbClr val="FFFF3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BR" sz="1090" b="0" u="none" strike="noStrike">
                <a:solidFill>
                  <a:schemeClr val="lt1"/>
                </a:solidFill>
                <a:effectLst/>
                <a:uFillTx/>
                <a:latin typeface="BancoDoBrasil Titulos"/>
              </a:endParaRPr>
            </a:p>
          </p:txBody>
        </p:sp>
        <p:sp>
          <p:nvSpPr>
            <p:cNvPr id="292" name="object 26"/>
            <p:cNvSpPr/>
            <p:nvPr/>
          </p:nvSpPr>
          <p:spPr>
            <a:xfrm>
              <a:off x="5777280" y="4536720"/>
              <a:ext cx="714600" cy="423360"/>
            </a:xfrm>
            <a:custGeom>
              <a:avLst/>
              <a:gdLst>
                <a:gd name="textAreaLeft" fmla="*/ 0 w 714600"/>
                <a:gd name="textAreaRight" fmla="*/ 714960 w 714600"/>
                <a:gd name="textAreaTop" fmla="*/ 0 h 423360"/>
                <a:gd name="textAreaBottom" fmla="*/ 423720 h 423360"/>
              </a:gdLst>
              <a:ahLst/>
              <a:cxnLst/>
              <a:rect l="textAreaLeft" t="textAreaTop" r="textAreaRight" b="textAreaBottom"/>
              <a:pathLst>
                <a:path w="1179195" h="698500">
                  <a:moveTo>
                    <a:pt x="0" y="0"/>
                  </a:moveTo>
                  <a:lnTo>
                    <a:pt x="1178969" y="698282"/>
                  </a:lnTo>
                </a:path>
              </a:pathLst>
            </a:custGeom>
            <a:noFill/>
            <a:ln w="3359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BR" sz="1090" b="0" u="none" strike="noStrike">
                <a:solidFill>
                  <a:schemeClr val="lt1"/>
                </a:solidFill>
                <a:effectLst/>
                <a:uFillTx/>
                <a:latin typeface="BancoDoBrasil Titulos"/>
              </a:endParaRPr>
            </a:p>
          </p:txBody>
        </p:sp>
        <p:sp>
          <p:nvSpPr>
            <p:cNvPr id="293" name="object 27"/>
            <p:cNvSpPr/>
            <p:nvPr/>
          </p:nvSpPr>
          <p:spPr>
            <a:xfrm>
              <a:off x="10730520" y="2713320"/>
              <a:ext cx="629640" cy="372600"/>
            </a:xfrm>
            <a:custGeom>
              <a:avLst/>
              <a:gdLst>
                <a:gd name="textAreaLeft" fmla="*/ 0 w 629640"/>
                <a:gd name="textAreaRight" fmla="*/ 630000 w 629640"/>
                <a:gd name="textAreaTop" fmla="*/ 0 h 372600"/>
                <a:gd name="textAreaBottom" fmla="*/ 372960 h 372600"/>
              </a:gdLst>
              <a:ahLst/>
              <a:cxnLst/>
              <a:rect l="textAreaLeft" t="textAreaTop" r="textAreaRight" b="textAreaBottom"/>
              <a:pathLst>
                <a:path w="1038859" h="615314">
                  <a:moveTo>
                    <a:pt x="0" y="0"/>
                  </a:moveTo>
                  <a:lnTo>
                    <a:pt x="1038816" y="615269"/>
                  </a:lnTo>
                </a:path>
              </a:pathLst>
            </a:custGeom>
            <a:noFill/>
            <a:ln w="3359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BR" sz="1090" b="0" u="none" strike="noStrike">
                <a:solidFill>
                  <a:schemeClr val="lt1"/>
                </a:solidFill>
                <a:effectLst/>
                <a:uFillTx/>
                <a:latin typeface="BancoDoBrasil Titulos"/>
              </a:endParaRPr>
            </a:p>
          </p:txBody>
        </p:sp>
        <p:sp>
          <p:nvSpPr>
            <p:cNvPr id="294" name="object 28"/>
            <p:cNvSpPr/>
            <p:nvPr/>
          </p:nvSpPr>
          <p:spPr>
            <a:xfrm>
              <a:off x="5726520" y="4817160"/>
              <a:ext cx="1240920" cy="735120"/>
            </a:xfrm>
            <a:custGeom>
              <a:avLst/>
              <a:gdLst>
                <a:gd name="textAreaLeft" fmla="*/ 0 w 1240920"/>
                <a:gd name="textAreaRight" fmla="*/ 1241280 w 1240920"/>
                <a:gd name="textAreaTop" fmla="*/ 0 h 735120"/>
                <a:gd name="textAreaBottom" fmla="*/ 735480 h 735120"/>
              </a:gdLst>
              <a:ahLst/>
              <a:cxnLst/>
              <a:rect l="textAreaLeft" t="textAreaTop" r="textAreaRight" b="textAreaBottom"/>
              <a:pathLst>
                <a:path w="2047240" h="1212850">
                  <a:moveTo>
                    <a:pt x="0" y="0"/>
                  </a:moveTo>
                  <a:lnTo>
                    <a:pt x="2046838" y="1212308"/>
                  </a:lnTo>
                </a:path>
              </a:pathLst>
            </a:custGeom>
            <a:noFill/>
            <a:ln w="3359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BR" sz="1090" b="0" u="none" strike="noStrike">
                <a:solidFill>
                  <a:schemeClr val="lt1"/>
                </a:solidFill>
                <a:effectLst/>
                <a:uFillTx/>
                <a:latin typeface="BancoDoBrasil Titulos"/>
              </a:endParaRPr>
            </a:p>
          </p:txBody>
        </p:sp>
        <p:sp>
          <p:nvSpPr>
            <p:cNvPr id="295" name="object 29"/>
            <p:cNvSpPr/>
            <p:nvPr/>
          </p:nvSpPr>
          <p:spPr>
            <a:xfrm>
              <a:off x="9765720" y="1919880"/>
              <a:ext cx="187920" cy="187560"/>
            </a:xfrm>
            <a:custGeom>
              <a:avLst/>
              <a:gdLst>
                <a:gd name="textAreaLeft" fmla="*/ 0 w 187920"/>
                <a:gd name="textAreaRight" fmla="*/ 188280 w 187920"/>
                <a:gd name="textAreaTop" fmla="*/ 0 h 187560"/>
                <a:gd name="textAreaBottom" fmla="*/ 187920 h 187560"/>
              </a:gdLst>
              <a:ahLst/>
              <a:cxnLst/>
              <a:rect l="textAreaLeft" t="textAreaTop" r="textAreaRight" b="textAreaBottom"/>
              <a:pathLst>
                <a:path w="310515" h="309879">
                  <a:moveTo>
                    <a:pt x="143179" y="0"/>
                  </a:moveTo>
                  <a:lnTo>
                    <a:pt x="102091" y="8734"/>
                  </a:lnTo>
                  <a:lnTo>
                    <a:pt x="64189" y="28789"/>
                  </a:lnTo>
                  <a:lnTo>
                    <a:pt x="30375" y="62111"/>
                  </a:lnTo>
                  <a:lnTo>
                    <a:pt x="8922" y="102079"/>
                  </a:lnTo>
                  <a:lnTo>
                    <a:pt x="0" y="145741"/>
                  </a:lnTo>
                  <a:lnTo>
                    <a:pt x="3780" y="190145"/>
                  </a:lnTo>
                  <a:lnTo>
                    <a:pt x="20435" y="232338"/>
                  </a:lnTo>
                  <a:lnTo>
                    <a:pt x="50137" y="269368"/>
                  </a:lnTo>
                  <a:lnTo>
                    <a:pt x="85452" y="293698"/>
                  </a:lnTo>
                  <a:lnTo>
                    <a:pt x="125247" y="307156"/>
                  </a:lnTo>
                  <a:lnTo>
                    <a:pt x="166967" y="309592"/>
                  </a:lnTo>
                  <a:lnTo>
                    <a:pt x="208054" y="300857"/>
                  </a:lnTo>
                  <a:lnTo>
                    <a:pt x="245953" y="280802"/>
                  </a:lnTo>
                  <a:lnTo>
                    <a:pt x="279767" y="247480"/>
                  </a:lnTo>
                  <a:lnTo>
                    <a:pt x="301222" y="207512"/>
                  </a:lnTo>
                  <a:lnTo>
                    <a:pt x="310146" y="163850"/>
                  </a:lnTo>
                  <a:lnTo>
                    <a:pt x="306366" y="119447"/>
                  </a:lnTo>
                  <a:lnTo>
                    <a:pt x="289710" y="77254"/>
                  </a:lnTo>
                  <a:lnTo>
                    <a:pt x="260005" y="40223"/>
                  </a:lnTo>
                  <a:lnTo>
                    <a:pt x="224690" y="15893"/>
                  </a:lnTo>
                  <a:lnTo>
                    <a:pt x="184897" y="2436"/>
                  </a:lnTo>
                  <a:lnTo>
                    <a:pt x="14317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BR" sz="1090" b="0" u="none" strike="noStrike">
                <a:solidFill>
                  <a:schemeClr val="lt1"/>
                </a:solidFill>
                <a:effectLst/>
                <a:uFillTx/>
                <a:latin typeface="BancoDoBrasil Titulos"/>
              </a:endParaRPr>
            </a:p>
          </p:txBody>
        </p:sp>
        <p:sp>
          <p:nvSpPr>
            <p:cNvPr id="296" name="object 30"/>
            <p:cNvSpPr/>
            <p:nvPr/>
          </p:nvSpPr>
          <p:spPr>
            <a:xfrm>
              <a:off x="11045520" y="4003200"/>
              <a:ext cx="86040" cy="8604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BR" sz="1090" b="0" u="none" strike="noStrike">
                <a:solidFill>
                  <a:schemeClr val="lt1"/>
                </a:solidFill>
                <a:effectLst/>
                <a:uFillTx/>
                <a:latin typeface="BancoDoBrasil Titulos"/>
              </a:endParaRPr>
            </a:p>
          </p:txBody>
        </p:sp>
        <p:sp>
          <p:nvSpPr>
            <p:cNvPr id="297" name="object 31"/>
            <p:cNvSpPr/>
            <p:nvPr/>
          </p:nvSpPr>
          <p:spPr>
            <a:xfrm>
              <a:off x="6604200" y="3129480"/>
              <a:ext cx="178920" cy="17892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0 h 178920"/>
                <a:gd name="textAreaBottom" fmla="*/ 179280 h 178920"/>
              </a:gdLst>
              <a:ahLst/>
              <a:cxnLst/>
              <a:rect l="textAreaLeft" t="textAreaTop" r="textAreaRight" b="textAreaBottom"/>
              <a:pathLst>
                <a:path w="295909" h="295910">
                  <a:moveTo>
                    <a:pt x="147733" y="0"/>
                  </a:moveTo>
                  <a:lnTo>
                    <a:pt x="101039" y="7531"/>
                  </a:lnTo>
                  <a:lnTo>
                    <a:pt x="60484" y="28505"/>
                  </a:lnTo>
                  <a:lnTo>
                    <a:pt x="28504" y="60487"/>
                  </a:lnTo>
                  <a:lnTo>
                    <a:pt x="7531" y="101044"/>
                  </a:lnTo>
                  <a:lnTo>
                    <a:pt x="0" y="147744"/>
                  </a:lnTo>
                  <a:lnTo>
                    <a:pt x="7531" y="194438"/>
                  </a:lnTo>
                  <a:lnTo>
                    <a:pt x="28504" y="234992"/>
                  </a:lnTo>
                  <a:lnTo>
                    <a:pt x="60484" y="266973"/>
                  </a:lnTo>
                  <a:lnTo>
                    <a:pt x="101039" y="287946"/>
                  </a:lnTo>
                  <a:lnTo>
                    <a:pt x="147733" y="295477"/>
                  </a:lnTo>
                  <a:lnTo>
                    <a:pt x="194428" y="287946"/>
                  </a:lnTo>
                  <a:lnTo>
                    <a:pt x="234982" y="266973"/>
                  </a:lnTo>
                  <a:lnTo>
                    <a:pt x="266962" y="234992"/>
                  </a:lnTo>
                  <a:lnTo>
                    <a:pt x="287935" y="194438"/>
                  </a:lnTo>
                  <a:lnTo>
                    <a:pt x="295467" y="147744"/>
                  </a:lnTo>
                  <a:lnTo>
                    <a:pt x="287935" y="101044"/>
                  </a:lnTo>
                  <a:lnTo>
                    <a:pt x="266962" y="60487"/>
                  </a:lnTo>
                  <a:lnTo>
                    <a:pt x="234982" y="28505"/>
                  </a:lnTo>
                  <a:lnTo>
                    <a:pt x="194428" y="7531"/>
                  </a:lnTo>
                  <a:lnTo>
                    <a:pt x="147733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BR" sz="1090" b="0" u="none" strike="noStrike">
                <a:solidFill>
                  <a:schemeClr val="lt1"/>
                </a:solidFill>
                <a:effectLst/>
                <a:uFillTx/>
                <a:latin typeface="BancoDoBrasil Titulos"/>
              </a:endParaRPr>
            </a:p>
          </p:txBody>
        </p:sp>
        <p:sp>
          <p:nvSpPr>
            <p:cNvPr id="298" name="object 32"/>
            <p:cNvSpPr/>
            <p:nvPr/>
          </p:nvSpPr>
          <p:spPr>
            <a:xfrm>
              <a:off x="9275760" y="5509440"/>
              <a:ext cx="293040" cy="293040"/>
            </a:xfrm>
            <a:custGeom>
              <a:avLst/>
              <a:gdLst>
                <a:gd name="textAreaLeft" fmla="*/ 0 w 293040"/>
                <a:gd name="textAreaRight" fmla="*/ 293400 w 29304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483869" h="483870">
                  <a:moveTo>
                    <a:pt x="100101" y="45419"/>
                  </a:moveTo>
                  <a:lnTo>
                    <a:pt x="66164" y="75097"/>
                  </a:lnTo>
                  <a:lnTo>
                    <a:pt x="39127" y="109169"/>
                  </a:lnTo>
                  <a:lnTo>
                    <a:pt x="19049" y="146640"/>
                  </a:lnTo>
                  <a:lnTo>
                    <a:pt x="5987" y="186517"/>
                  </a:lnTo>
                  <a:lnTo>
                    <a:pt x="0" y="227804"/>
                  </a:lnTo>
                  <a:lnTo>
                    <a:pt x="1144" y="269507"/>
                  </a:lnTo>
                  <a:lnTo>
                    <a:pt x="9478" y="310633"/>
                  </a:lnTo>
                  <a:lnTo>
                    <a:pt x="25059" y="350187"/>
                  </a:lnTo>
                  <a:lnTo>
                    <a:pt x="47946" y="387174"/>
                  </a:lnTo>
                  <a:lnTo>
                    <a:pt x="78196" y="420601"/>
                  </a:lnTo>
                  <a:lnTo>
                    <a:pt x="116645" y="449425"/>
                  </a:lnTo>
                  <a:lnTo>
                    <a:pt x="159240" y="469632"/>
                  </a:lnTo>
                  <a:lnTo>
                    <a:pt x="204530" y="481136"/>
                  </a:lnTo>
                  <a:lnTo>
                    <a:pt x="251061" y="483853"/>
                  </a:lnTo>
                  <a:lnTo>
                    <a:pt x="297381" y="477698"/>
                  </a:lnTo>
                  <a:lnTo>
                    <a:pt x="342038" y="462587"/>
                  </a:lnTo>
                  <a:lnTo>
                    <a:pt x="383579" y="438433"/>
                  </a:lnTo>
                  <a:lnTo>
                    <a:pt x="417517" y="408755"/>
                  </a:lnTo>
                  <a:lnTo>
                    <a:pt x="444555" y="374683"/>
                  </a:lnTo>
                  <a:lnTo>
                    <a:pt x="464634" y="337212"/>
                  </a:lnTo>
                  <a:lnTo>
                    <a:pt x="477696" y="297336"/>
                  </a:lnTo>
                  <a:lnTo>
                    <a:pt x="483685" y="256049"/>
                  </a:lnTo>
                  <a:lnTo>
                    <a:pt x="482541" y="214345"/>
                  </a:lnTo>
                  <a:lnTo>
                    <a:pt x="474207" y="173219"/>
                  </a:lnTo>
                  <a:lnTo>
                    <a:pt x="458625" y="133666"/>
                  </a:lnTo>
                  <a:lnTo>
                    <a:pt x="435737" y="96678"/>
                  </a:lnTo>
                  <a:lnTo>
                    <a:pt x="405485" y="63251"/>
                  </a:lnTo>
                  <a:lnTo>
                    <a:pt x="367036" y="34427"/>
                  </a:lnTo>
                  <a:lnTo>
                    <a:pt x="324442" y="14221"/>
                  </a:lnTo>
                  <a:lnTo>
                    <a:pt x="279154" y="2717"/>
                  </a:lnTo>
                  <a:lnTo>
                    <a:pt x="232624" y="0"/>
                  </a:lnTo>
                  <a:lnTo>
                    <a:pt x="186304" y="6154"/>
                  </a:lnTo>
                  <a:lnTo>
                    <a:pt x="141646" y="21266"/>
                  </a:lnTo>
                  <a:lnTo>
                    <a:pt x="100101" y="45419"/>
                  </a:lnTo>
                  <a:close/>
                </a:path>
              </a:pathLst>
            </a:custGeom>
            <a:noFill/>
            <a:ln w="33590">
              <a:solidFill>
                <a:srgbClr val="FFFF3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BR" sz="1090" b="0" u="none" strike="noStrike">
                <a:solidFill>
                  <a:schemeClr val="lt1"/>
                </a:solidFill>
                <a:effectLst/>
                <a:uFillTx/>
                <a:latin typeface="BancoDoBrasil Titulos"/>
              </a:endParaRPr>
            </a:p>
          </p:txBody>
        </p:sp>
        <p:grpSp>
          <p:nvGrpSpPr>
            <p:cNvPr id="299" name="object 33"/>
            <p:cNvGrpSpPr/>
            <p:nvPr/>
          </p:nvGrpSpPr>
          <p:grpSpPr>
            <a:xfrm>
              <a:off x="10482120" y="5596560"/>
              <a:ext cx="486000" cy="486000"/>
              <a:chOff x="10482120" y="5596560"/>
              <a:chExt cx="486000" cy="486000"/>
            </a:xfrm>
          </p:grpSpPr>
          <p:sp>
            <p:nvSpPr>
              <p:cNvPr id="300" name="object 34"/>
              <p:cNvSpPr/>
              <p:nvPr/>
            </p:nvSpPr>
            <p:spPr>
              <a:xfrm>
                <a:off x="10482120" y="5596560"/>
                <a:ext cx="486000" cy="486000"/>
              </a:xfrm>
              <a:custGeom>
                <a:avLst/>
                <a:gdLst>
                  <a:gd name="textAreaLeft" fmla="*/ 0 w 486000"/>
                  <a:gd name="textAreaRight" fmla="*/ 486360 w 486000"/>
                  <a:gd name="textAreaTop" fmla="*/ 0 h 486000"/>
                  <a:gd name="textAreaBottom" fmla="*/ 486360 h 486000"/>
                </a:gdLst>
                <a:ahLst/>
                <a:cxnLst/>
                <a:rect l="textAreaLeft" t="textAreaTop" r="textAreaRight" b="textAreaBottom"/>
                <a:pathLst>
                  <a:path w="802005" h="802004">
                    <a:moveTo>
                      <a:pt x="0" y="801965"/>
                    </a:moveTo>
                    <a:lnTo>
                      <a:pt x="801965" y="801965"/>
                    </a:lnTo>
                    <a:lnTo>
                      <a:pt x="801965" y="0"/>
                    </a:lnTo>
                    <a:lnTo>
                      <a:pt x="0" y="0"/>
                    </a:lnTo>
                    <a:lnTo>
                      <a:pt x="0" y="801965"/>
                    </a:lnTo>
                    <a:close/>
                  </a:path>
                </a:pathLst>
              </a:custGeom>
              <a:noFill/>
              <a:ln w="31412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  <p:sp>
            <p:nvSpPr>
              <p:cNvPr id="301" name="object 35"/>
              <p:cNvSpPr/>
              <p:nvPr/>
            </p:nvSpPr>
            <p:spPr>
              <a:xfrm>
                <a:off x="10636560" y="5751360"/>
                <a:ext cx="177120" cy="177120"/>
              </a:xfrm>
              <a:custGeom>
                <a:avLst/>
                <a:gdLst>
                  <a:gd name="textAreaLeft" fmla="*/ 0 w 177120"/>
                  <a:gd name="textAreaRight" fmla="*/ 177480 w 177120"/>
                  <a:gd name="textAreaTop" fmla="*/ 0 h 177120"/>
                  <a:gd name="textAreaBottom" fmla="*/ 177480 h 177120"/>
                </a:gdLst>
                <a:ahLst/>
                <a:cxnLst/>
                <a:rect l="textAreaLeft" t="textAreaTop" r="textAreaRight" b="textAreaBottom"/>
                <a:pathLst>
                  <a:path w="292734" h="292734">
                    <a:moveTo>
                      <a:pt x="146173" y="0"/>
                    </a:moveTo>
                    <a:lnTo>
                      <a:pt x="0" y="146173"/>
                    </a:lnTo>
                    <a:lnTo>
                      <a:pt x="146173" y="292347"/>
                    </a:lnTo>
                    <a:lnTo>
                      <a:pt x="292347" y="146173"/>
                    </a:lnTo>
                    <a:lnTo>
                      <a:pt x="146173" y="0"/>
                    </a:lnTo>
                    <a:close/>
                  </a:path>
                </a:pathLst>
              </a:custGeom>
              <a:solidFill>
                <a:srgbClr val="FCFC3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BR" sz="1090" b="0" u="none" strike="noStrike">
                  <a:solidFill>
                    <a:schemeClr val="lt1"/>
                  </a:solidFill>
                  <a:effectLst/>
                  <a:uFillTx/>
                  <a:latin typeface="BancoDoBrasil Titulos"/>
                </a:endParaRPr>
              </a:p>
            </p:txBody>
          </p:sp>
        </p:grpSp>
      </p:grpSp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831690" y="127038"/>
            <a:ext cx="4742640" cy="16207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920" rIns="0" bIns="0" anchor="ctr">
            <a:spAutoFit/>
          </a:bodyPr>
          <a:lstStyle/>
          <a:p>
            <a:pPr marL="7560" indent="0" defTabSz="914400">
              <a:lnSpc>
                <a:spcPct val="100000"/>
              </a:lnSpc>
              <a:spcBef>
                <a:spcPts val="65"/>
              </a:spcBef>
              <a:buNone/>
            </a:pPr>
            <a:r>
              <a:rPr lang="pt-BR" sz="5240" b="1" u="none" strike="noStrike" dirty="0">
                <a:solidFill>
                  <a:schemeClr val="lt1"/>
                </a:solidFill>
                <a:effectLst/>
                <a:uFillTx/>
                <a:latin typeface="BancoDoBrasil Titulos" panose="00000500000000000000" charset="0"/>
              </a:rPr>
              <a:t>DATATHON</a:t>
            </a:r>
            <a:br>
              <a:rPr lang="pt-BR" sz="5240" b="1" u="none" strike="noStrike" dirty="0">
                <a:solidFill>
                  <a:schemeClr val="lt1"/>
                </a:solidFill>
                <a:effectLst/>
                <a:uFillTx/>
                <a:latin typeface="BancoDoBrasil Titulos" panose="00000500000000000000" charset="0"/>
              </a:rPr>
            </a:br>
            <a:r>
              <a:rPr lang="pt-BR" sz="5240" b="1" u="none" strike="noStrike" dirty="0">
                <a:solidFill>
                  <a:schemeClr val="lt1"/>
                </a:solidFill>
                <a:effectLst/>
                <a:uFillTx/>
                <a:latin typeface="BancoDoBrasil Titulos" panose="00000500000000000000" charset="0"/>
              </a:rPr>
              <a:t>Pós-Tech FIAP</a:t>
            </a:r>
            <a:endParaRPr lang="en-BR" sz="5240" b="1" u="none" strike="noStrike" dirty="0">
              <a:solidFill>
                <a:schemeClr val="lt1"/>
              </a:solidFill>
              <a:effectLst/>
              <a:uFillTx/>
              <a:latin typeface="BancoDoBrasil Titulos" panose="00000500000000000000" charset="0"/>
            </a:endParaRPr>
          </a:p>
        </p:txBody>
      </p:sp>
      <p:sp>
        <p:nvSpPr>
          <p:cNvPr id="303" name="object 42"/>
          <p:cNvSpPr/>
          <p:nvPr/>
        </p:nvSpPr>
        <p:spPr>
          <a:xfrm flipV="1">
            <a:off x="734971" y="1738993"/>
            <a:ext cx="4904245" cy="180021"/>
          </a:xfrm>
          <a:custGeom>
            <a:avLst/>
            <a:gdLst>
              <a:gd name="textAreaLeft" fmla="*/ 0 w 3724920"/>
              <a:gd name="textAreaRight" fmla="*/ 3725280 w 372492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6142990">
                <a:moveTo>
                  <a:pt x="0" y="0"/>
                </a:moveTo>
                <a:lnTo>
                  <a:pt x="6142975" y="0"/>
                </a:lnTo>
              </a:path>
            </a:pathLst>
          </a:custGeom>
          <a:noFill/>
          <a:ln w="36250">
            <a:solidFill>
              <a:srgbClr val="BDB6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BR" sz="1090" b="0" u="none" strike="noStrike">
              <a:solidFill>
                <a:schemeClr val="lt1"/>
              </a:solidFill>
              <a:effectLst/>
              <a:uFillTx/>
              <a:latin typeface="BancoDoBrasil Titulos"/>
            </a:endParaRPr>
          </a:p>
        </p:txBody>
      </p:sp>
      <p:sp>
        <p:nvSpPr>
          <p:cNvPr id="304" name="object 43"/>
          <p:cNvSpPr/>
          <p:nvPr/>
        </p:nvSpPr>
        <p:spPr>
          <a:xfrm>
            <a:off x="-584991" y="3755987"/>
            <a:ext cx="7207920" cy="8554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6840" rIns="0" bIns="0" anchor="t">
            <a:spAutoFit/>
          </a:bodyPr>
          <a:lstStyle/>
          <a:p>
            <a:pPr marL="7560" algn="ctr" defTabSz="914400">
              <a:lnSpc>
                <a:spcPct val="101000"/>
              </a:lnSpc>
              <a:spcBef>
                <a:spcPts val="54"/>
              </a:spcBef>
            </a:pPr>
            <a:r>
              <a:rPr lang="pt-BR" sz="2800" spc="9" dirty="0">
                <a:solidFill>
                  <a:srgbClr val="FFFFFF"/>
                </a:solidFill>
                <a:latin typeface="BancoDoBrasil Textos" panose="00000500000000000000" charset="0"/>
              </a:rPr>
              <a:t>Vanderlei A O Soares</a:t>
            </a:r>
          </a:p>
          <a:p>
            <a:pPr marL="7560" algn="ctr" defTabSz="914400">
              <a:lnSpc>
                <a:spcPct val="101000"/>
              </a:lnSpc>
              <a:spcBef>
                <a:spcPts val="54"/>
              </a:spcBef>
            </a:pPr>
            <a:r>
              <a:rPr lang="pt-BR" sz="2800" spc="9" dirty="0">
                <a:solidFill>
                  <a:srgbClr val="FFFFFF"/>
                </a:solidFill>
                <a:latin typeface="BancoDoBrasil Textos" panose="00000500000000000000" charset="0"/>
              </a:rPr>
              <a:t>RM 366913</a:t>
            </a:r>
            <a:endParaRPr lang="pt-BR" sz="2800" b="0" u="none" strike="noStrike" dirty="0">
              <a:solidFill>
                <a:srgbClr val="FFFFFF"/>
              </a:solidFill>
              <a:effectLst/>
              <a:uFillTx/>
              <a:latin typeface="BancoDoBrasil Textos" panose="0000050000000000000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429543" y="328213"/>
            <a:ext cx="6802740" cy="16692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200" rIns="0" bIns="0" anchor="ctr">
            <a:spAutoFit/>
          </a:bodyPr>
          <a:lstStyle/>
          <a:p>
            <a:pPr marL="7560">
              <a:lnSpc>
                <a:spcPct val="100000"/>
              </a:lnSpc>
              <a:spcBef>
                <a:spcPts val="57"/>
              </a:spcBef>
            </a:pPr>
            <a:r>
              <a:rPr lang="pt-BR" sz="3600" dirty="0"/>
              <a:t>Classificação de Reclamações Financeiras e Análise das Dores dos Clientes</a:t>
            </a:r>
            <a:endParaRPr lang="en-BR" sz="3250" b="1" u="none" strike="noStrike" dirty="0">
              <a:solidFill>
                <a:schemeClr val="lt1"/>
              </a:solidFill>
              <a:effectLst/>
              <a:uFillTx/>
              <a:latin typeface="BancoDoBrasil Titulos" panose="00000500000000000000" charset="0"/>
            </a:endParaRPr>
          </a:p>
        </p:txBody>
      </p:sp>
      <p:sp>
        <p:nvSpPr>
          <p:cNvPr id="336" name="Forma Livre: Forma 3"/>
          <p:cNvSpPr/>
          <p:nvPr/>
        </p:nvSpPr>
        <p:spPr>
          <a:xfrm>
            <a:off x="9756360" y="1166760"/>
            <a:ext cx="345960" cy="352440"/>
          </a:xfrm>
          <a:custGeom>
            <a:avLst/>
            <a:gdLst>
              <a:gd name="textAreaLeft" fmla="*/ 0 w 345960"/>
              <a:gd name="textAreaRight" fmla="*/ 346320 w 345960"/>
              <a:gd name="textAreaTop" fmla="*/ 0 h 352440"/>
              <a:gd name="textAreaBottom" fmla="*/ 352800 h 352440"/>
              <a:gd name="GluePoint1X" fmla="*/ 342256 w 346282"/>
              <a:gd name="GluePoint1Y" fmla="*/ 166847 h 352816"/>
              <a:gd name="GluePoint2X" fmla="*/ 185734 w 346282"/>
              <a:gd name="GluePoint2Y" fmla="*/ 343396 h 352816"/>
              <a:gd name="GluePoint3X" fmla="*/ 9737 w 346282"/>
              <a:gd name="GluePoint3Y" fmla="*/ 186252 h 352816"/>
              <a:gd name="GluePoint4X" fmla="*/ 166260 w 346282"/>
              <a:gd name="GluePoint4Y" fmla="*/ 9703 h 352816"/>
              <a:gd name="GluePoint5X" fmla="*/ 342256 w 346282"/>
              <a:gd name="GluePoint5Y" fmla="*/ 166847 h 35281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46282" h="352816">
                <a:moveTo>
                  <a:pt x="342256" y="166847"/>
                </a:moveTo>
                <a:cubicBezTo>
                  <a:pt x="347634" y="258993"/>
                  <a:pt x="277557" y="338037"/>
                  <a:pt x="185734" y="343396"/>
                </a:cubicBezTo>
                <a:cubicBezTo>
                  <a:pt x="93911" y="348755"/>
                  <a:pt x="15115" y="278399"/>
                  <a:pt x="9737" y="186252"/>
                </a:cubicBezTo>
                <a:cubicBezTo>
                  <a:pt x="4360" y="94106"/>
                  <a:pt x="74437" y="15062"/>
                  <a:pt x="166260" y="9703"/>
                </a:cubicBezTo>
                <a:cubicBezTo>
                  <a:pt x="258082" y="4344"/>
                  <a:pt x="336879" y="74700"/>
                  <a:pt x="342256" y="166847"/>
                </a:cubicBezTo>
                <a:close/>
              </a:path>
            </a:pathLst>
          </a:custGeom>
          <a:noFill/>
          <a:ln w="19589">
            <a:solidFill>
              <a:srgbClr val="002D4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37" name="Forma Livre: Forma 5"/>
          <p:cNvSpPr/>
          <p:nvPr/>
        </p:nvSpPr>
        <p:spPr>
          <a:xfrm>
            <a:off x="11347200" y="1557360"/>
            <a:ext cx="678960" cy="1358640"/>
          </a:xfrm>
          <a:custGeom>
            <a:avLst/>
            <a:gdLst>
              <a:gd name="textAreaLeft" fmla="*/ 0 w 678960"/>
              <a:gd name="textAreaRight" fmla="*/ 679320 w 678960"/>
              <a:gd name="textAreaTop" fmla="*/ 0 h 1358640"/>
              <a:gd name="textAreaBottom" fmla="*/ 1359000 h 1358640"/>
              <a:gd name="GluePoint1X" fmla="*/ 0 w 679498"/>
              <a:gd name="GluePoint1Y" fmla="*/ 0 h 1358996"/>
              <a:gd name="GluePoint2X" fmla="*/ 680021 w 679498"/>
              <a:gd name="GluePoint2Y" fmla="*/ 680021 h 1358996"/>
              <a:gd name="GluePoint3X" fmla="*/ 0 w 679498"/>
              <a:gd name="GluePoint3Y" fmla="*/ 1360042 h 135899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679498" h="1358996">
                <a:moveTo>
                  <a:pt x="0" y="0"/>
                </a:moveTo>
                <a:lnTo>
                  <a:pt x="680021" y="680021"/>
                </a:lnTo>
                <a:lnTo>
                  <a:pt x="0" y="1360042"/>
                </a:lnTo>
              </a:path>
            </a:pathLst>
          </a:custGeom>
          <a:noFill/>
          <a:ln w="19589">
            <a:solidFill>
              <a:srgbClr val="FCFC3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38" name="Forma Livre: Forma 7"/>
          <p:cNvSpPr/>
          <p:nvPr/>
        </p:nvSpPr>
        <p:spPr>
          <a:xfrm>
            <a:off x="11903400" y="1557360"/>
            <a:ext cx="678960" cy="1358640"/>
          </a:xfrm>
          <a:custGeom>
            <a:avLst/>
            <a:gdLst>
              <a:gd name="textAreaLeft" fmla="*/ 0 w 678960"/>
              <a:gd name="textAreaRight" fmla="*/ 679320 w 678960"/>
              <a:gd name="textAreaTop" fmla="*/ 0 h 1358640"/>
              <a:gd name="textAreaBottom" fmla="*/ 1359000 h 1358640"/>
              <a:gd name="GluePoint1X" fmla="*/ 0 w 679498"/>
              <a:gd name="GluePoint1Y" fmla="*/ 0 h 1358996"/>
              <a:gd name="GluePoint2X" fmla="*/ 680021 w 679498"/>
              <a:gd name="GluePoint2Y" fmla="*/ 680021 h 1358996"/>
              <a:gd name="GluePoint3X" fmla="*/ 0 w 679498"/>
              <a:gd name="GluePoint3Y" fmla="*/ 1360042 h 135899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679498" h="1358996">
                <a:moveTo>
                  <a:pt x="0" y="0"/>
                </a:moveTo>
                <a:lnTo>
                  <a:pt x="680021" y="680021"/>
                </a:lnTo>
                <a:lnTo>
                  <a:pt x="0" y="1360042"/>
                </a:lnTo>
              </a:path>
            </a:pathLst>
          </a:custGeom>
          <a:noFill/>
          <a:ln w="19589">
            <a:solidFill>
              <a:srgbClr val="FCFC3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39" name="Forma Livre: Forma 26"/>
          <p:cNvSpPr/>
          <p:nvPr/>
        </p:nvSpPr>
        <p:spPr>
          <a:xfrm>
            <a:off x="7399080" y="1743480"/>
            <a:ext cx="2456280" cy="4200840"/>
          </a:xfrm>
          <a:custGeom>
            <a:avLst/>
            <a:gdLst>
              <a:gd name="textAreaLeft" fmla="*/ 0 w 2456280"/>
              <a:gd name="textAreaRight" fmla="*/ 2456640 w 2456280"/>
              <a:gd name="textAreaTop" fmla="*/ 0 h 4200840"/>
              <a:gd name="textAreaBottom" fmla="*/ 4201200 h 4200840"/>
              <a:gd name="GluePoint1X" fmla="*/ 1230349 w 2456647"/>
              <a:gd name="GluePoint1Y" fmla="*/ 0 h 4201128"/>
              <a:gd name="GluePoint2X" fmla="*/ 1230349 w 2456647"/>
              <a:gd name="GluePoint2Y" fmla="*/ 0 h 4201128"/>
              <a:gd name="GluePoint3X" fmla="*/ 0 w 2456647"/>
              <a:gd name="GluePoint3Y" fmla="*/ 1230349 h 4201128"/>
              <a:gd name="GluePoint4X" fmla="*/ 0 w 2456647"/>
              <a:gd name="GluePoint4Y" fmla="*/ 2376088 h 4201128"/>
              <a:gd name="GluePoint5X" fmla="*/ 0 w 2456647"/>
              <a:gd name="GluePoint5Y" fmla="*/ 4205245 h 4201128"/>
              <a:gd name="GluePoint6X" fmla="*/ 615207 w 2456647"/>
              <a:gd name="GluePoint6Y" fmla="*/ 4205245 h 4201128"/>
              <a:gd name="GluePoint7X" fmla="*/ 1229957 w 2456647"/>
              <a:gd name="GluePoint7Y" fmla="*/ 3606437 h 4201128"/>
              <a:gd name="GluePoint8X" fmla="*/ 1230349 w 2456647"/>
              <a:gd name="GluePoint8Y" fmla="*/ 3606437 h 4201128"/>
              <a:gd name="GluePoint9X" fmla="*/ 1230349 w 2456647"/>
              <a:gd name="GluePoint9Y" fmla="*/ 3606437 h 4201128"/>
              <a:gd name="GluePoint10X" fmla="*/ 2460698 w 2456647"/>
              <a:gd name="GluePoint10Y" fmla="*/ 2376088 h 4201128"/>
              <a:gd name="GluePoint11X" fmla="*/ 2460698 w 2456647"/>
              <a:gd name="GluePoint11Y" fmla="*/ 1230349 h 4201128"/>
              <a:gd name="GluePoint12X" fmla="*/ 1230349 w 2456647"/>
              <a:gd name="GluePoint12Y" fmla="*/ 0 h 42011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w="2456647" h="4201128">
                <a:moveTo>
                  <a:pt x="1230349" y="0"/>
                </a:moveTo>
                <a:lnTo>
                  <a:pt x="1230349" y="0"/>
                </a:lnTo>
                <a:cubicBezTo>
                  <a:pt x="550851" y="0"/>
                  <a:pt x="0" y="550851"/>
                  <a:pt x="0" y="1230349"/>
                </a:cubicBezTo>
                <a:lnTo>
                  <a:pt x="0" y="2376088"/>
                </a:lnTo>
                <a:cubicBezTo>
                  <a:pt x="0" y="2376088"/>
                  <a:pt x="0" y="4205245"/>
                  <a:pt x="0" y="4205245"/>
                </a:cubicBezTo>
                <a:lnTo>
                  <a:pt x="615207" y="4205245"/>
                </a:lnTo>
                <a:cubicBezTo>
                  <a:pt x="949468" y="4205245"/>
                  <a:pt x="1221268" y="3938607"/>
                  <a:pt x="1229957" y="3606437"/>
                </a:cubicBezTo>
                <a:cubicBezTo>
                  <a:pt x="1230088" y="3606437"/>
                  <a:pt x="1230219" y="3606437"/>
                  <a:pt x="1230349" y="3606437"/>
                </a:cubicBezTo>
                <a:lnTo>
                  <a:pt x="1230349" y="3606437"/>
                </a:lnTo>
                <a:cubicBezTo>
                  <a:pt x="1909847" y="3606437"/>
                  <a:pt x="2460698" y="3055586"/>
                  <a:pt x="2460698" y="2376088"/>
                </a:cubicBezTo>
                <a:lnTo>
                  <a:pt x="2460698" y="1230349"/>
                </a:lnTo>
                <a:cubicBezTo>
                  <a:pt x="2460698" y="550851"/>
                  <a:pt x="1909847" y="0"/>
                  <a:pt x="1230349" y="0"/>
                </a:cubicBezTo>
                <a:close/>
              </a:path>
            </a:pathLst>
          </a:custGeom>
          <a:noFill/>
          <a:ln w="19589">
            <a:solidFill>
              <a:srgbClr val="465E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40" name="Forma Livre: Forma 27"/>
          <p:cNvSpPr/>
          <p:nvPr/>
        </p:nvSpPr>
        <p:spPr>
          <a:xfrm>
            <a:off x="7872840" y="2385000"/>
            <a:ext cx="1508760" cy="2319120"/>
          </a:xfrm>
          <a:custGeom>
            <a:avLst/>
            <a:gdLst>
              <a:gd name="textAreaLeft" fmla="*/ 0 w 1508760"/>
              <a:gd name="textAreaRight" fmla="*/ 1509120 w 1508760"/>
              <a:gd name="textAreaTop" fmla="*/ 0 h 2319120"/>
              <a:gd name="textAreaBottom" fmla="*/ 2319480 h 2319120"/>
              <a:gd name="GluePoint1X" fmla="*/ 1512537 w 1509270"/>
              <a:gd name="GluePoint1Y" fmla="*/ 966260 h 2319441"/>
              <a:gd name="GluePoint2X" fmla="*/ 1512537 w 1509270"/>
              <a:gd name="GluePoint2Y" fmla="*/ 756269 h 2319441"/>
              <a:gd name="GluePoint3X" fmla="*/ 756269 w 1509270"/>
              <a:gd name="GluePoint3Y" fmla="*/ 0 h 2319441"/>
              <a:gd name="GluePoint4X" fmla="*/ 756269 w 1509270"/>
              <a:gd name="GluePoint4Y" fmla="*/ 0 h 2319441"/>
              <a:gd name="GluePoint5X" fmla="*/ 0 w 1509270"/>
              <a:gd name="GluePoint5Y" fmla="*/ 756269 h 2319441"/>
              <a:gd name="GluePoint6X" fmla="*/ 0 w 1509270"/>
              <a:gd name="GluePoint6Y" fmla="*/ 1739320 h 2319441"/>
              <a:gd name="GluePoint7X" fmla="*/ 631280 w 1509270"/>
              <a:gd name="GluePoint7Y" fmla="*/ 1739320 h 2319441"/>
              <a:gd name="GluePoint8X" fmla="*/ 923399 w 1509270"/>
              <a:gd name="GluePoint8Y" fmla="*/ 2031439 h 2319441"/>
              <a:gd name="GluePoint9X" fmla="*/ 923399 w 1509270"/>
              <a:gd name="GluePoint9Y" fmla="*/ 2031439 h 2319441"/>
              <a:gd name="GluePoint10X" fmla="*/ 631280 w 1509270"/>
              <a:gd name="GluePoint10Y" fmla="*/ 2323558 h 2319441"/>
              <a:gd name="GluePoint11X" fmla="*/ 509428 w 1509270"/>
              <a:gd name="GluePoint11Y" fmla="*/ 2323558 h 231944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1509270" h="2319441">
                <a:moveTo>
                  <a:pt x="1512537" y="966260"/>
                </a:moveTo>
                <a:lnTo>
                  <a:pt x="1512537" y="756269"/>
                </a:lnTo>
                <a:cubicBezTo>
                  <a:pt x="1512537" y="338638"/>
                  <a:pt x="1173964" y="0"/>
                  <a:pt x="756269" y="0"/>
                </a:cubicBezTo>
                <a:lnTo>
                  <a:pt x="756269" y="0"/>
                </a:lnTo>
                <a:cubicBezTo>
                  <a:pt x="338639" y="0"/>
                  <a:pt x="0" y="338573"/>
                  <a:pt x="0" y="756269"/>
                </a:cubicBezTo>
                <a:lnTo>
                  <a:pt x="0" y="1739320"/>
                </a:lnTo>
                <a:lnTo>
                  <a:pt x="631280" y="1739320"/>
                </a:lnTo>
                <a:cubicBezTo>
                  <a:pt x="792596" y="1739320"/>
                  <a:pt x="923399" y="1870123"/>
                  <a:pt x="923399" y="2031439"/>
                </a:cubicBezTo>
                <a:lnTo>
                  <a:pt x="923399" y="2031439"/>
                </a:lnTo>
                <a:cubicBezTo>
                  <a:pt x="923399" y="2192754"/>
                  <a:pt x="792596" y="2323558"/>
                  <a:pt x="631280" y="2323558"/>
                </a:cubicBezTo>
                <a:lnTo>
                  <a:pt x="509428" y="2323558"/>
                </a:lnTo>
              </a:path>
            </a:pathLst>
          </a:custGeom>
          <a:noFill/>
          <a:ln w="19589">
            <a:solidFill>
              <a:srgbClr val="465E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41" name="Forma Livre: Forma 28"/>
          <p:cNvSpPr/>
          <p:nvPr/>
        </p:nvSpPr>
        <p:spPr>
          <a:xfrm>
            <a:off x="7204680" y="1343160"/>
            <a:ext cx="829440" cy="796680"/>
          </a:xfrm>
          <a:custGeom>
            <a:avLst/>
            <a:gdLst>
              <a:gd name="textAreaLeft" fmla="*/ 0 w 829440"/>
              <a:gd name="textAreaRight" fmla="*/ 829800 w 829440"/>
              <a:gd name="textAreaTop" fmla="*/ 0 h 796680"/>
              <a:gd name="textAreaBottom" fmla="*/ 797040 h 796680"/>
              <a:gd name="GluePoint1X" fmla="*/ 0 w 829771"/>
              <a:gd name="GluePoint1Y" fmla="*/ 800399 h 797103"/>
              <a:gd name="GluePoint2X" fmla="*/ 159682 w 829771"/>
              <a:gd name="GluePoint2Y" fmla="*/ 331937 h 797103"/>
              <a:gd name="GluePoint3X" fmla="*/ 830295 w 829771"/>
              <a:gd name="GluePoint3Y" fmla="*/ 94 h 79710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829771" h="797103">
                <a:moveTo>
                  <a:pt x="0" y="800399"/>
                </a:moveTo>
                <a:cubicBezTo>
                  <a:pt x="3267" y="637123"/>
                  <a:pt x="55340" y="473325"/>
                  <a:pt x="159682" y="331937"/>
                </a:cubicBezTo>
                <a:cubicBezTo>
                  <a:pt x="322631" y="111231"/>
                  <a:pt x="575483" y="-3761"/>
                  <a:pt x="830295" y="94"/>
                </a:cubicBezTo>
              </a:path>
            </a:pathLst>
          </a:custGeom>
          <a:noFill/>
          <a:ln w="19589">
            <a:solidFill>
              <a:srgbClr val="465E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42" name="Forma Livre: Forma 29"/>
          <p:cNvSpPr/>
          <p:nvPr/>
        </p:nvSpPr>
        <p:spPr>
          <a:xfrm>
            <a:off x="6193800" y="5089320"/>
            <a:ext cx="933840" cy="548640"/>
          </a:xfrm>
          <a:custGeom>
            <a:avLst/>
            <a:gdLst>
              <a:gd name="textAreaLeft" fmla="*/ 0 w 933840"/>
              <a:gd name="textAreaRight" fmla="*/ 934200 w 933840"/>
              <a:gd name="textAreaTop" fmla="*/ 0 h 548640"/>
              <a:gd name="textAreaBottom" fmla="*/ 549000 h 548640"/>
              <a:gd name="GluePoint1X" fmla="*/ 934768 w 934310"/>
              <a:gd name="GluePoint1Y" fmla="*/ 0 h 548825"/>
              <a:gd name="GluePoint2X" fmla="*/ 0 w 934310"/>
              <a:gd name="GluePoint2Y" fmla="*/ 553660 h 5488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934310" h="548825">
                <a:moveTo>
                  <a:pt x="934768" y="0"/>
                </a:moveTo>
                <a:lnTo>
                  <a:pt x="0" y="553660"/>
                </a:lnTo>
              </a:path>
            </a:pathLst>
          </a:custGeom>
          <a:noFill/>
          <a:ln w="19589">
            <a:solidFill>
              <a:srgbClr val="FCFC3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43" name="Forma Livre: Forma 30"/>
          <p:cNvSpPr/>
          <p:nvPr/>
        </p:nvSpPr>
        <p:spPr>
          <a:xfrm>
            <a:off x="6617160" y="2950560"/>
            <a:ext cx="711720" cy="417960"/>
          </a:xfrm>
          <a:custGeom>
            <a:avLst/>
            <a:gdLst>
              <a:gd name="textAreaLeft" fmla="*/ 0 w 711720"/>
              <a:gd name="textAreaRight" fmla="*/ 712080 w 711720"/>
              <a:gd name="textAreaTop" fmla="*/ 0 h 417960"/>
              <a:gd name="textAreaBottom" fmla="*/ 418320 h 417960"/>
              <a:gd name="GluePoint1X" fmla="*/ 715499 w 712166"/>
              <a:gd name="GluePoint1Y" fmla="*/ 0 h 418152"/>
              <a:gd name="GluePoint2X" fmla="*/ 0 w 712166"/>
              <a:gd name="GluePoint2Y" fmla="*/ 423772 h 4181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712166" h="418152">
                <a:moveTo>
                  <a:pt x="715499" y="0"/>
                </a:moveTo>
                <a:lnTo>
                  <a:pt x="0" y="423772"/>
                </a:lnTo>
              </a:path>
            </a:pathLst>
          </a:custGeom>
          <a:noFill/>
          <a:ln w="19589">
            <a:solidFill>
              <a:srgbClr val="FCFC3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44" name="Forma Livre: Forma 33"/>
          <p:cNvSpPr/>
          <p:nvPr/>
        </p:nvSpPr>
        <p:spPr>
          <a:xfrm>
            <a:off x="6359040" y="4933080"/>
            <a:ext cx="221760" cy="221760"/>
          </a:xfrm>
          <a:custGeom>
            <a:avLst/>
            <a:gdLst>
              <a:gd name="textAreaLeft" fmla="*/ 0 w 221760"/>
              <a:gd name="textAreaRight" fmla="*/ 222120 w 221760"/>
              <a:gd name="textAreaTop" fmla="*/ 0 h 221760"/>
              <a:gd name="textAreaBottom" fmla="*/ 222120 h 221760"/>
              <a:gd name="GluePoint1X" fmla="*/ 219399 w 222143"/>
              <a:gd name="GluePoint1Y" fmla="*/ 106970 h 222143"/>
              <a:gd name="GluePoint2X" fmla="*/ 119064 w 222143"/>
              <a:gd name="GluePoint2Y" fmla="*/ 220159 h 222143"/>
              <a:gd name="GluePoint3X" fmla="*/ 6243 w 222143"/>
              <a:gd name="GluePoint3Y" fmla="*/ 119409 h 222143"/>
              <a:gd name="GluePoint4X" fmla="*/ 106578 w 222143"/>
              <a:gd name="GluePoint4Y" fmla="*/ 6220 h 222143"/>
              <a:gd name="GluePoint5X" fmla="*/ 219399 w 222143"/>
              <a:gd name="GluePoint5Y" fmla="*/ 106970 h 2221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22143" h="222143">
                <a:moveTo>
                  <a:pt x="219399" y="106970"/>
                </a:moveTo>
                <a:cubicBezTo>
                  <a:pt x="222847" y="166047"/>
                  <a:pt x="177925" y="216724"/>
                  <a:pt x="119064" y="220159"/>
                </a:cubicBezTo>
                <a:cubicBezTo>
                  <a:pt x="60202" y="223594"/>
                  <a:pt x="9691" y="178487"/>
                  <a:pt x="6243" y="119409"/>
                </a:cubicBezTo>
                <a:cubicBezTo>
                  <a:pt x="2795" y="60331"/>
                  <a:pt x="47717" y="9655"/>
                  <a:pt x="106578" y="6220"/>
                </a:cubicBezTo>
                <a:cubicBezTo>
                  <a:pt x="165440" y="2784"/>
                  <a:pt x="215952" y="47892"/>
                  <a:pt x="219399" y="106970"/>
                </a:cubicBezTo>
                <a:close/>
              </a:path>
            </a:pathLst>
          </a:custGeom>
          <a:solidFill>
            <a:schemeClr val="bg1"/>
          </a:solidFill>
          <a:ln w="653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45" name="Forma Livre: Forma 34"/>
          <p:cNvSpPr/>
          <p:nvPr/>
        </p:nvSpPr>
        <p:spPr>
          <a:xfrm>
            <a:off x="6876720" y="4415400"/>
            <a:ext cx="97560" cy="97560"/>
          </a:xfrm>
          <a:custGeom>
            <a:avLst/>
            <a:gdLst>
              <a:gd name="textAreaLeft" fmla="*/ 0 w 97560"/>
              <a:gd name="textAreaRight" fmla="*/ 97920 w 97560"/>
              <a:gd name="textAreaTop" fmla="*/ 0 h 97560"/>
              <a:gd name="textAreaBottom" fmla="*/ 97920 h 97560"/>
              <a:gd name="GluePoint1X" fmla="*/ 98135 w 98004"/>
              <a:gd name="GluePoint1Y" fmla="*/ 49068 h 98004"/>
              <a:gd name="GluePoint2X" fmla="*/ 49068 w 98004"/>
              <a:gd name="GluePoint2Y" fmla="*/ 98135 h 98004"/>
              <a:gd name="GluePoint3X" fmla="*/ 0 w 98004"/>
              <a:gd name="GluePoint3Y" fmla="*/ 49067 h 98004"/>
              <a:gd name="GluePoint4X" fmla="*/ 49068 w 98004"/>
              <a:gd name="GluePoint4Y" fmla="*/ 0 h 98004"/>
              <a:gd name="GluePoint5X" fmla="*/ 98135 w 98004"/>
              <a:gd name="GluePoint5Y" fmla="*/ 49068 h 9800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98004" h="98004">
                <a:moveTo>
                  <a:pt x="98135" y="49068"/>
                </a:moveTo>
                <a:cubicBezTo>
                  <a:pt x="98135" y="76167"/>
                  <a:pt x="76167" y="98135"/>
                  <a:pt x="49068" y="98135"/>
                </a:cubicBezTo>
                <a:cubicBezTo>
                  <a:pt x="21968" y="98135"/>
                  <a:pt x="0" y="76167"/>
                  <a:pt x="0" y="49067"/>
                </a:cubicBezTo>
                <a:cubicBezTo>
                  <a:pt x="0" y="21968"/>
                  <a:pt x="21968" y="0"/>
                  <a:pt x="49068" y="0"/>
                </a:cubicBezTo>
                <a:cubicBezTo>
                  <a:pt x="76167" y="0"/>
                  <a:pt x="98135" y="21968"/>
                  <a:pt x="98135" y="49068"/>
                </a:cubicBezTo>
                <a:close/>
              </a:path>
            </a:pathLst>
          </a:custGeom>
          <a:noFill/>
          <a:ln w="19589">
            <a:solidFill>
              <a:srgbClr val="FCFC3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46" name="Forma Livre: Forma 35"/>
          <p:cNvSpPr/>
          <p:nvPr/>
        </p:nvSpPr>
        <p:spPr>
          <a:xfrm>
            <a:off x="9659160" y="2368440"/>
            <a:ext cx="933840" cy="548640"/>
          </a:xfrm>
          <a:custGeom>
            <a:avLst/>
            <a:gdLst>
              <a:gd name="textAreaLeft" fmla="*/ 0 w 933840"/>
              <a:gd name="textAreaRight" fmla="*/ 934200 w 933840"/>
              <a:gd name="textAreaTop" fmla="*/ 0 h 548640"/>
              <a:gd name="textAreaBottom" fmla="*/ 549000 h 548640"/>
              <a:gd name="GluePoint1X" fmla="*/ 934768 w 934310"/>
              <a:gd name="GluePoint1Y" fmla="*/ 0 h 548825"/>
              <a:gd name="GluePoint2X" fmla="*/ 0 w 934310"/>
              <a:gd name="GluePoint2Y" fmla="*/ 553660 h 5488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934310" h="548825">
                <a:moveTo>
                  <a:pt x="934768" y="0"/>
                </a:moveTo>
                <a:lnTo>
                  <a:pt x="0" y="553660"/>
                </a:lnTo>
              </a:path>
            </a:pathLst>
          </a:custGeom>
          <a:noFill/>
          <a:ln w="19589">
            <a:solidFill>
              <a:srgbClr val="465E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47" name="Forma Livre: Forma 40"/>
          <p:cNvSpPr/>
          <p:nvPr/>
        </p:nvSpPr>
        <p:spPr>
          <a:xfrm>
            <a:off x="10012680" y="2117160"/>
            <a:ext cx="221760" cy="221760"/>
          </a:xfrm>
          <a:custGeom>
            <a:avLst/>
            <a:gdLst>
              <a:gd name="textAreaLeft" fmla="*/ 0 w 221760"/>
              <a:gd name="textAreaRight" fmla="*/ 222120 w 221760"/>
              <a:gd name="textAreaTop" fmla="*/ 0 h 221760"/>
              <a:gd name="textAreaBottom" fmla="*/ 222120 h 221760"/>
              <a:gd name="GluePoint1X" fmla="*/ 219399 w 222143"/>
              <a:gd name="GluePoint1Y" fmla="*/ 106970 h 222143"/>
              <a:gd name="GluePoint2X" fmla="*/ 119064 w 222143"/>
              <a:gd name="GluePoint2Y" fmla="*/ 220159 h 222143"/>
              <a:gd name="GluePoint3X" fmla="*/ 6242 w 222143"/>
              <a:gd name="GluePoint3Y" fmla="*/ 119409 h 222143"/>
              <a:gd name="GluePoint4X" fmla="*/ 106578 w 222143"/>
              <a:gd name="GluePoint4Y" fmla="*/ 6220 h 222143"/>
              <a:gd name="GluePoint5X" fmla="*/ 219399 w 222143"/>
              <a:gd name="GluePoint5Y" fmla="*/ 106970 h 2221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22143" h="222143">
                <a:moveTo>
                  <a:pt x="219399" y="106970"/>
                </a:moveTo>
                <a:cubicBezTo>
                  <a:pt x="222847" y="166047"/>
                  <a:pt x="177925" y="216724"/>
                  <a:pt x="119064" y="220159"/>
                </a:cubicBezTo>
                <a:cubicBezTo>
                  <a:pt x="60202" y="223594"/>
                  <a:pt x="9690" y="178487"/>
                  <a:pt x="6242" y="119409"/>
                </a:cubicBezTo>
                <a:cubicBezTo>
                  <a:pt x="2795" y="60332"/>
                  <a:pt x="47716" y="9655"/>
                  <a:pt x="106578" y="6220"/>
                </a:cubicBezTo>
                <a:cubicBezTo>
                  <a:pt x="165440" y="2785"/>
                  <a:pt x="215952" y="47892"/>
                  <a:pt x="219399" y="106970"/>
                </a:cubicBezTo>
                <a:close/>
              </a:path>
            </a:pathLst>
          </a:custGeom>
          <a:solidFill>
            <a:schemeClr val="bg1"/>
          </a:solidFill>
          <a:ln w="653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48" name="Forma Livre: Forma 46"/>
          <p:cNvSpPr/>
          <p:nvPr/>
        </p:nvSpPr>
        <p:spPr>
          <a:xfrm>
            <a:off x="10530000" y="1599840"/>
            <a:ext cx="97560" cy="97560"/>
          </a:xfrm>
          <a:custGeom>
            <a:avLst/>
            <a:gdLst>
              <a:gd name="textAreaLeft" fmla="*/ 0 w 97560"/>
              <a:gd name="textAreaRight" fmla="*/ 97920 w 97560"/>
              <a:gd name="textAreaTop" fmla="*/ 0 h 97560"/>
              <a:gd name="textAreaBottom" fmla="*/ 97920 h 97560"/>
              <a:gd name="GluePoint1X" fmla="*/ 98135 w 98004"/>
              <a:gd name="GluePoint1Y" fmla="*/ 49068 h 98004"/>
              <a:gd name="GluePoint2X" fmla="*/ 49068 w 98004"/>
              <a:gd name="GluePoint2Y" fmla="*/ 98135 h 98004"/>
              <a:gd name="GluePoint3X" fmla="*/ 0 w 98004"/>
              <a:gd name="GluePoint3Y" fmla="*/ 49068 h 98004"/>
              <a:gd name="GluePoint4X" fmla="*/ 49068 w 98004"/>
              <a:gd name="GluePoint4Y" fmla="*/ 0 h 98004"/>
              <a:gd name="GluePoint5X" fmla="*/ 98135 w 98004"/>
              <a:gd name="GluePoint5Y" fmla="*/ 49068 h 9800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98004" h="98004">
                <a:moveTo>
                  <a:pt x="98135" y="49068"/>
                </a:moveTo>
                <a:cubicBezTo>
                  <a:pt x="98135" y="76167"/>
                  <a:pt x="76167" y="98135"/>
                  <a:pt x="49068" y="98135"/>
                </a:cubicBezTo>
                <a:cubicBezTo>
                  <a:pt x="21968" y="98135"/>
                  <a:pt x="0" y="76167"/>
                  <a:pt x="0" y="49068"/>
                </a:cubicBezTo>
                <a:cubicBezTo>
                  <a:pt x="0" y="21968"/>
                  <a:pt x="21968" y="0"/>
                  <a:pt x="49068" y="0"/>
                </a:cubicBezTo>
                <a:cubicBezTo>
                  <a:pt x="76167" y="0"/>
                  <a:pt x="98135" y="21968"/>
                  <a:pt x="98135" y="49068"/>
                </a:cubicBezTo>
                <a:close/>
              </a:path>
            </a:pathLst>
          </a:custGeom>
          <a:noFill/>
          <a:ln w="19589">
            <a:solidFill>
              <a:srgbClr val="FCFC3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49" name="Forma Livre: Forma 47"/>
          <p:cNvSpPr/>
          <p:nvPr/>
        </p:nvSpPr>
        <p:spPr>
          <a:xfrm>
            <a:off x="9756360" y="1166760"/>
            <a:ext cx="345960" cy="352440"/>
          </a:xfrm>
          <a:custGeom>
            <a:avLst/>
            <a:gdLst>
              <a:gd name="textAreaLeft" fmla="*/ 0 w 345960"/>
              <a:gd name="textAreaRight" fmla="*/ 346320 w 345960"/>
              <a:gd name="textAreaTop" fmla="*/ 0 h 352440"/>
              <a:gd name="textAreaBottom" fmla="*/ 352800 h 352440"/>
              <a:gd name="GluePoint1X" fmla="*/ 342256 w 346282"/>
              <a:gd name="GluePoint1Y" fmla="*/ 166847 h 352816"/>
              <a:gd name="GluePoint2X" fmla="*/ 185734 w 346282"/>
              <a:gd name="GluePoint2Y" fmla="*/ 343396 h 352816"/>
              <a:gd name="GluePoint3X" fmla="*/ 9737 w 346282"/>
              <a:gd name="GluePoint3Y" fmla="*/ 186252 h 352816"/>
              <a:gd name="GluePoint4X" fmla="*/ 166260 w 346282"/>
              <a:gd name="GluePoint4Y" fmla="*/ 9703 h 352816"/>
              <a:gd name="GluePoint5X" fmla="*/ 342256 w 346282"/>
              <a:gd name="GluePoint5Y" fmla="*/ 166847 h 35281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46282" h="352816">
                <a:moveTo>
                  <a:pt x="342256" y="166847"/>
                </a:moveTo>
                <a:cubicBezTo>
                  <a:pt x="347634" y="258993"/>
                  <a:pt x="277557" y="338037"/>
                  <a:pt x="185734" y="343396"/>
                </a:cubicBezTo>
                <a:cubicBezTo>
                  <a:pt x="93911" y="348755"/>
                  <a:pt x="15115" y="278399"/>
                  <a:pt x="9737" y="186252"/>
                </a:cubicBezTo>
                <a:cubicBezTo>
                  <a:pt x="4360" y="94106"/>
                  <a:pt x="74437" y="15062"/>
                  <a:pt x="166260" y="9703"/>
                </a:cubicBezTo>
                <a:cubicBezTo>
                  <a:pt x="258082" y="4344"/>
                  <a:pt x="336879" y="74700"/>
                  <a:pt x="342256" y="166847"/>
                </a:cubicBezTo>
                <a:close/>
              </a:path>
            </a:pathLst>
          </a:custGeom>
          <a:noFill/>
          <a:ln w="19589">
            <a:solidFill>
              <a:srgbClr val="465E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350" name="Forma Livre: Forma 371"/>
          <p:cNvSpPr/>
          <p:nvPr/>
        </p:nvSpPr>
        <p:spPr>
          <a:xfrm>
            <a:off x="9781560" y="2982600"/>
            <a:ext cx="2359440" cy="1776960"/>
          </a:xfrm>
          <a:custGeom>
            <a:avLst/>
            <a:gdLst>
              <a:gd name="textAreaLeft" fmla="*/ 0 w 2359440"/>
              <a:gd name="textAreaRight" fmla="*/ 2359800 w 2359440"/>
              <a:gd name="textAreaTop" fmla="*/ 0 h 1776960"/>
              <a:gd name="textAreaBottom" fmla="*/ 1777320 h 1776960"/>
              <a:gd name="GluePoint1X" fmla="*/ 2007864 w 2455568"/>
              <a:gd name="GluePoint1Y" fmla="*/ 1805143 h 1849556"/>
              <a:gd name="GluePoint2X" fmla="*/ 2023567 w 2455568"/>
              <a:gd name="GluePoint2Y" fmla="*/ 1811647 h 1849556"/>
              <a:gd name="GluePoint3X" fmla="*/ 2025120 w 2455568"/>
              <a:gd name="GluePoint3Y" fmla="*/ 1815396 h 1849556"/>
              <a:gd name="GluePoint4X" fmla="*/ 1985766 w 2455568"/>
              <a:gd name="GluePoint4Y" fmla="*/ 1827613 h 1849556"/>
              <a:gd name="GluePoint5X" fmla="*/ 1985657 w 2455568"/>
              <a:gd name="GluePoint5Y" fmla="*/ 1827350 h 1849556"/>
              <a:gd name="GluePoint6X" fmla="*/ 2007864 w 2455568"/>
              <a:gd name="GluePoint6Y" fmla="*/ 1805143 h 1849556"/>
              <a:gd name="GluePoint7X" fmla="*/ 1866032 w 2455568"/>
              <a:gd name="GluePoint7Y" fmla="*/ 1805143 h 1849556"/>
              <a:gd name="GluePoint8X" fmla="*/ 1888238 w 2455568"/>
              <a:gd name="GluePoint8Y" fmla="*/ 1827350 h 1849556"/>
              <a:gd name="GluePoint9X" fmla="*/ 1881734 w 2455568"/>
              <a:gd name="GluePoint9Y" fmla="*/ 1843052 h 1849556"/>
              <a:gd name="GluePoint10X" fmla="*/ 1867665 w 2455568"/>
              <a:gd name="GluePoint10Y" fmla="*/ 1848880 h 1849556"/>
              <a:gd name="GluePoint11X" fmla="*/ 1865038 w 2455568"/>
              <a:gd name="GluePoint11Y" fmla="*/ 1849145 h 1849556"/>
              <a:gd name="GluePoint12X" fmla="*/ 1850329 w 2455568"/>
              <a:gd name="GluePoint12Y" fmla="*/ 1843052 h 1849556"/>
              <a:gd name="GluePoint13X" fmla="*/ 1843825 w 2455568"/>
              <a:gd name="GluePoint13Y" fmla="*/ 1827350 h 1849556"/>
              <a:gd name="GluePoint14X" fmla="*/ 1866032 w 2455568"/>
              <a:gd name="GluePoint14Y" fmla="*/ 1805143 h 1849556"/>
              <a:gd name="GluePoint15X" fmla="*/ 1724199 w 2455568"/>
              <a:gd name="GluePoint15Y" fmla="*/ 1805143 h 1849556"/>
              <a:gd name="GluePoint16X" fmla="*/ 1746405 w 2455568"/>
              <a:gd name="GluePoint16Y" fmla="*/ 1827350 h 1849556"/>
              <a:gd name="GluePoint17X" fmla="*/ 1724199 w 2455568"/>
              <a:gd name="GluePoint17Y" fmla="*/ 1849556 h 1849556"/>
              <a:gd name="GluePoint18X" fmla="*/ 1701992 w 2455568"/>
              <a:gd name="GluePoint18Y" fmla="*/ 1827350 h 1849556"/>
              <a:gd name="GluePoint19X" fmla="*/ 1724199 w 2455568"/>
              <a:gd name="GluePoint19Y" fmla="*/ 1805143 h 1849556"/>
              <a:gd name="GluePoint20X" fmla="*/ 1582366 w 2455568"/>
              <a:gd name="GluePoint20Y" fmla="*/ 1805143 h 1849556"/>
              <a:gd name="GluePoint21X" fmla="*/ 1604573 w 2455568"/>
              <a:gd name="GluePoint21Y" fmla="*/ 1827350 h 1849556"/>
              <a:gd name="GluePoint22X" fmla="*/ 1582366 w 2455568"/>
              <a:gd name="GluePoint22Y" fmla="*/ 1849556 h 1849556"/>
              <a:gd name="GluePoint23X" fmla="*/ 1560160 w 2455568"/>
              <a:gd name="GluePoint23Y" fmla="*/ 1827350 h 1849556"/>
              <a:gd name="GluePoint24X" fmla="*/ 1582366 w 2455568"/>
              <a:gd name="GluePoint24Y" fmla="*/ 1805143 h 1849556"/>
              <a:gd name="GluePoint25X" fmla="*/ 1440534 w 2455568"/>
              <a:gd name="GluePoint25Y" fmla="*/ 1805143 h 1849556"/>
              <a:gd name="GluePoint26X" fmla="*/ 1462740 w 2455568"/>
              <a:gd name="GluePoint26Y" fmla="*/ 1827350 h 1849556"/>
              <a:gd name="GluePoint27X" fmla="*/ 1440534 w 2455568"/>
              <a:gd name="GluePoint27Y" fmla="*/ 1849556 h 1849556"/>
              <a:gd name="GluePoint28X" fmla="*/ 1418327 w 2455568"/>
              <a:gd name="GluePoint28Y" fmla="*/ 1827350 h 1849556"/>
              <a:gd name="GluePoint29X" fmla="*/ 1440534 w 2455568"/>
              <a:gd name="GluePoint29Y" fmla="*/ 1805143 h 1849556"/>
              <a:gd name="GluePoint30X" fmla="*/ 1298701 w 2455568"/>
              <a:gd name="GluePoint30Y" fmla="*/ 1805143 h 1849556"/>
              <a:gd name="GluePoint31X" fmla="*/ 1320907 w 2455568"/>
              <a:gd name="GluePoint31Y" fmla="*/ 1827350 h 1849556"/>
              <a:gd name="GluePoint32X" fmla="*/ 1298701 w 2455568"/>
              <a:gd name="GluePoint32Y" fmla="*/ 1849556 h 1849556"/>
              <a:gd name="GluePoint33X" fmla="*/ 1276494 w 2455568"/>
              <a:gd name="GluePoint33Y" fmla="*/ 1827350 h 1849556"/>
              <a:gd name="GluePoint34X" fmla="*/ 1298701 w 2455568"/>
              <a:gd name="GluePoint34Y" fmla="*/ 1805143 h 1849556"/>
              <a:gd name="GluePoint35X" fmla="*/ 1156868 w 2455568"/>
              <a:gd name="GluePoint35Y" fmla="*/ 1805143 h 1849556"/>
              <a:gd name="GluePoint36X" fmla="*/ 1179075 w 2455568"/>
              <a:gd name="GluePoint36Y" fmla="*/ 1827350 h 1849556"/>
              <a:gd name="GluePoint37X" fmla="*/ 1156868 w 2455568"/>
              <a:gd name="GluePoint37Y" fmla="*/ 1849556 h 1849556"/>
              <a:gd name="GluePoint38X" fmla="*/ 1134662 w 2455568"/>
              <a:gd name="GluePoint38Y" fmla="*/ 1827350 h 1849556"/>
              <a:gd name="GluePoint39X" fmla="*/ 1156868 w 2455568"/>
              <a:gd name="GluePoint39Y" fmla="*/ 1805143 h 1849556"/>
              <a:gd name="GluePoint40X" fmla="*/ 1015036 w 2455568"/>
              <a:gd name="GluePoint40Y" fmla="*/ 1805143 h 1849556"/>
              <a:gd name="GluePoint41X" fmla="*/ 1037242 w 2455568"/>
              <a:gd name="GluePoint41Y" fmla="*/ 1827350 h 1849556"/>
              <a:gd name="GluePoint42X" fmla="*/ 1015036 w 2455568"/>
              <a:gd name="GluePoint42Y" fmla="*/ 1849556 h 1849556"/>
              <a:gd name="GluePoint43X" fmla="*/ 992829 w 2455568"/>
              <a:gd name="GluePoint43Y" fmla="*/ 1827350 h 1849556"/>
              <a:gd name="GluePoint44X" fmla="*/ 1015036 w 2455568"/>
              <a:gd name="GluePoint44Y" fmla="*/ 1805143 h 1849556"/>
              <a:gd name="GluePoint45X" fmla="*/ 873203 w 2455568"/>
              <a:gd name="GluePoint45Y" fmla="*/ 1805143 h 1849556"/>
              <a:gd name="GluePoint46X" fmla="*/ 895409 w 2455568"/>
              <a:gd name="GluePoint46Y" fmla="*/ 1827350 h 1849556"/>
              <a:gd name="GluePoint47X" fmla="*/ 873203 w 2455568"/>
              <a:gd name="GluePoint47Y" fmla="*/ 1849556 h 1849556"/>
              <a:gd name="GluePoint48X" fmla="*/ 850996 w 2455568"/>
              <a:gd name="GluePoint48Y" fmla="*/ 1827350 h 1849556"/>
              <a:gd name="GluePoint49X" fmla="*/ 873203 w 2455568"/>
              <a:gd name="GluePoint49Y" fmla="*/ 1805143 h 1849556"/>
              <a:gd name="GluePoint50X" fmla="*/ 731370 w 2455568"/>
              <a:gd name="GluePoint50Y" fmla="*/ 1805143 h 1849556"/>
              <a:gd name="GluePoint51X" fmla="*/ 753577 w 2455568"/>
              <a:gd name="GluePoint51Y" fmla="*/ 1827350 h 1849556"/>
              <a:gd name="GluePoint52X" fmla="*/ 731370 w 2455568"/>
              <a:gd name="GluePoint52Y" fmla="*/ 1849556 h 1849556"/>
              <a:gd name="GluePoint53X" fmla="*/ 709164 w 2455568"/>
              <a:gd name="GluePoint53Y" fmla="*/ 1827350 h 1849556"/>
              <a:gd name="GluePoint54X" fmla="*/ 731370 w 2455568"/>
              <a:gd name="GluePoint54Y" fmla="*/ 1805143 h 1849556"/>
              <a:gd name="GluePoint55X" fmla="*/ 589538 w 2455568"/>
              <a:gd name="GluePoint55Y" fmla="*/ 1805143 h 1849556"/>
              <a:gd name="GluePoint56X" fmla="*/ 611744 w 2455568"/>
              <a:gd name="GluePoint56Y" fmla="*/ 1827350 h 1849556"/>
              <a:gd name="GluePoint57X" fmla="*/ 589538 w 2455568"/>
              <a:gd name="GluePoint57Y" fmla="*/ 1849556 h 1849556"/>
              <a:gd name="GluePoint58X" fmla="*/ 567331 w 2455568"/>
              <a:gd name="GluePoint58Y" fmla="*/ 1827350 h 1849556"/>
              <a:gd name="GluePoint59X" fmla="*/ 589538 w 2455568"/>
              <a:gd name="GluePoint59Y" fmla="*/ 1805143 h 1849556"/>
              <a:gd name="GluePoint60X" fmla="*/ 447705 w 2455568"/>
              <a:gd name="GluePoint60Y" fmla="*/ 1805143 h 1849556"/>
              <a:gd name="GluePoint61X" fmla="*/ 469911 w 2455568"/>
              <a:gd name="GluePoint61Y" fmla="*/ 1827350 h 1849556"/>
              <a:gd name="GluePoint62X" fmla="*/ 447705 w 2455568"/>
              <a:gd name="GluePoint62Y" fmla="*/ 1849556 h 1849556"/>
              <a:gd name="GluePoint63X" fmla="*/ 425498 w 2455568"/>
              <a:gd name="GluePoint63Y" fmla="*/ 1827350 h 1849556"/>
              <a:gd name="GluePoint64X" fmla="*/ 447705 w 2455568"/>
              <a:gd name="GluePoint64Y" fmla="*/ 1805143 h 1849556"/>
              <a:gd name="GluePoint65X" fmla="*/ 305872 w 2455568"/>
              <a:gd name="GluePoint65Y" fmla="*/ 1805143 h 1849556"/>
              <a:gd name="GluePoint66X" fmla="*/ 328079 w 2455568"/>
              <a:gd name="GluePoint66Y" fmla="*/ 1827350 h 1849556"/>
              <a:gd name="GluePoint67X" fmla="*/ 305872 w 2455568"/>
              <a:gd name="GluePoint67Y" fmla="*/ 1849556 h 1849556"/>
              <a:gd name="GluePoint68X" fmla="*/ 283666 w 2455568"/>
              <a:gd name="GluePoint68Y" fmla="*/ 1827350 h 1849556"/>
              <a:gd name="GluePoint69X" fmla="*/ 305872 w 2455568"/>
              <a:gd name="GluePoint69Y" fmla="*/ 1805143 h 1849556"/>
              <a:gd name="GluePoint70X" fmla="*/ 164040 w 2455568"/>
              <a:gd name="GluePoint70Y" fmla="*/ 1805143 h 1849556"/>
              <a:gd name="GluePoint71X" fmla="*/ 186246 w 2455568"/>
              <a:gd name="GluePoint71Y" fmla="*/ 1827350 h 1849556"/>
              <a:gd name="GluePoint72X" fmla="*/ 164040 w 2455568"/>
              <a:gd name="GluePoint72Y" fmla="*/ 1849556 h 1849556"/>
              <a:gd name="GluePoint73X" fmla="*/ 141833 w 2455568"/>
              <a:gd name="GluePoint73Y" fmla="*/ 1827350 h 1849556"/>
              <a:gd name="GluePoint74X" fmla="*/ 164040 w 2455568"/>
              <a:gd name="GluePoint74Y" fmla="*/ 1805143 h 1849556"/>
              <a:gd name="GluePoint75X" fmla="*/ 22207 w 2455568"/>
              <a:gd name="GluePoint75Y" fmla="*/ 1805143 h 1849556"/>
              <a:gd name="GluePoint76X" fmla="*/ 44413 w 2455568"/>
              <a:gd name="GluePoint76Y" fmla="*/ 1827350 h 1849556"/>
              <a:gd name="GluePoint77X" fmla="*/ 22207 w 2455568"/>
              <a:gd name="GluePoint77Y" fmla="*/ 1849556 h 1849556"/>
              <a:gd name="GluePoint78X" fmla="*/ 0 w 2455568"/>
              <a:gd name="GluePoint78Y" fmla="*/ 1827350 h 1849556"/>
              <a:gd name="GluePoint79X" fmla="*/ 22207 w 2455568"/>
              <a:gd name="GluePoint79Y" fmla="*/ 1805143 h 1849556"/>
              <a:gd name="GluePoint80X" fmla="*/ 27433 w 2455568"/>
              <a:gd name="GluePoint80Y" fmla="*/ 1678369 h 1849556"/>
              <a:gd name="GluePoint81X" fmla="*/ 37909 w 2455568"/>
              <a:gd name="GluePoint81Y" fmla="*/ 1682708 h 1849556"/>
              <a:gd name="GluePoint82X" fmla="*/ 44413 w 2455568"/>
              <a:gd name="GluePoint82Y" fmla="*/ 1698411 h 1849556"/>
              <a:gd name="GluePoint83X" fmla="*/ 22207 w 2455568"/>
              <a:gd name="GluePoint83Y" fmla="*/ 1720617 h 1849556"/>
              <a:gd name="GluePoint84X" fmla="*/ 10577 w 2455568"/>
              <a:gd name="GluePoint84Y" fmla="*/ 1715800 h 1849556"/>
              <a:gd name="GluePoint85X" fmla="*/ 2149697 w 2455568"/>
              <a:gd name="GluePoint85Y" fmla="*/ 1676204 h 1849556"/>
              <a:gd name="GluePoint86X" fmla="*/ 2171903 w 2455568"/>
              <a:gd name="GluePoint86Y" fmla="*/ 1698411 h 1849556"/>
              <a:gd name="GluePoint87X" fmla="*/ 2149697 w 2455568"/>
              <a:gd name="GluePoint87Y" fmla="*/ 1720617 h 1849556"/>
              <a:gd name="GluePoint88X" fmla="*/ 2127491 w 2455568"/>
              <a:gd name="GluePoint88Y" fmla="*/ 1698411 h 1849556"/>
              <a:gd name="GluePoint89X" fmla="*/ 2149697 w 2455568"/>
              <a:gd name="GluePoint89Y" fmla="*/ 1676204 h 1849556"/>
              <a:gd name="GluePoint90X" fmla="*/ 2007864 w 2455568"/>
              <a:gd name="GluePoint90Y" fmla="*/ 1676204 h 1849556"/>
              <a:gd name="GluePoint91X" fmla="*/ 2030072 w 2455568"/>
              <a:gd name="GluePoint91Y" fmla="*/ 1698411 h 1849556"/>
              <a:gd name="GluePoint92X" fmla="*/ 2007864 w 2455568"/>
              <a:gd name="GluePoint92Y" fmla="*/ 1720617 h 1849556"/>
              <a:gd name="GluePoint93X" fmla="*/ 1985657 w 2455568"/>
              <a:gd name="GluePoint93Y" fmla="*/ 1698411 h 1849556"/>
              <a:gd name="GluePoint94X" fmla="*/ 2007864 w 2455568"/>
              <a:gd name="GluePoint94Y" fmla="*/ 1676204 h 1849556"/>
              <a:gd name="GluePoint95X" fmla="*/ 1866032 w 2455568"/>
              <a:gd name="GluePoint95Y" fmla="*/ 1676204 h 1849556"/>
              <a:gd name="GluePoint96X" fmla="*/ 1888238 w 2455568"/>
              <a:gd name="GluePoint96Y" fmla="*/ 1698411 h 1849556"/>
              <a:gd name="GluePoint97X" fmla="*/ 1866032 w 2455568"/>
              <a:gd name="GluePoint97Y" fmla="*/ 1720617 h 1849556"/>
              <a:gd name="GluePoint98X" fmla="*/ 1843825 w 2455568"/>
              <a:gd name="GluePoint98Y" fmla="*/ 1698411 h 1849556"/>
              <a:gd name="GluePoint99X" fmla="*/ 1866032 w 2455568"/>
              <a:gd name="GluePoint99Y" fmla="*/ 1676204 h 1849556"/>
              <a:gd name="GluePoint100X" fmla="*/ 1724199 w 2455568"/>
              <a:gd name="GluePoint100Y" fmla="*/ 1676204 h 1849556"/>
              <a:gd name="GluePoint101X" fmla="*/ 1746405 w 2455568"/>
              <a:gd name="GluePoint101Y" fmla="*/ 1698411 h 1849556"/>
              <a:gd name="GluePoint102X" fmla="*/ 1724199 w 2455568"/>
              <a:gd name="GluePoint102Y" fmla="*/ 1720617 h 1849556"/>
              <a:gd name="GluePoint103X" fmla="*/ 1701992 w 2455568"/>
              <a:gd name="GluePoint103Y" fmla="*/ 1698411 h 1849556"/>
              <a:gd name="GluePoint104X" fmla="*/ 1724199 w 2455568"/>
              <a:gd name="GluePoint104Y" fmla="*/ 1676204 h 1849556"/>
              <a:gd name="GluePoint105X" fmla="*/ 1582366 w 2455568"/>
              <a:gd name="GluePoint105Y" fmla="*/ 1676204 h 1849556"/>
              <a:gd name="GluePoint106X" fmla="*/ 1604573 w 2455568"/>
              <a:gd name="GluePoint106Y" fmla="*/ 1698411 h 1849556"/>
              <a:gd name="GluePoint107X" fmla="*/ 1582366 w 2455568"/>
              <a:gd name="GluePoint107Y" fmla="*/ 1720617 h 1849556"/>
              <a:gd name="GluePoint108X" fmla="*/ 1560160 w 2455568"/>
              <a:gd name="GluePoint108Y" fmla="*/ 1698411 h 1849556"/>
              <a:gd name="GluePoint109X" fmla="*/ 1582366 w 2455568"/>
              <a:gd name="GluePoint109Y" fmla="*/ 1676204 h 1849556"/>
              <a:gd name="GluePoint110X" fmla="*/ 1440534 w 2455568"/>
              <a:gd name="GluePoint110Y" fmla="*/ 1676204 h 1849556"/>
              <a:gd name="GluePoint111X" fmla="*/ 1462740 w 2455568"/>
              <a:gd name="GluePoint111Y" fmla="*/ 1698411 h 1849556"/>
              <a:gd name="GluePoint112X" fmla="*/ 1440534 w 2455568"/>
              <a:gd name="GluePoint112Y" fmla="*/ 1720617 h 1849556"/>
              <a:gd name="GluePoint113X" fmla="*/ 1418327 w 2455568"/>
              <a:gd name="GluePoint113Y" fmla="*/ 1698411 h 1849556"/>
              <a:gd name="GluePoint114X" fmla="*/ 1440534 w 2455568"/>
              <a:gd name="GluePoint114Y" fmla="*/ 1676204 h 1849556"/>
              <a:gd name="GluePoint115X" fmla="*/ 1298701 w 2455568"/>
              <a:gd name="GluePoint115Y" fmla="*/ 1676204 h 1849556"/>
              <a:gd name="GluePoint116X" fmla="*/ 1320907 w 2455568"/>
              <a:gd name="GluePoint116Y" fmla="*/ 1698411 h 1849556"/>
              <a:gd name="GluePoint117X" fmla="*/ 1298701 w 2455568"/>
              <a:gd name="GluePoint117Y" fmla="*/ 1720617 h 1849556"/>
              <a:gd name="GluePoint118X" fmla="*/ 1276494 w 2455568"/>
              <a:gd name="GluePoint118Y" fmla="*/ 1698411 h 1849556"/>
              <a:gd name="GluePoint119X" fmla="*/ 1298701 w 2455568"/>
              <a:gd name="GluePoint119Y" fmla="*/ 1676204 h 1849556"/>
              <a:gd name="GluePoint120X" fmla="*/ 1156868 w 2455568"/>
              <a:gd name="GluePoint120Y" fmla="*/ 1676204 h 1849556"/>
              <a:gd name="GluePoint121X" fmla="*/ 1179075 w 2455568"/>
              <a:gd name="GluePoint121Y" fmla="*/ 1698411 h 1849556"/>
              <a:gd name="GluePoint122X" fmla="*/ 1156868 w 2455568"/>
              <a:gd name="GluePoint122Y" fmla="*/ 1720617 h 1849556"/>
              <a:gd name="GluePoint123X" fmla="*/ 1134662 w 2455568"/>
              <a:gd name="GluePoint123Y" fmla="*/ 1698411 h 1849556"/>
              <a:gd name="GluePoint124X" fmla="*/ 1156868 w 2455568"/>
              <a:gd name="GluePoint124Y" fmla="*/ 1676204 h 1849556"/>
              <a:gd name="GluePoint125X" fmla="*/ 1015036 w 2455568"/>
              <a:gd name="GluePoint125Y" fmla="*/ 1676204 h 1849556"/>
              <a:gd name="GluePoint126X" fmla="*/ 1037242 w 2455568"/>
              <a:gd name="GluePoint126Y" fmla="*/ 1698411 h 1849556"/>
              <a:gd name="GluePoint127X" fmla="*/ 1015036 w 2455568"/>
              <a:gd name="GluePoint127Y" fmla="*/ 1720617 h 1849556"/>
              <a:gd name="GluePoint128X" fmla="*/ 992829 w 2455568"/>
              <a:gd name="GluePoint128Y" fmla="*/ 1698411 h 1849556"/>
              <a:gd name="GluePoint129X" fmla="*/ 1015036 w 2455568"/>
              <a:gd name="GluePoint129Y" fmla="*/ 1676204 h 1849556"/>
              <a:gd name="GluePoint130X" fmla="*/ 873203 w 2455568"/>
              <a:gd name="GluePoint130Y" fmla="*/ 1676204 h 1849556"/>
              <a:gd name="GluePoint131X" fmla="*/ 895409 w 2455568"/>
              <a:gd name="GluePoint131Y" fmla="*/ 1698411 h 1849556"/>
              <a:gd name="GluePoint132X" fmla="*/ 873203 w 2455568"/>
              <a:gd name="GluePoint132Y" fmla="*/ 1720617 h 1849556"/>
              <a:gd name="GluePoint133X" fmla="*/ 850996 w 2455568"/>
              <a:gd name="GluePoint133Y" fmla="*/ 1698411 h 1849556"/>
              <a:gd name="GluePoint134X" fmla="*/ 873203 w 2455568"/>
              <a:gd name="GluePoint134Y" fmla="*/ 1676204 h 1849556"/>
              <a:gd name="GluePoint135X" fmla="*/ 731370 w 2455568"/>
              <a:gd name="GluePoint135Y" fmla="*/ 1676204 h 1849556"/>
              <a:gd name="GluePoint136X" fmla="*/ 753577 w 2455568"/>
              <a:gd name="GluePoint136Y" fmla="*/ 1698411 h 1849556"/>
              <a:gd name="GluePoint137X" fmla="*/ 731370 w 2455568"/>
              <a:gd name="GluePoint137Y" fmla="*/ 1720617 h 1849556"/>
              <a:gd name="GluePoint138X" fmla="*/ 709164 w 2455568"/>
              <a:gd name="GluePoint138Y" fmla="*/ 1698411 h 1849556"/>
              <a:gd name="GluePoint139X" fmla="*/ 731370 w 2455568"/>
              <a:gd name="GluePoint139Y" fmla="*/ 1676204 h 1849556"/>
              <a:gd name="GluePoint140X" fmla="*/ 589538 w 2455568"/>
              <a:gd name="GluePoint140Y" fmla="*/ 1676204 h 1849556"/>
              <a:gd name="GluePoint141X" fmla="*/ 611744 w 2455568"/>
              <a:gd name="GluePoint141Y" fmla="*/ 1698411 h 1849556"/>
              <a:gd name="GluePoint142X" fmla="*/ 589538 w 2455568"/>
              <a:gd name="GluePoint142Y" fmla="*/ 1720617 h 1849556"/>
              <a:gd name="GluePoint143X" fmla="*/ 567331 w 2455568"/>
              <a:gd name="GluePoint143Y" fmla="*/ 1698411 h 1849556"/>
              <a:gd name="GluePoint144X" fmla="*/ 589538 w 2455568"/>
              <a:gd name="GluePoint144Y" fmla="*/ 1676204 h 1849556"/>
              <a:gd name="GluePoint145X" fmla="*/ 447705 w 2455568"/>
              <a:gd name="GluePoint145Y" fmla="*/ 1676204 h 1849556"/>
              <a:gd name="GluePoint146X" fmla="*/ 469911 w 2455568"/>
              <a:gd name="GluePoint146Y" fmla="*/ 1698411 h 1849556"/>
              <a:gd name="GluePoint147X" fmla="*/ 447705 w 2455568"/>
              <a:gd name="GluePoint147Y" fmla="*/ 1720617 h 1849556"/>
              <a:gd name="GluePoint148X" fmla="*/ 425498 w 2455568"/>
              <a:gd name="GluePoint148Y" fmla="*/ 1698411 h 1849556"/>
              <a:gd name="GluePoint149X" fmla="*/ 447705 w 2455568"/>
              <a:gd name="GluePoint149Y" fmla="*/ 1676204 h 1849556"/>
              <a:gd name="GluePoint150X" fmla="*/ 305872 w 2455568"/>
              <a:gd name="GluePoint150Y" fmla="*/ 1676204 h 1849556"/>
              <a:gd name="GluePoint151X" fmla="*/ 328079 w 2455568"/>
              <a:gd name="GluePoint151Y" fmla="*/ 1698411 h 1849556"/>
              <a:gd name="GluePoint152X" fmla="*/ 305872 w 2455568"/>
              <a:gd name="GluePoint152Y" fmla="*/ 1720617 h 1849556"/>
              <a:gd name="GluePoint153X" fmla="*/ 283666 w 2455568"/>
              <a:gd name="GluePoint153Y" fmla="*/ 1698411 h 1849556"/>
              <a:gd name="GluePoint154X" fmla="*/ 305872 w 2455568"/>
              <a:gd name="GluePoint154Y" fmla="*/ 1676204 h 1849556"/>
              <a:gd name="GluePoint155X" fmla="*/ 164040 w 2455568"/>
              <a:gd name="GluePoint155Y" fmla="*/ 1676204 h 1849556"/>
              <a:gd name="GluePoint156X" fmla="*/ 186246 w 2455568"/>
              <a:gd name="GluePoint156Y" fmla="*/ 1698411 h 1849556"/>
              <a:gd name="GluePoint157X" fmla="*/ 164040 w 2455568"/>
              <a:gd name="GluePoint157Y" fmla="*/ 1720617 h 1849556"/>
              <a:gd name="GluePoint158X" fmla="*/ 141833 w 2455568"/>
              <a:gd name="GluePoint158Y" fmla="*/ 1698411 h 1849556"/>
              <a:gd name="GluePoint159X" fmla="*/ 164040 w 2455568"/>
              <a:gd name="GluePoint159Y" fmla="*/ 1676204 h 1849556"/>
              <a:gd name="GluePoint160X" fmla="*/ 2291530 w 2455568"/>
              <a:gd name="GluePoint160Y" fmla="*/ 1547265 h 1849556"/>
              <a:gd name="GluePoint161X" fmla="*/ 2313737 w 2455568"/>
              <a:gd name="GluePoint161Y" fmla="*/ 1569472 h 1849556"/>
              <a:gd name="GluePoint162X" fmla="*/ 2291530 w 2455568"/>
              <a:gd name="GluePoint162Y" fmla="*/ 1591679 h 1849556"/>
              <a:gd name="GluePoint163X" fmla="*/ 2269322 w 2455568"/>
              <a:gd name="GluePoint163Y" fmla="*/ 1569472 h 1849556"/>
              <a:gd name="GluePoint164X" fmla="*/ 2291530 w 2455568"/>
              <a:gd name="GluePoint164Y" fmla="*/ 1547265 h 1849556"/>
              <a:gd name="GluePoint165X" fmla="*/ 2149697 w 2455568"/>
              <a:gd name="GluePoint165Y" fmla="*/ 1547265 h 1849556"/>
              <a:gd name="GluePoint166X" fmla="*/ 2171903 w 2455568"/>
              <a:gd name="GluePoint166Y" fmla="*/ 1569472 h 1849556"/>
              <a:gd name="GluePoint167X" fmla="*/ 2149697 w 2455568"/>
              <a:gd name="GluePoint167Y" fmla="*/ 1591679 h 1849556"/>
              <a:gd name="GluePoint168X" fmla="*/ 2127491 w 2455568"/>
              <a:gd name="GluePoint168Y" fmla="*/ 1569472 h 1849556"/>
              <a:gd name="GluePoint169X" fmla="*/ 2149697 w 2455568"/>
              <a:gd name="GluePoint169Y" fmla="*/ 1547265 h 1849556"/>
              <a:gd name="GluePoint170X" fmla="*/ 2007864 w 2455568"/>
              <a:gd name="GluePoint170Y" fmla="*/ 1547265 h 1849556"/>
              <a:gd name="GluePoint171X" fmla="*/ 2030072 w 2455568"/>
              <a:gd name="GluePoint171Y" fmla="*/ 1569472 h 1849556"/>
              <a:gd name="GluePoint172X" fmla="*/ 2007864 w 2455568"/>
              <a:gd name="GluePoint172Y" fmla="*/ 1591679 h 1849556"/>
              <a:gd name="GluePoint173X" fmla="*/ 1985657 w 2455568"/>
              <a:gd name="GluePoint173Y" fmla="*/ 1569472 h 1849556"/>
              <a:gd name="GluePoint174X" fmla="*/ 2007864 w 2455568"/>
              <a:gd name="GluePoint174Y" fmla="*/ 1547265 h 1849556"/>
              <a:gd name="GluePoint175X" fmla="*/ 1866032 w 2455568"/>
              <a:gd name="GluePoint175Y" fmla="*/ 1547265 h 1849556"/>
              <a:gd name="GluePoint176X" fmla="*/ 1888238 w 2455568"/>
              <a:gd name="GluePoint176Y" fmla="*/ 1569472 h 1849556"/>
              <a:gd name="GluePoint177X" fmla="*/ 1866032 w 2455568"/>
              <a:gd name="GluePoint177Y" fmla="*/ 1591679 h 1849556"/>
              <a:gd name="GluePoint178X" fmla="*/ 1843825 w 2455568"/>
              <a:gd name="GluePoint178Y" fmla="*/ 1569472 h 1849556"/>
              <a:gd name="GluePoint179X" fmla="*/ 1866032 w 2455568"/>
              <a:gd name="GluePoint179Y" fmla="*/ 1547265 h 1849556"/>
              <a:gd name="GluePoint180X" fmla="*/ 1724199 w 2455568"/>
              <a:gd name="GluePoint180Y" fmla="*/ 1547265 h 1849556"/>
              <a:gd name="GluePoint181X" fmla="*/ 1746405 w 2455568"/>
              <a:gd name="GluePoint181Y" fmla="*/ 1569472 h 1849556"/>
              <a:gd name="GluePoint182X" fmla="*/ 1724199 w 2455568"/>
              <a:gd name="GluePoint182Y" fmla="*/ 1591679 h 1849556"/>
              <a:gd name="GluePoint183X" fmla="*/ 1701992 w 2455568"/>
              <a:gd name="GluePoint183Y" fmla="*/ 1569472 h 1849556"/>
              <a:gd name="GluePoint184X" fmla="*/ 1724199 w 2455568"/>
              <a:gd name="GluePoint184Y" fmla="*/ 1547265 h 1849556"/>
              <a:gd name="GluePoint185X" fmla="*/ 1582366 w 2455568"/>
              <a:gd name="GluePoint185Y" fmla="*/ 1547265 h 1849556"/>
              <a:gd name="GluePoint186X" fmla="*/ 1604573 w 2455568"/>
              <a:gd name="GluePoint186Y" fmla="*/ 1569472 h 1849556"/>
              <a:gd name="GluePoint187X" fmla="*/ 1582366 w 2455568"/>
              <a:gd name="GluePoint187Y" fmla="*/ 1591679 h 1849556"/>
              <a:gd name="GluePoint188X" fmla="*/ 1560160 w 2455568"/>
              <a:gd name="GluePoint188Y" fmla="*/ 1569472 h 1849556"/>
              <a:gd name="GluePoint189X" fmla="*/ 1582366 w 2455568"/>
              <a:gd name="GluePoint189Y" fmla="*/ 1547265 h 1849556"/>
              <a:gd name="GluePoint190X" fmla="*/ 1440534 w 2455568"/>
              <a:gd name="GluePoint190Y" fmla="*/ 1547265 h 1849556"/>
              <a:gd name="GluePoint191X" fmla="*/ 1462740 w 2455568"/>
              <a:gd name="GluePoint191Y" fmla="*/ 1569472 h 1849556"/>
              <a:gd name="GluePoint192X" fmla="*/ 1440534 w 2455568"/>
              <a:gd name="GluePoint192Y" fmla="*/ 1591679 h 1849556"/>
              <a:gd name="GluePoint193X" fmla="*/ 1418327 w 2455568"/>
              <a:gd name="GluePoint193Y" fmla="*/ 1569472 h 1849556"/>
              <a:gd name="GluePoint194X" fmla="*/ 1440534 w 2455568"/>
              <a:gd name="GluePoint194Y" fmla="*/ 1547265 h 1849556"/>
              <a:gd name="GluePoint195X" fmla="*/ 1298701 w 2455568"/>
              <a:gd name="GluePoint195Y" fmla="*/ 1547265 h 1849556"/>
              <a:gd name="GluePoint196X" fmla="*/ 1320907 w 2455568"/>
              <a:gd name="GluePoint196Y" fmla="*/ 1569472 h 1849556"/>
              <a:gd name="GluePoint197X" fmla="*/ 1298701 w 2455568"/>
              <a:gd name="GluePoint197Y" fmla="*/ 1591679 h 1849556"/>
              <a:gd name="GluePoint198X" fmla="*/ 1276494 w 2455568"/>
              <a:gd name="GluePoint198Y" fmla="*/ 1569472 h 1849556"/>
              <a:gd name="GluePoint199X" fmla="*/ 1298701 w 2455568"/>
              <a:gd name="GluePoint199Y" fmla="*/ 1547265 h 1849556"/>
              <a:gd name="GluePoint200X" fmla="*/ 1156868 w 2455568"/>
              <a:gd name="GluePoint200Y" fmla="*/ 1547265 h 1849556"/>
              <a:gd name="GluePoint201X" fmla="*/ 1179075 w 2455568"/>
              <a:gd name="GluePoint201Y" fmla="*/ 1569472 h 1849556"/>
              <a:gd name="GluePoint202X" fmla="*/ 1156868 w 2455568"/>
              <a:gd name="GluePoint202Y" fmla="*/ 1591679 h 1849556"/>
              <a:gd name="GluePoint203X" fmla="*/ 1134662 w 2455568"/>
              <a:gd name="GluePoint203Y" fmla="*/ 1569472 h 1849556"/>
              <a:gd name="GluePoint204X" fmla="*/ 1156868 w 2455568"/>
              <a:gd name="GluePoint204Y" fmla="*/ 1547265 h 1849556"/>
              <a:gd name="GluePoint205X" fmla="*/ 1015036 w 2455568"/>
              <a:gd name="GluePoint205Y" fmla="*/ 1547265 h 1849556"/>
              <a:gd name="GluePoint206X" fmla="*/ 1037242 w 2455568"/>
              <a:gd name="GluePoint206Y" fmla="*/ 1569472 h 1849556"/>
              <a:gd name="GluePoint207X" fmla="*/ 1015036 w 2455568"/>
              <a:gd name="GluePoint207Y" fmla="*/ 1591679 h 1849556"/>
              <a:gd name="GluePoint208X" fmla="*/ 992829 w 2455568"/>
              <a:gd name="GluePoint208Y" fmla="*/ 1569472 h 1849556"/>
              <a:gd name="GluePoint209X" fmla="*/ 1015036 w 2455568"/>
              <a:gd name="GluePoint209Y" fmla="*/ 1547265 h 1849556"/>
              <a:gd name="GluePoint210X" fmla="*/ 873203 w 2455568"/>
              <a:gd name="GluePoint210Y" fmla="*/ 1547265 h 1849556"/>
              <a:gd name="GluePoint211X" fmla="*/ 895409 w 2455568"/>
              <a:gd name="GluePoint211Y" fmla="*/ 1569472 h 1849556"/>
              <a:gd name="GluePoint212X" fmla="*/ 873203 w 2455568"/>
              <a:gd name="GluePoint212Y" fmla="*/ 1591679 h 1849556"/>
              <a:gd name="GluePoint213X" fmla="*/ 850996 w 2455568"/>
              <a:gd name="GluePoint213Y" fmla="*/ 1569472 h 1849556"/>
              <a:gd name="GluePoint214X" fmla="*/ 873203 w 2455568"/>
              <a:gd name="GluePoint214Y" fmla="*/ 1547265 h 1849556"/>
              <a:gd name="GluePoint215X" fmla="*/ 731370 w 2455568"/>
              <a:gd name="GluePoint215Y" fmla="*/ 1547265 h 1849556"/>
              <a:gd name="GluePoint216X" fmla="*/ 753577 w 2455568"/>
              <a:gd name="GluePoint216Y" fmla="*/ 1569472 h 1849556"/>
              <a:gd name="GluePoint217X" fmla="*/ 731370 w 2455568"/>
              <a:gd name="GluePoint217Y" fmla="*/ 1591679 h 1849556"/>
              <a:gd name="GluePoint218X" fmla="*/ 709164 w 2455568"/>
              <a:gd name="GluePoint218Y" fmla="*/ 1569472 h 1849556"/>
              <a:gd name="GluePoint219X" fmla="*/ 731370 w 2455568"/>
              <a:gd name="GluePoint219Y" fmla="*/ 1547265 h 1849556"/>
              <a:gd name="GluePoint220X" fmla="*/ 589538 w 2455568"/>
              <a:gd name="GluePoint220Y" fmla="*/ 1547265 h 1849556"/>
              <a:gd name="GluePoint221X" fmla="*/ 611744 w 2455568"/>
              <a:gd name="GluePoint221Y" fmla="*/ 1569472 h 1849556"/>
              <a:gd name="GluePoint222X" fmla="*/ 589538 w 2455568"/>
              <a:gd name="GluePoint222Y" fmla="*/ 1591679 h 1849556"/>
              <a:gd name="GluePoint223X" fmla="*/ 567331 w 2455568"/>
              <a:gd name="GluePoint223Y" fmla="*/ 1569472 h 1849556"/>
              <a:gd name="GluePoint224X" fmla="*/ 589538 w 2455568"/>
              <a:gd name="GluePoint224Y" fmla="*/ 1547265 h 1849556"/>
              <a:gd name="GluePoint225X" fmla="*/ 447705 w 2455568"/>
              <a:gd name="GluePoint225Y" fmla="*/ 1547265 h 1849556"/>
              <a:gd name="GluePoint226X" fmla="*/ 469911 w 2455568"/>
              <a:gd name="GluePoint226Y" fmla="*/ 1569472 h 1849556"/>
              <a:gd name="GluePoint227X" fmla="*/ 447705 w 2455568"/>
              <a:gd name="GluePoint227Y" fmla="*/ 1591679 h 1849556"/>
              <a:gd name="GluePoint228X" fmla="*/ 425498 w 2455568"/>
              <a:gd name="GluePoint228Y" fmla="*/ 1569472 h 1849556"/>
              <a:gd name="GluePoint229X" fmla="*/ 447705 w 2455568"/>
              <a:gd name="GluePoint229Y" fmla="*/ 1547265 h 1849556"/>
              <a:gd name="GluePoint230X" fmla="*/ 305872 w 2455568"/>
              <a:gd name="GluePoint230Y" fmla="*/ 1547265 h 1849556"/>
              <a:gd name="GluePoint231X" fmla="*/ 328079 w 2455568"/>
              <a:gd name="GluePoint231Y" fmla="*/ 1569472 h 1849556"/>
              <a:gd name="GluePoint232X" fmla="*/ 305872 w 2455568"/>
              <a:gd name="GluePoint232Y" fmla="*/ 1591679 h 1849556"/>
              <a:gd name="GluePoint233X" fmla="*/ 283666 w 2455568"/>
              <a:gd name="GluePoint233Y" fmla="*/ 1569472 h 1849556"/>
              <a:gd name="GluePoint234X" fmla="*/ 305872 w 2455568"/>
              <a:gd name="GluePoint234Y" fmla="*/ 1547265 h 1849556"/>
              <a:gd name="GluePoint235X" fmla="*/ 164040 w 2455568"/>
              <a:gd name="GluePoint235Y" fmla="*/ 1547265 h 1849556"/>
              <a:gd name="GluePoint236X" fmla="*/ 186246 w 2455568"/>
              <a:gd name="GluePoint236Y" fmla="*/ 1569472 h 1849556"/>
              <a:gd name="GluePoint237X" fmla="*/ 164040 w 2455568"/>
              <a:gd name="GluePoint237Y" fmla="*/ 1591679 h 1849556"/>
              <a:gd name="GluePoint238X" fmla="*/ 141833 w 2455568"/>
              <a:gd name="GluePoint238Y" fmla="*/ 1569472 h 1849556"/>
              <a:gd name="GluePoint239X" fmla="*/ 164040 w 2455568"/>
              <a:gd name="GluePoint239Y" fmla="*/ 1547265 h 1849556"/>
              <a:gd name="GluePoint240X" fmla="*/ 2418552 w 2455568"/>
              <a:gd name="GluePoint240Y" fmla="*/ 1424462 h 1849556"/>
              <a:gd name="GluePoint241X" fmla="*/ 2412532 w 2455568"/>
              <a:gd name="GluePoint241Y" fmla="*/ 1443855 h 1849556"/>
              <a:gd name="GluePoint242X" fmla="*/ 2411156 w 2455568"/>
              <a:gd name="GluePoint242Y" fmla="*/ 1440533 h 1849556"/>
              <a:gd name="GluePoint243X" fmla="*/ 2417660 w 2455568"/>
              <a:gd name="GluePoint243Y" fmla="*/ 1424831 h 1849556"/>
              <a:gd name="GluePoint244X" fmla="*/ 2291530 w 2455568"/>
              <a:gd name="GluePoint244Y" fmla="*/ 1418327 h 1849556"/>
              <a:gd name="GluePoint245X" fmla="*/ 2313737 w 2455568"/>
              <a:gd name="GluePoint245Y" fmla="*/ 1440533 h 1849556"/>
              <a:gd name="GluePoint246X" fmla="*/ 2291530 w 2455568"/>
              <a:gd name="GluePoint246Y" fmla="*/ 1462740 h 1849556"/>
              <a:gd name="GluePoint247X" fmla="*/ 2269322 w 2455568"/>
              <a:gd name="GluePoint247Y" fmla="*/ 1440533 h 1849556"/>
              <a:gd name="GluePoint248X" fmla="*/ 2291530 w 2455568"/>
              <a:gd name="GluePoint248Y" fmla="*/ 1418327 h 1849556"/>
              <a:gd name="GluePoint249X" fmla="*/ 2149697 w 2455568"/>
              <a:gd name="GluePoint249Y" fmla="*/ 1418327 h 1849556"/>
              <a:gd name="GluePoint250X" fmla="*/ 2171903 w 2455568"/>
              <a:gd name="GluePoint250Y" fmla="*/ 1440533 h 1849556"/>
              <a:gd name="GluePoint251X" fmla="*/ 2149697 w 2455568"/>
              <a:gd name="GluePoint251Y" fmla="*/ 1462740 h 1849556"/>
              <a:gd name="GluePoint252X" fmla="*/ 2127491 w 2455568"/>
              <a:gd name="GluePoint252Y" fmla="*/ 1440533 h 1849556"/>
              <a:gd name="GluePoint253X" fmla="*/ 2149697 w 2455568"/>
              <a:gd name="GluePoint253Y" fmla="*/ 1418327 h 1849556"/>
              <a:gd name="GluePoint254X" fmla="*/ 2007864 w 2455568"/>
              <a:gd name="GluePoint254Y" fmla="*/ 1418327 h 1849556"/>
              <a:gd name="GluePoint255X" fmla="*/ 2030072 w 2455568"/>
              <a:gd name="GluePoint255Y" fmla="*/ 1440533 h 1849556"/>
              <a:gd name="GluePoint256X" fmla="*/ 2007864 w 2455568"/>
              <a:gd name="GluePoint256Y" fmla="*/ 1462740 h 1849556"/>
              <a:gd name="GluePoint257X" fmla="*/ 1985657 w 2455568"/>
              <a:gd name="GluePoint257Y" fmla="*/ 1440533 h 1849556"/>
              <a:gd name="GluePoint258X" fmla="*/ 2007864 w 2455568"/>
              <a:gd name="GluePoint258Y" fmla="*/ 1418327 h 1849556"/>
              <a:gd name="GluePoint259X" fmla="*/ 1866032 w 2455568"/>
              <a:gd name="GluePoint259Y" fmla="*/ 1418327 h 1849556"/>
              <a:gd name="GluePoint260X" fmla="*/ 1888238 w 2455568"/>
              <a:gd name="GluePoint260Y" fmla="*/ 1440533 h 1849556"/>
              <a:gd name="GluePoint261X" fmla="*/ 1866032 w 2455568"/>
              <a:gd name="GluePoint261Y" fmla="*/ 1462740 h 1849556"/>
              <a:gd name="GluePoint262X" fmla="*/ 1843825 w 2455568"/>
              <a:gd name="GluePoint262Y" fmla="*/ 1440533 h 1849556"/>
              <a:gd name="GluePoint263X" fmla="*/ 1866032 w 2455568"/>
              <a:gd name="GluePoint263Y" fmla="*/ 1418327 h 1849556"/>
              <a:gd name="GluePoint264X" fmla="*/ 1724199 w 2455568"/>
              <a:gd name="GluePoint264Y" fmla="*/ 1418327 h 1849556"/>
              <a:gd name="GluePoint265X" fmla="*/ 1746405 w 2455568"/>
              <a:gd name="GluePoint265Y" fmla="*/ 1440533 h 1849556"/>
              <a:gd name="GluePoint266X" fmla="*/ 1724199 w 2455568"/>
              <a:gd name="GluePoint266Y" fmla="*/ 1462740 h 1849556"/>
              <a:gd name="GluePoint267X" fmla="*/ 1701992 w 2455568"/>
              <a:gd name="GluePoint267Y" fmla="*/ 1440533 h 1849556"/>
              <a:gd name="GluePoint268X" fmla="*/ 1724199 w 2455568"/>
              <a:gd name="GluePoint268Y" fmla="*/ 1418327 h 1849556"/>
              <a:gd name="GluePoint269X" fmla="*/ 1582366 w 2455568"/>
              <a:gd name="GluePoint269Y" fmla="*/ 1418327 h 1849556"/>
              <a:gd name="GluePoint270X" fmla="*/ 1604573 w 2455568"/>
              <a:gd name="GluePoint270Y" fmla="*/ 1440533 h 1849556"/>
              <a:gd name="GluePoint271X" fmla="*/ 1582366 w 2455568"/>
              <a:gd name="GluePoint271Y" fmla="*/ 1462740 h 1849556"/>
              <a:gd name="GluePoint272X" fmla="*/ 1560160 w 2455568"/>
              <a:gd name="GluePoint272Y" fmla="*/ 1440533 h 1849556"/>
              <a:gd name="GluePoint273X" fmla="*/ 1582366 w 2455568"/>
              <a:gd name="GluePoint273Y" fmla="*/ 1418327 h 1849556"/>
              <a:gd name="GluePoint274X" fmla="*/ 1440534 w 2455568"/>
              <a:gd name="GluePoint274Y" fmla="*/ 1418327 h 1849556"/>
              <a:gd name="GluePoint275X" fmla="*/ 1462740 w 2455568"/>
              <a:gd name="GluePoint275Y" fmla="*/ 1440533 h 1849556"/>
              <a:gd name="GluePoint276X" fmla="*/ 1440534 w 2455568"/>
              <a:gd name="GluePoint276Y" fmla="*/ 1462740 h 1849556"/>
              <a:gd name="GluePoint277X" fmla="*/ 1418327 w 2455568"/>
              <a:gd name="GluePoint277Y" fmla="*/ 1440533 h 1849556"/>
              <a:gd name="GluePoint278X" fmla="*/ 1440534 w 2455568"/>
              <a:gd name="GluePoint278Y" fmla="*/ 1418327 h 1849556"/>
              <a:gd name="GluePoint279X" fmla="*/ 1298701 w 2455568"/>
              <a:gd name="GluePoint279Y" fmla="*/ 1418327 h 1849556"/>
              <a:gd name="GluePoint280X" fmla="*/ 1320907 w 2455568"/>
              <a:gd name="GluePoint280Y" fmla="*/ 1440533 h 1849556"/>
              <a:gd name="GluePoint281X" fmla="*/ 1298701 w 2455568"/>
              <a:gd name="GluePoint281Y" fmla="*/ 1462740 h 1849556"/>
              <a:gd name="GluePoint282X" fmla="*/ 1276494 w 2455568"/>
              <a:gd name="GluePoint282Y" fmla="*/ 1440533 h 1849556"/>
              <a:gd name="GluePoint283X" fmla="*/ 1298701 w 2455568"/>
              <a:gd name="GluePoint283Y" fmla="*/ 1418327 h 1849556"/>
              <a:gd name="GluePoint284X" fmla="*/ 1156868 w 2455568"/>
              <a:gd name="GluePoint284Y" fmla="*/ 1418327 h 1849556"/>
              <a:gd name="GluePoint285X" fmla="*/ 1179075 w 2455568"/>
              <a:gd name="GluePoint285Y" fmla="*/ 1440533 h 1849556"/>
              <a:gd name="GluePoint286X" fmla="*/ 1156868 w 2455568"/>
              <a:gd name="GluePoint286Y" fmla="*/ 1462740 h 1849556"/>
              <a:gd name="GluePoint287X" fmla="*/ 1134662 w 2455568"/>
              <a:gd name="GluePoint287Y" fmla="*/ 1440533 h 1849556"/>
              <a:gd name="GluePoint288X" fmla="*/ 1156868 w 2455568"/>
              <a:gd name="GluePoint288Y" fmla="*/ 1418327 h 1849556"/>
              <a:gd name="GluePoint289X" fmla="*/ 1015036 w 2455568"/>
              <a:gd name="GluePoint289Y" fmla="*/ 1418327 h 1849556"/>
              <a:gd name="GluePoint290X" fmla="*/ 1037242 w 2455568"/>
              <a:gd name="GluePoint290Y" fmla="*/ 1440533 h 1849556"/>
              <a:gd name="GluePoint291X" fmla="*/ 1015036 w 2455568"/>
              <a:gd name="GluePoint291Y" fmla="*/ 1462740 h 1849556"/>
              <a:gd name="GluePoint292X" fmla="*/ 992829 w 2455568"/>
              <a:gd name="GluePoint292Y" fmla="*/ 1440533 h 1849556"/>
              <a:gd name="GluePoint293X" fmla="*/ 1015036 w 2455568"/>
              <a:gd name="GluePoint293Y" fmla="*/ 1418327 h 1849556"/>
              <a:gd name="GluePoint294X" fmla="*/ 873203 w 2455568"/>
              <a:gd name="GluePoint294Y" fmla="*/ 1418327 h 1849556"/>
              <a:gd name="GluePoint295X" fmla="*/ 895409 w 2455568"/>
              <a:gd name="GluePoint295Y" fmla="*/ 1440533 h 1849556"/>
              <a:gd name="GluePoint296X" fmla="*/ 873203 w 2455568"/>
              <a:gd name="GluePoint296Y" fmla="*/ 1462740 h 1849556"/>
              <a:gd name="GluePoint297X" fmla="*/ 850996 w 2455568"/>
              <a:gd name="GluePoint297Y" fmla="*/ 1440533 h 1849556"/>
              <a:gd name="GluePoint298X" fmla="*/ 873203 w 2455568"/>
              <a:gd name="GluePoint298Y" fmla="*/ 1418327 h 1849556"/>
              <a:gd name="GluePoint299X" fmla="*/ 731370 w 2455568"/>
              <a:gd name="GluePoint299Y" fmla="*/ 1418327 h 1849556"/>
              <a:gd name="GluePoint300X" fmla="*/ 753577 w 2455568"/>
              <a:gd name="GluePoint300Y" fmla="*/ 1440533 h 1849556"/>
              <a:gd name="GluePoint301X" fmla="*/ 731370 w 2455568"/>
              <a:gd name="GluePoint301Y" fmla="*/ 1462740 h 1849556"/>
              <a:gd name="GluePoint302X" fmla="*/ 709164 w 2455568"/>
              <a:gd name="GluePoint302Y" fmla="*/ 1440533 h 1849556"/>
              <a:gd name="GluePoint303X" fmla="*/ 731370 w 2455568"/>
              <a:gd name="GluePoint303Y" fmla="*/ 1418327 h 1849556"/>
              <a:gd name="GluePoint304X" fmla="*/ 589538 w 2455568"/>
              <a:gd name="GluePoint304Y" fmla="*/ 1418327 h 1849556"/>
              <a:gd name="GluePoint305X" fmla="*/ 611744 w 2455568"/>
              <a:gd name="GluePoint305Y" fmla="*/ 1440533 h 1849556"/>
              <a:gd name="GluePoint306X" fmla="*/ 589538 w 2455568"/>
              <a:gd name="GluePoint306Y" fmla="*/ 1462740 h 1849556"/>
              <a:gd name="GluePoint307X" fmla="*/ 567331 w 2455568"/>
              <a:gd name="GluePoint307Y" fmla="*/ 1440533 h 1849556"/>
              <a:gd name="GluePoint308X" fmla="*/ 589538 w 2455568"/>
              <a:gd name="GluePoint308Y" fmla="*/ 1418327 h 1849556"/>
              <a:gd name="GluePoint309X" fmla="*/ 447705 w 2455568"/>
              <a:gd name="GluePoint309Y" fmla="*/ 1418327 h 1849556"/>
              <a:gd name="GluePoint310X" fmla="*/ 469911 w 2455568"/>
              <a:gd name="GluePoint310Y" fmla="*/ 1440533 h 1849556"/>
              <a:gd name="GluePoint311X" fmla="*/ 447705 w 2455568"/>
              <a:gd name="GluePoint311Y" fmla="*/ 1462740 h 1849556"/>
              <a:gd name="GluePoint312X" fmla="*/ 425498 w 2455568"/>
              <a:gd name="GluePoint312Y" fmla="*/ 1440533 h 1849556"/>
              <a:gd name="GluePoint313X" fmla="*/ 447705 w 2455568"/>
              <a:gd name="GluePoint313Y" fmla="*/ 1418327 h 1849556"/>
              <a:gd name="GluePoint314X" fmla="*/ 305872 w 2455568"/>
              <a:gd name="GluePoint314Y" fmla="*/ 1418327 h 1849556"/>
              <a:gd name="GluePoint315X" fmla="*/ 328079 w 2455568"/>
              <a:gd name="GluePoint315Y" fmla="*/ 1440533 h 1849556"/>
              <a:gd name="GluePoint316X" fmla="*/ 305872 w 2455568"/>
              <a:gd name="GluePoint316Y" fmla="*/ 1462740 h 1849556"/>
              <a:gd name="GluePoint317X" fmla="*/ 283666 w 2455568"/>
              <a:gd name="GluePoint317Y" fmla="*/ 1440533 h 1849556"/>
              <a:gd name="GluePoint318X" fmla="*/ 305872 w 2455568"/>
              <a:gd name="GluePoint318Y" fmla="*/ 1418327 h 1849556"/>
              <a:gd name="GluePoint319X" fmla="*/ 164040 w 2455568"/>
              <a:gd name="GluePoint319Y" fmla="*/ 1418327 h 1849556"/>
              <a:gd name="GluePoint320X" fmla="*/ 186246 w 2455568"/>
              <a:gd name="GluePoint320Y" fmla="*/ 1440533 h 1849556"/>
              <a:gd name="GluePoint321X" fmla="*/ 164040 w 2455568"/>
              <a:gd name="GluePoint321Y" fmla="*/ 1462740 h 1849556"/>
              <a:gd name="GluePoint322X" fmla="*/ 141833 w 2455568"/>
              <a:gd name="GluePoint322Y" fmla="*/ 1440533 h 1849556"/>
              <a:gd name="GluePoint323X" fmla="*/ 164040 w 2455568"/>
              <a:gd name="GluePoint323Y" fmla="*/ 1418327 h 1849556"/>
              <a:gd name="GluePoint324X" fmla="*/ 2433362 w 2455568"/>
              <a:gd name="GluePoint324Y" fmla="*/ 1289388 h 1849556"/>
              <a:gd name="GluePoint325X" fmla="*/ 2449064 w 2455568"/>
              <a:gd name="GluePoint325Y" fmla="*/ 1295892 h 1849556"/>
              <a:gd name="GluePoint326X" fmla="*/ 2449722 w 2455568"/>
              <a:gd name="GluePoint326Y" fmla="*/ 1297480 h 1849556"/>
              <a:gd name="GluePoint327X" fmla="*/ 2446613 w 2455568"/>
              <a:gd name="GluePoint327Y" fmla="*/ 1328312 h 1849556"/>
              <a:gd name="GluePoint328X" fmla="*/ 2433362 w 2455568"/>
              <a:gd name="GluePoint328Y" fmla="*/ 1333801 h 1849556"/>
              <a:gd name="GluePoint329X" fmla="*/ 2411156 w 2455568"/>
              <a:gd name="GluePoint329Y" fmla="*/ 1311594 h 1849556"/>
              <a:gd name="GluePoint330X" fmla="*/ 2433362 w 2455568"/>
              <a:gd name="GluePoint330Y" fmla="*/ 1289388 h 1849556"/>
              <a:gd name="GluePoint331X" fmla="*/ 2291530 w 2455568"/>
              <a:gd name="GluePoint331Y" fmla="*/ 1289388 h 1849556"/>
              <a:gd name="GluePoint332X" fmla="*/ 2313737 w 2455568"/>
              <a:gd name="GluePoint332Y" fmla="*/ 1311594 h 1849556"/>
              <a:gd name="GluePoint333X" fmla="*/ 2291530 w 2455568"/>
              <a:gd name="GluePoint333Y" fmla="*/ 1333801 h 1849556"/>
              <a:gd name="GluePoint334X" fmla="*/ 2269322 w 2455568"/>
              <a:gd name="GluePoint334Y" fmla="*/ 1311594 h 1849556"/>
              <a:gd name="GluePoint335X" fmla="*/ 2291530 w 2455568"/>
              <a:gd name="GluePoint335Y" fmla="*/ 1289388 h 1849556"/>
              <a:gd name="GluePoint336X" fmla="*/ 2149697 w 2455568"/>
              <a:gd name="GluePoint336Y" fmla="*/ 1289388 h 1849556"/>
              <a:gd name="GluePoint337X" fmla="*/ 2171903 w 2455568"/>
              <a:gd name="GluePoint337Y" fmla="*/ 1311594 h 1849556"/>
              <a:gd name="GluePoint338X" fmla="*/ 2149697 w 2455568"/>
              <a:gd name="GluePoint338Y" fmla="*/ 1333801 h 1849556"/>
              <a:gd name="GluePoint339X" fmla="*/ 2127491 w 2455568"/>
              <a:gd name="GluePoint339Y" fmla="*/ 1311594 h 1849556"/>
              <a:gd name="GluePoint340X" fmla="*/ 2149697 w 2455568"/>
              <a:gd name="GluePoint340Y" fmla="*/ 1289388 h 1849556"/>
              <a:gd name="GluePoint341X" fmla="*/ 2007864 w 2455568"/>
              <a:gd name="GluePoint341Y" fmla="*/ 1289388 h 1849556"/>
              <a:gd name="GluePoint342X" fmla="*/ 2030072 w 2455568"/>
              <a:gd name="GluePoint342Y" fmla="*/ 1311594 h 1849556"/>
              <a:gd name="GluePoint343X" fmla="*/ 2007864 w 2455568"/>
              <a:gd name="GluePoint343Y" fmla="*/ 1333801 h 1849556"/>
              <a:gd name="GluePoint344X" fmla="*/ 1985657 w 2455568"/>
              <a:gd name="GluePoint344Y" fmla="*/ 1311594 h 1849556"/>
              <a:gd name="GluePoint345X" fmla="*/ 2007864 w 2455568"/>
              <a:gd name="GluePoint345Y" fmla="*/ 1289388 h 1849556"/>
              <a:gd name="GluePoint346X" fmla="*/ 1866032 w 2455568"/>
              <a:gd name="GluePoint346Y" fmla="*/ 1289388 h 1849556"/>
              <a:gd name="GluePoint347X" fmla="*/ 1888238 w 2455568"/>
              <a:gd name="GluePoint347Y" fmla="*/ 1311594 h 1849556"/>
              <a:gd name="GluePoint348X" fmla="*/ 1866032 w 2455568"/>
              <a:gd name="GluePoint348Y" fmla="*/ 1333801 h 1849556"/>
              <a:gd name="GluePoint349X" fmla="*/ 1843825 w 2455568"/>
              <a:gd name="GluePoint349Y" fmla="*/ 1311594 h 1849556"/>
              <a:gd name="GluePoint350X" fmla="*/ 1866032 w 2455568"/>
              <a:gd name="GluePoint350Y" fmla="*/ 1289388 h 1849556"/>
              <a:gd name="GluePoint351X" fmla="*/ 1724199 w 2455568"/>
              <a:gd name="GluePoint351Y" fmla="*/ 1289388 h 1849556"/>
              <a:gd name="GluePoint352X" fmla="*/ 1746405 w 2455568"/>
              <a:gd name="GluePoint352Y" fmla="*/ 1311594 h 1849556"/>
              <a:gd name="GluePoint353X" fmla="*/ 1724199 w 2455568"/>
              <a:gd name="GluePoint353Y" fmla="*/ 1333801 h 1849556"/>
              <a:gd name="GluePoint354X" fmla="*/ 1701992 w 2455568"/>
              <a:gd name="GluePoint354Y" fmla="*/ 1311594 h 1849556"/>
              <a:gd name="GluePoint355X" fmla="*/ 1724199 w 2455568"/>
              <a:gd name="GluePoint355Y" fmla="*/ 1289388 h 1849556"/>
              <a:gd name="GluePoint356X" fmla="*/ 1582366 w 2455568"/>
              <a:gd name="GluePoint356Y" fmla="*/ 1289388 h 1849556"/>
              <a:gd name="GluePoint357X" fmla="*/ 1604573 w 2455568"/>
              <a:gd name="GluePoint357Y" fmla="*/ 1311594 h 1849556"/>
              <a:gd name="GluePoint358X" fmla="*/ 1582366 w 2455568"/>
              <a:gd name="GluePoint358Y" fmla="*/ 1333801 h 1849556"/>
              <a:gd name="GluePoint359X" fmla="*/ 1560160 w 2455568"/>
              <a:gd name="GluePoint359Y" fmla="*/ 1311594 h 1849556"/>
              <a:gd name="GluePoint360X" fmla="*/ 1582366 w 2455568"/>
              <a:gd name="GluePoint360Y" fmla="*/ 1289388 h 1849556"/>
              <a:gd name="GluePoint361X" fmla="*/ 1440534 w 2455568"/>
              <a:gd name="GluePoint361Y" fmla="*/ 1289388 h 1849556"/>
              <a:gd name="GluePoint362X" fmla="*/ 1462740 w 2455568"/>
              <a:gd name="GluePoint362Y" fmla="*/ 1311594 h 1849556"/>
              <a:gd name="GluePoint363X" fmla="*/ 1440534 w 2455568"/>
              <a:gd name="GluePoint363Y" fmla="*/ 1333801 h 1849556"/>
              <a:gd name="GluePoint364X" fmla="*/ 1418327 w 2455568"/>
              <a:gd name="GluePoint364Y" fmla="*/ 1311594 h 1849556"/>
              <a:gd name="GluePoint365X" fmla="*/ 1440534 w 2455568"/>
              <a:gd name="GluePoint365Y" fmla="*/ 1289388 h 1849556"/>
              <a:gd name="GluePoint366X" fmla="*/ 1298701 w 2455568"/>
              <a:gd name="GluePoint366Y" fmla="*/ 1289388 h 1849556"/>
              <a:gd name="GluePoint367X" fmla="*/ 1320907 w 2455568"/>
              <a:gd name="GluePoint367Y" fmla="*/ 1311594 h 1849556"/>
              <a:gd name="GluePoint368X" fmla="*/ 1298701 w 2455568"/>
              <a:gd name="GluePoint368Y" fmla="*/ 1333801 h 1849556"/>
              <a:gd name="GluePoint369X" fmla="*/ 1276494 w 2455568"/>
              <a:gd name="GluePoint369Y" fmla="*/ 1311594 h 1849556"/>
              <a:gd name="GluePoint370X" fmla="*/ 1298701 w 2455568"/>
              <a:gd name="GluePoint370Y" fmla="*/ 1289388 h 1849556"/>
              <a:gd name="GluePoint371X" fmla="*/ 1156868 w 2455568"/>
              <a:gd name="GluePoint371Y" fmla="*/ 1289388 h 1849556"/>
              <a:gd name="GluePoint372X" fmla="*/ 1179075 w 2455568"/>
              <a:gd name="GluePoint372Y" fmla="*/ 1311594 h 1849556"/>
              <a:gd name="GluePoint373X" fmla="*/ 1156868 w 2455568"/>
              <a:gd name="GluePoint373Y" fmla="*/ 1333801 h 1849556"/>
              <a:gd name="GluePoint374X" fmla="*/ 1134662 w 2455568"/>
              <a:gd name="GluePoint374Y" fmla="*/ 1311594 h 1849556"/>
              <a:gd name="GluePoint375X" fmla="*/ 1156868 w 2455568"/>
              <a:gd name="GluePoint375Y" fmla="*/ 1289388 h 1849556"/>
              <a:gd name="GluePoint376X" fmla="*/ 1015036 w 2455568"/>
              <a:gd name="GluePoint376Y" fmla="*/ 1289388 h 1849556"/>
              <a:gd name="GluePoint377X" fmla="*/ 1037242 w 2455568"/>
              <a:gd name="GluePoint377Y" fmla="*/ 1311594 h 1849556"/>
              <a:gd name="GluePoint378X" fmla="*/ 1015036 w 2455568"/>
              <a:gd name="GluePoint378Y" fmla="*/ 1333801 h 1849556"/>
              <a:gd name="GluePoint379X" fmla="*/ 992829 w 2455568"/>
              <a:gd name="GluePoint379Y" fmla="*/ 1311594 h 1849556"/>
              <a:gd name="GluePoint380X" fmla="*/ 1015036 w 2455568"/>
              <a:gd name="GluePoint380Y" fmla="*/ 1289388 h 1849556"/>
              <a:gd name="GluePoint381X" fmla="*/ 873203 w 2455568"/>
              <a:gd name="GluePoint381Y" fmla="*/ 1289388 h 1849556"/>
              <a:gd name="GluePoint382X" fmla="*/ 895409 w 2455568"/>
              <a:gd name="GluePoint382Y" fmla="*/ 1311594 h 1849556"/>
              <a:gd name="GluePoint383X" fmla="*/ 873203 w 2455568"/>
              <a:gd name="GluePoint383Y" fmla="*/ 1333801 h 1849556"/>
              <a:gd name="GluePoint384X" fmla="*/ 850996 w 2455568"/>
              <a:gd name="GluePoint384Y" fmla="*/ 1311594 h 1849556"/>
              <a:gd name="GluePoint385X" fmla="*/ 873203 w 2455568"/>
              <a:gd name="GluePoint385Y" fmla="*/ 1289388 h 1849556"/>
              <a:gd name="GluePoint386X" fmla="*/ 731370 w 2455568"/>
              <a:gd name="GluePoint386Y" fmla="*/ 1289388 h 1849556"/>
              <a:gd name="GluePoint387X" fmla="*/ 753577 w 2455568"/>
              <a:gd name="GluePoint387Y" fmla="*/ 1311594 h 1849556"/>
              <a:gd name="GluePoint388X" fmla="*/ 731370 w 2455568"/>
              <a:gd name="GluePoint388Y" fmla="*/ 1333801 h 1849556"/>
              <a:gd name="GluePoint389X" fmla="*/ 709164 w 2455568"/>
              <a:gd name="GluePoint389Y" fmla="*/ 1311594 h 1849556"/>
              <a:gd name="GluePoint390X" fmla="*/ 731370 w 2455568"/>
              <a:gd name="GluePoint390Y" fmla="*/ 1289388 h 1849556"/>
              <a:gd name="GluePoint391X" fmla="*/ 589538 w 2455568"/>
              <a:gd name="GluePoint391Y" fmla="*/ 1289388 h 1849556"/>
              <a:gd name="GluePoint392X" fmla="*/ 611744 w 2455568"/>
              <a:gd name="GluePoint392Y" fmla="*/ 1311594 h 1849556"/>
              <a:gd name="GluePoint393X" fmla="*/ 589538 w 2455568"/>
              <a:gd name="GluePoint393Y" fmla="*/ 1333801 h 1849556"/>
              <a:gd name="GluePoint394X" fmla="*/ 567331 w 2455568"/>
              <a:gd name="GluePoint394Y" fmla="*/ 1311594 h 1849556"/>
              <a:gd name="GluePoint395X" fmla="*/ 589538 w 2455568"/>
              <a:gd name="GluePoint395Y" fmla="*/ 1289388 h 1849556"/>
              <a:gd name="GluePoint396X" fmla="*/ 447705 w 2455568"/>
              <a:gd name="GluePoint396Y" fmla="*/ 1289388 h 1849556"/>
              <a:gd name="GluePoint397X" fmla="*/ 469911 w 2455568"/>
              <a:gd name="GluePoint397Y" fmla="*/ 1311594 h 1849556"/>
              <a:gd name="GluePoint398X" fmla="*/ 447705 w 2455568"/>
              <a:gd name="GluePoint398Y" fmla="*/ 1333801 h 1849556"/>
              <a:gd name="GluePoint399X" fmla="*/ 425498 w 2455568"/>
              <a:gd name="GluePoint399Y" fmla="*/ 1311594 h 1849556"/>
              <a:gd name="GluePoint400X" fmla="*/ 447705 w 2455568"/>
              <a:gd name="GluePoint400Y" fmla="*/ 1289388 h 1849556"/>
              <a:gd name="GluePoint401X" fmla="*/ 305872 w 2455568"/>
              <a:gd name="GluePoint401Y" fmla="*/ 1289388 h 1849556"/>
              <a:gd name="GluePoint402X" fmla="*/ 328079 w 2455568"/>
              <a:gd name="GluePoint402Y" fmla="*/ 1311594 h 1849556"/>
              <a:gd name="GluePoint403X" fmla="*/ 305872 w 2455568"/>
              <a:gd name="GluePoint403Y" fmla="*/ 1333801 h 1849556"/>
              <a:gd name="GluePoint404X" fmla="*/ 283666 w 2455568"/>
              <a:gd name="GluePoint404Y" fmla="*/ 1311594 h 1849556"/>
              <a:gd name="GluePoint405X" fmla="*/ 305872 w 2455568"/>
              <a:gd name="GluePoint405Y" fmla="*/ 1289388 h 1849556"/>
              <a:gd name="GluePoint406X" fmla="*/ 164040 w 2455568"/>
              <a:gd name="GluePoint406Y" fmla="*/ 1289388 h 1849556"/>
              <a:gd name="GluePoint407X" fmla="*/ 186246 w 2455568"/>
              <a:gd name="GluePoint407Y" fmla="*/ 1311594 h 1849556"/>
              <a:gd name="GluePoint408X" fmla="*/ 164040 w 2455568"/>
              <a:gd name="GluePoint408Y" fmla="*/ 1333801 h 1849556"/>
              <a:gd name="GluePoint409X" fmla="*/ 141833 w 2455568"/>
              <a:gd name="GluePoint409Y" fmla="*/ 1311594 h 1849556"/>
              <a:gd name="GluePoint410X" fmla="*/ 164040 w 2455568"/>
              <a:gd name="GluePoint410Y" fmla="*/ 1289388 h 1849556"/>
              <a:gd name="GluePoint411X" fmla="*/ 2433362 w 2455568"/>
              <a:gd name="GluePoint411Y" fmla="*/ 1160449 h 1849556"/>
              <a:gd name="GluePoint412X" fmla="*/ 2455568 w 2455568"/>
              <a:gd name="GluePoint412Y" fmla="*/ 1182656 h 1849556"/>
              <a:gd name="GluePoint413X" fmla="*/ 2433362 w 2455568"/>
              <a:gd name="GluePoint413Y" fmla="*/ 1204862 h 1849556"/>
              <a:gd name="GluePoint414X" fmla="*/ 2411156 w 2455568"/>
              <a:gd name="GluePoint414Y" fmla="*/ 1182656 h 1849556"/>
              <a:gd name="GluePoint415X" fmla="*/ 2433362 w 2455568"/>
              <a:gd name="GluePoint415Y" fmla="*/ 1160449 h 1849556"/>
              <a:gd name="GluePoint416X" fmla="*/ 2291530 w 2455568"/>
              <a:gd name="GluePoint416Y" fmla="*/ 1160449 h 1849556"/>
              <a:gd name="GluePoint417X" fmla="*/ 2313737 w 2455568"/>
              <a:gd name="GluePoint417Y" fmla="*/ 1182656 h 1849556"/>
              <a:gd name="GluePoint418X" fmla="*/ 2291530 w 2455568"/>
              <a:gd name="GluePoint418Y" fmla="*/ 1204862 h 1849556"/>
              <a:gd name="GluePoint419X" fmla="*/ 2269322 w 2455568"/>
              <a:gd name="GluePoint419Y" fmla="*/ 1182656 h 1849556"/>
              <a:gd name="GluePoint420X" fmla="*/ 2291530 w 2455568"/>
              <a:gd name="GluePoint420Y" fmla="*/ 1160449 h 1849556"/>
              <a:gd name="GluePoint421X" fmla="*/ 2149697 w 2455568"/>
              <a:gd name="GluePoint421Y" fmla="*/ 1160449 h 1849556"/>
              <a:gd name="GluePoint422X" fmla="*/ 2171903 w 2455568"/>
              <a:gd name="GluePoint422Y" fmla="*/ 1182656 h 1849556"/>
              <a:gd name="GluePoint423X" fmla="*/ 2149697 w 2455568"/>
              <a:gd name="GluePoint423Y" fmla="*/ 1204862 h 1849556"/>
              <a:gd name="GluePoint424X" fmla="*/ 2127491 w 2455568"/>
              <a:gd name="GluePoint424Y" fmla="*/ 1182656 h 1849556"/>
              <a:gd name="GluePoint425X" fmla="*/ 2149697 w 2455568"/>
              <a:gd name="GluePoint425Y" fmla="*/ 1160449 h 1849556"/>
              <a:gd name="GluePoint426X" fmla="*/ 2007864 w 2455568"/>
              <a:gd name="GluePoint426Y" fmla="*/ 1160449 h 1849556"/>
              <a:gd name="GluePoint427X" fmla="*/ 2030072 w 2455568"/>
              <a:gd name="GluePoint427Y" fmla="*/ 1182656 h 1849556"/>
              <a:gd name="GluePoint428X" fmla="*/ 2007864 w 2455568"/>
              <a:gd name="GluePoint428Y" fmla="*/ 1204862 h 1849556"/>
              <a:gd name="GluePoint429X" fmla="*/ 1985657 w 2455568"/>
              <a:gd name="GluePoint429Y" fmla="*/ 1182656 h 1849556"/>
              <a:gd name="GluePoint430X" fmla="*/ 2007864 w 2455568"/>
              <a:gd name="GluePoint430Y" fmla="*/ 1160449 h 1849556"/>
              <a:gd name="GluePoint431X" fmla="*/ 1866032 w 2455568"/>
              <a:gd name="GluePoint431Y" fmla="*/ 1160449 h 1849556"/>
              <a:gd name="GluePoint432X" fmla="*/ 1888238 w 2455568"/>
              <a:gd name="GluePoint432Y" fmla="*/ 1182656 h 1849556"/>
              <a:gd name="GluePoint433X" fmla="*/ 1866032 w 2455568"/>
              <a:gd name="GluePoint433Y" fmla="*/ 1204862 h 1849556"/>
              <a:gd name="GluePoint434X" fmla="*/ 1843825 w 2455568"/>
              <a:gd name="GluePoint434Y" fmla="*/ 1182656 h 1849556"/>
              <a:gd name="GluePoint435X" fmla="*/ 1866032 w 2455568"/>
              <a:gd name="GluePoint435Y" fmla="*/ 1160449 h 1849556"/>
              <a:gd name="GluePoint436X" fmla="*/ 1724199 w 2455568"/>
              <a:gd name="GluePoint436Y" fmla="*/ 1160449 h 1849556"/>
              <a:gd name="GluePoint437X" fmla="*/ 1746405 w 2455568"/>
              <a:gd name="GluePoint437Y" fmla="*/ 1182656 h 1849556"/>
              <a:gd name="GluePoint438X" fmla="*/ 1724199 w 2455568"/>
              <a:gd name="GluePoint438Y" fmla="*/ 1204862 h 1849556"/>
              <a:gd name="GluePoint439X" fmla="*/ 1701992 w 2455568"/>
              <a:gd name="GluePoint439Y" fmla="*/ 1182656 h 1849556"/>
              <a:gd name="GluePoint440X" fmla="*/ 1724199 w 2455568"/>
              <a:gd name="GluePoint440Y" fmla="*/ 1160449 h 1849556"/>
              <a:gd name="GluePoint441X" fmla="*/ 1582366 w 2455568"/>
              <a:gd name="GluePoint441Y" fmla="*/ 1160449 h 1849556"/>
              <a:gd name="GluePoint442X" fmla="*/ 1604573 w 2455568"/>
              <a:gd name="GluePoint442Y" fmla="*/ 1182656 h 1849556"/>
              <a:gd name="GluePoint443X" fmla="*/ 1582366 w 2455568"/>
              <a:gd name="GluePoint443Y" fmla="*/ 1204862 h 1849556"/>
              <a:gd name="GluePoint444X" fmla="*/ 1560160 w 2455568"/>
              <a:gd name="GluePoint444Y" fmla="*/ 1182656 h 1849556"/>
              <a:gd name="GluePoint445X" fmla="*/ 1582366 w 2455568"/>
              <a:gd name="GluePoint445Y" fmla="*/ 1160449 h 1849556"/>
              <a:gd name="GluePoint446X" fmla="*/ 1440534 w 2455568"/>
              <a:gd name="GluePoint446Y" fmla="*/ 1160449 h 1849556"/>
              <a:gd name="GluePoint447X" fmla="*/ 1462740 w 2455568"/>
              <a:gd name="GluePoint447Y" fmla="*/ 1182656 h 1849556"/>
              <a:gd name="GluePoint448X" fmla="*/ 1440534 w 2455568"/>
              <a:gd name="GluePoint448Y" fmla="*/ 1204862 h 1849556"/>
              <a:gd name="GluePoint449X" fmla="*/ 1418327 w 2455568"/>
              <a:gd name="GluePoint449Y" fmla="*/ 1182656 h 1849556"/>
              <a:gd name="GluePoint450X" fmla="*/ 1440534 w 2455568"/>
              <a:gd name="GluePoint450Y" fmla="*/ 1160449 h 1849556"/>
              <a:gd name="GluePoint451X" fmla="*/ 1298701 w 2455568"/>
              <a:gd name="GluePoint451Y" fmla="*/ 1160449 h 1849556"/>
              <a:gd name="GluePoint452X" fmla="*/ 1320907 w 2455568"/>
              <a:gd name="GluePoint452Y" fmla="*/ 1182656 h 1849556"/>
              <a:gd name="GluePoint453X" fmla="*/ 1298701 w 2455568"/>
              <a:gd name="GluePoint453Y" fmla="*/ 1204862 h 1849556"/>
              <a:gd name="GluePoint454X" fmla="*/ 1276494 w 2455568"/>
              <a:gd name="GluePoint454Y" fmla="*/ 1182656 h 1849556"/>
              <a:gd name="GluePoint455X" fmla="*/ 1298701 w 2455568"/>
              <a:gd name="GluePoint455Y" fmla="*/ 1160449 h 1849556"/>
              <a:gd name="GluePoint456X" fmla="*/ 1156868 w 2455568"/>
              <a:gd name="GluePoint456Y" fmla="*/ 1160449 h 1849556"/>
              <a:gd name="GluePoint457X" fmla="*/ 1179075 w 2455568"/>
              <a:gd name="GluePoint457Y" fmla="*/ 1182656 h 1849556"/>
              <a:gd name="GluePoint458X" fmla="*/ 1156868 w 2455568"/>
              <a:gd name="GluePoint458Y" fmla="*/ 1204862 h 1849556"/>
              <a:gd name="GluePoint459X" fmla="*/ 1134662 w 2455568"/>
              <a:gd name="GluePoint459Y" fmla="*/ 1182656 h 1849556"/>
              <a:gd name="GluePoint460X" fmla="*/ 1156868 w 2455568"/>
              <a:gd name="GluePoint460Y" fmla="*/ 1160449 h 1849556"/>
              <a:gd name="GluePoint461X" fmla="*/ 1015036 w 2455568"/>
              <a:gd name="GluePoint461Y" fmla="*/ 1160449 h 1849556"/>
              <a:gd name="GluePoint462X" fmla="*/ 1037242 w 2455568"/>
              <a:gd name="GluePoint462Y" fmla="*/ 1182656 h 1849556"/>
              <a:gd name="GluePoint463X" fmla="*/ 1015036 w 2455568"/>
              <a:gd name="GluePoint463Y" fmla="*/ 1204862 h 1849556"/>
              <a:gd name="GluePoint464X" fmla="*/ 992829 w 2455568"/>
              <a:gd name="GluePoint464Y" fmla="*/ 1182656 h 1849556"/>
              <a:gd name="GluePoint465X" fmla="*/ 1015036 w 2455568"/>
              <a:gd name="GluePoint465Y" fmla="*/ 1160449 h 1849556"/>
              <a:gd name="GluePoint466X" fmla="*/ 873203 w 2455568"/>
              <a:gd name="GluePoint466Y" fmla="*/ 1160449 h 1849556"/>
              <a:gd name="GluePoint467X" fmla="*/ 895409 w 2455568"/>
              <a:gd name="GluePoint467Y" fmla="*/ 1182656 h 1849556"/>
              <a:gd name="GluePoint468X" fmla="*/ 873203 w 2455568"/>
              <a:gd name="GluePoint468Y" fmla="*/ 1204862 h 1849556"/>
              <a:gd name="GluePoint469X" fmla="*/ 850996 w 2455568"/>
              <a:gd name="GluePoint469Y" fmla="*/ 1182656 h 1849556"/>
              <a:gd name="GluePoint470X" fmla="*/ 873203 w 2455568"/>
              <a:gd name="GluePoint470Y" fmla="*/ 1160449 h 1849556"/>
              <a:gd name="GluePoint471X" fmla="*/ 731370 w 2455568"/>
              <a:gd name="GluePoint471Y" fmla="*/ 1160449 h 1849556"/>
              <a:gd name="GluePoint472X" fmla="*/ 753577 w 2455568"/>
              <a:gd name="GluePoint472Y" fmla="*/ 1182656 h 1849556"/>
              <a:gd name="GluePoint473X" fmla="*/ 731370 w 2455568"/>
              <a:gd name="GluePoint473Y" fmla="*/ 1204862 h 1849556"/>
              <a:gd name="GluePoint474X" fmla="*/ 709164 w 2455568"/>
              <a:gd name="GluePoint474Y" fmla="*/ 1182656 h 1849556"/>
              <a:gd name="GluePoint475X" fmla="*/ 731370 w 2455568"/>
              <a:gd name="GluePoint475Y" fmla="*/ 1160449 h 1849556"/>
              <a:gd name="GluePoint476X" fmla="*/ 589538 w 2455568"/>
              <a:gd name="GluePoint476Y" fmla="*/ 1160449 h 1849556"/>
              <a:gd name="GluePoint477X" fmla="*/ 611744 w 2455568"/>
              <a:gd name="GluePoint477Y" fmla="*/ 1182656 h 1849556"/>
              <a:gd name="GluePoint478X" fmla="*/ 589538 w 2455568"/>
              <a:gd name="GluePoint478Y" fmla="*/ 1204862 h 1849556"/>
              <a:gd name="GluePoint479X" fmla="*/ 567331 w 2455568"/>
              <a:gd name="GluePoint479Y" fmla="*/ 1182656 h 1849556"/>
              <a:gd name="GluePoint480X" fmla="*/ 589538 w 2455568"/>
              <a:gd name="GluePoint480Y" fmla="*/ 1160449 h 1849556"/>
              <a:gd name="GluePoint481X" fmla="*/ 447705 w 2455568"/>
              <a:gd name="GluePoint481Y" fmla="*/ 1160449 h 1849556"/>
              <a:gd name="GluePoint482X" fmla="*/ 469911 w 2455568"/>
              <a:gd name="GluePoint482Y" fmla="*/ 1182656 h 1849556"/>
              <a:gd name="GluePoint483X" fmla="*/ 447705 w 2455568"/>
              <a:gd name="GluePoint483Y" fmla="*/ 1204862 h 1849556"/>
              <a:gd name="GluePoint484X" fmla="*/ 425498 w 2455568"/>
              <a:gd name="GluePoint484Y" fmla="*/ 1182656 h 1849556"/>
              <a:gd name="GluePoint485X" fmla="*/ 447705 w 2455568"/>
              <a:gd name="GluePoint485Y" fmla="*/ 1160449 h 1849556"/>
              <a:gd name="GluePoint486X" fmla="*/ 305872 w 2455568"/>
              <a:gd name="GluePoint486Y" fmla="*/ 1160449 h 1849556"/>
              <a:gd name="GluePoint487X" fmla="*/ 328079 w 2455568"/>
              <a:gd name="GluePoint487Y" fmla="*/ 1182656 h 1849556"/>
              <a:gd name="GluePoint488X" fmla="*/ 305872 w 2455568"/>
              <a:gd name="GluePoint488Y" fmla="*/ 1204862 h 1849556"/>
              <a:gd name="GluePoint489X" fmla="*/ 283666 w 2455568"/>
              <a:gd name="GluePoint489Y" fmla="*/ 1182656 h 1849556"/>
              <a:gd name="GluePoint490X" fmla="*/ 305872 w 2455568"/>
              <a:gd name="GluePoint490Y" fmla="*/ 1160449 h 1849556"/>
              <a:gd name="GluePoint491X" fmla="*/ 164040 w 2455568"/>
              <a:gd name="GluePoint491Y" fmla="*/ 1160449 h 1849556"/>
              <a:gd name="GluePoint492X" fmla="*/ 186246 w 2455568"/>
              <a:gd name="GluePoint492Y" fmla="*/ 1182656 h 1849556"/>
              <a:gd name="GluePoint493X" fmla="*/ 164040 w 2455568"/>
              <a:gd name="GluePoint493Y" fmla="*/ 1204862 h 1849556"/>
              <a:gd name="GluePoint494X" fmla="*/ 148337 w 2455568"/>
              <a:gd name="GluePoint494Y" fmla="*/ 1198358 h 1849556"/>
              <a:gd name="GluePoint495X" fmla="*/ 145034 w 2455568"/>
              <a:gd name="GluePoint495Y" fmla="*/ 1190383 h 1849556"/>
              <a:gd name="GluePoint496X" fmla="*/ 145293 w 2455568"/>
              <a:gd name="GluePoint496Y" fmla="*/ 1174303 h 1849556"/>
              <a:gd name="GluePoint497X" fmla="*/ 148337 w 2455568"/>
              <a:gd name="GluePoint497Y" fmla="*/ 1166953 h 1849556"/>
              <a:gd name="GluePoint498X" fmla="*/ 164040 w 2455568"/>
              <a:gd name="GluePoint498Y" fmla="*/ 1160449 h 1849556"/>
              <a:gd name="GluePoint499X" fmla="*/ 2432265 w 2455568"/>
              <a:gd name="GluePoint499Y" fmla="*/ 1031965 h 1849556"/>
              <a:gd name="GluePoint500X" fmla="*/ 2444481 w 2455568"/>
              <a:gd name="GluePoint500Y" fmla="*/ 1071318 h 1849556"/>
              <a:gd name="GluePoint501X" fmla="*/ 2433362 w 2455568"/>
              <a:gd name="GluePoint501Y" fmla="*/ 1075923 h 1849556"/>
              <a:gd name="GluePoint502X" fmla="*/ 2411156 w 2455568"/>
              <a:gd name="GluePoint502Y" fmla="*/ 1053717 h 1849556"/>
              <a:gd name="GluePoint503X" fmla="*/ 2417660 w 2455568"/>
              <a:gd name="GluePoint503Y" fmla="*/ 1038014 h 1849556"/>
              <a:gd name="GluePoint504X" fmla="*/ 2291530 w 2455568"/>
              <a:gd name="GluePoint504Y" fmla="*/ 1031510 h 1849556"/>
              <a:gd name="GluePoint505X" fmla="*/ 2313737 w 2455568"/>
              <a:gd name="GluePoint505Y" fmla="*/ 1053717 h 1849556"/>
              <a:gd name="GluePoint506X" fmla="*/ 2291530 w 2455568"/>
              <a:gd name="GluePoint506Y" fmla="*/ 1075923 h 1849556"/>
              <a:gd name="GluePoint507X" fmla="*/ 2269322 w 2455568"/>
              <a:gd name="GluePoint507Y" fmla="*/ 1053717 h 1849556"/>
              <a:gd name="GluePoint508X" fmla="*/ 2291530 w 2455568"/>
              <a:gd name="GluePoint508Y" fmla="*/ 1031510 h 1849556"/>
              <a:gd name="GluePoint509X" fmla="*/ 2149697 w 2455568"/>
              <a:gd name="GluePoint509Y" fmla="*/ 1031510 h 1849556"/>
              <a:gd name="GluePoint510X" fmla="*/ 2171903 w 2455568"/>
              <a:gd name="GluePoint510Y" fmla="*/ 1053717 h 1849556"/>
              <a:gd name="GluePoint511X" fmla="*/ 2149697 w 2455568"/>
              <a:gd name="GluePoint511Y" fmla="*/ 1075923 h 1849556"/>
              <a:gd name="GluePoint512X" fmla="*/ 2127491 w 2455568"/>
              <a:gd name="GluePoint512Y" fmla="*/ 1053717 h 1849556"/>
              <a:gd name="GluePoint513X" fmla="*/ 2149697 w 2455568"/>
              <a:gd name="GluePoint513Y" fmla="*/ 1031510 h 1849556"/>
              <a:gd name="GluePoint514X" fmla="*/ 2007864 w 2455568"/>
              <a:gd name="GluePoint514Y" fmla="*/ 1031510 h 1849556"/>
              <a:gd name="GluePoint515X" fmla="*/ 2030072 w 2455568"/>
              <a:gd name="GluePoint515Y" fmla="*/ 1053717 h 1849556"/>
              <a:gd name="GluePoint516X" fmla="*/ 2007864 w 2455568"/>
              <a:gd name="GluePoint516Y" fmla="*/ 1075923 h 1849556"/>
              <a:gd name="GluePoint517X" fmla="*/ 1985657 w 2455568"/>
              <a:gd name="GluePoint517Y" fmla="*/ 1053717 h 1849556"/>
              <a:gd name="GluePoint518X" fmla="*/ 2007864 w 2455568"/>
              <a:gd name="GluePoint518Y" fmla="*/ 1031510 h 1849556"/>
              <a:gd name="GluePoint519X" fmla="*/ 1866032 w 2455568"/>
              <a:gd name="GluePoint519Y" fmla="*/ 1031510 h 1849556"/>
              <a:gd name="GluePoint520X" fmla="*/ 1888238 w 2455568"/>
              <a:gd name="GluePoint520Y" fmla="*/ 1053717 h 1849556"/>
              <a:gd name="GluePoint521X" fmla="*/ 1866032 w 2455568"/>
              <a:gd name="GluePoint521Y" fmla="*/ 1075923 h 1849556"/>
              <a:gd name="GluePoint522X" fmla="*/ 1843825 w 2455568"/>
              <a:gd name="GluePoint522Y" fmla="*/ 1053717 h 1849556"/>
              <a:gd name="GluePoint523X" fmla="*/ 1866032 w 2455568"/>
              <a:gd name="GluePoint523Y" fmla="*/ 1031510 h 1849556"/>
              <a:gd name="GluePoint524X" fmla="*/ 1724199 w 2455568"/>
              <a:gd name="GluePoint524Y" fmla="*/ 1031510 h 1849556"/>
              <a:gd name="GluePoint525X" fmla="*/ 1746405 w 2455568"/>
              <a:gd name="GluePoint525Y" fmla="*/ 1053717 h 1849556"/>
              <a:gd name="GluePoint526X" fmla="*/ 1724199 w 2455568"/>
              <a:gd name="GluePoint526Y" fmla="*/ 1075923 h 1849556"/>
              <a:gd name="GluePoint527X" fmla="*/ 1701992 w 2455568"/>
              <a:gd name="GluePoint527Y" fmla="*/ 1053717 h 1849556"/>
              <a:gd name="GluePoint528X" fmla="*/ 1724199 w 2455568"/>
              <a:gd name="GluePoint528Y" fmla="*/ 1031510 h 1849556"/>
              <a:gd name="GluePoint529X" fmla="*/ 1582366 w 2455568"/>
              <a:gd name="GluePoint529Y" fmla="*/ 1031510 h 1849556"/>
              <a:gd name="GluePoint530X" fmla="*/ 1604573 w 2455568"/>
              <a:gd name="GluePoint530Y" fmla="*/ 1053717 h 1849556"/>
              <a:gd name="GluePoint531X" fmla="*/ 1582366 w 2455568"/>
              <a:gd name="GluePoint531Y" fmla="*/ 1075923 h 1849556"/>
              <a:gd name="GluePoint532X" fmla="*/ 1560160 w 2455568"/>
              <a:gd name="GluePoint532Y" fmla="*/ 1053717 h 1849556"/>
              <a:gd name="GluePoint533X" fmla="*/ 1582366 w 2455568"/>
              <a:gd name="GluePoint533Y" fmla="*/ 1031510 h 1849556"/>
              <a:gd name="GluePoint534X" fmla="*/ 1440534 w 2455568"/>
              <a:gd name="GluePoint534Y" fmla="*/ 1031510 h 1849556"/>
              <a:gd name="GluePoint535X" fmla="*/ 1462740 w 2455568"/>
              <a:gd name="GluePoint535Y" fmla="*/ 1053717 h 1849556"/>
              <a:gd name="GluePoint536X" fmla="*/ 1440534 w 2455568"/>
              <a:gd name="GluePoint536Y" fmla="*/ 1075923 h 1849556"/>
              <a:gd name="GluePoint537X" fmla="*/ 1418327 w 2455568"/>
              <a:gd name="GluePoint537Y" fmla="*/ 1053717 h 1849556"/>
              <a:gd name="GluePoint538X" fmla="*/ 1440534 w 2455568"/>
              <a:gd name="GluePoint538Y" fmla="*/ 1031510 h 1849556"/>
              <a:gd name="GluePoint539X" fmla="*/ 1298701 w 2455568"/>
              <a:gd name="GluePoint539Y" fmla="*/ 1031510 h 1849556"/>
              <a:gd name="GluePoint540X" fmla="*/ 1320907 w 2455568"/>
              <a:gd name="GluePoint540Y" fmla="*/ 1053717 h 1849556"/>
              <a:gd name="GluePoint541X" fmla="*/ 1298701 w 2455568"/>
              <a:gd name="GluePoint541Y" fmla="*/ 1075923 h 1849556"/>
              <a:gd name="GluePoint542X" fmla="*/ 1276494 w 2455568"/>
              <a:gd name="GluePoint542Y" fmla="*/ 1053717 h 1849556"/>
              <a:gd name="GluePoint543X" fmla="*/ 1298701 w 2455568"/>
              <a:gd name="GluePoint543Y" fmla="*/ 1031510 h 1849556"/>
              <a:gd name="GluePoint544X" fmla="*/ 1156868 w 2455568"/>
              <a:gd name="GluePoint544Y" fmla="*/ 1031510 h 1849556"/>
              <a:gd name="GluePoint545X" fmla="*/ 1179075 w 2455568"/>
              <a:gd name="GluePoint545Y" fmla="*/ 1053717 h 1849556"/>
              <a:gd name="GluePoint546X" fmla="*/ 1156868 w 2455568"/>
              <a:gd name="GluePoint546Y" fmla="*/ 1075923 h 1849556"/>
              <a:gd name="GluePoint547X" fmla="*/ 1134662 w 2455568"/>
              <a:gd name="GluePoint547Y" fmla="*/ 1053717 h 1849556"/>
              <a:gd name="GluePoint548X" fmla="*/ 1156868 w 2455568"/>
              <a:gd name="GluePoint548Y" fmla="*/ 1031510 h 1849556"/>
              <a:gd name="GluePoint549X" fmla="*/ 1015036 w 2455568"/>
              <a:gd name="GluePoint549Y" fmla="*/ 1031510 h 1849556"/>
              <a:gd name="GluePoint550X" fmla="*/ 1037242 w 2455568"/>
              <a:gd name="GluePoint550Y" fmla="*/ 1053717 h 1849556"/>
              <a:gd name="GluePoint551X" fmla="*/ 1015036 w 2455568"/>
              <a:gd name="GluePoint551Y" fmla="*/ 1075923 h 1849556"/>
              <a:gd name="GluePoint552X" fmla="*/ 992829 w 2455568"/>
              <a:gd name="GluePoint552Y" fmla="*/ 1053717 h 1849556"/>
              <a:gd name="GluePoint553X" fmla="*/ 1015036 w 2455568"/>
              <a:gd name="GluePoint553Y" fmla="*/ 1031510 h 1849556"/>
              <a:gd name="GluePoint554X" fmla="*/ 873203 w 2455568"/>
              <a:gd name="GluePoint554Y" fmla="*/ 1031510 h 1849556"/>
              <a:gd name="GluePoint555X" fmla="*/ 895409 w 2455568"/>
              <a:gd name="GluePoint555Y" fmla="*/ 1053717 h 1849556"/>
              <a:gd name="GluePoint556X" fmla="*/ 873203 w 2455568"/>
              <a:gd name="GluePoint556Y" fmla="*/ 1075923 h 1849556"/>
              <a:gd name="GluePoint557X" fmla="*/ 850996 w 2455568"/>
              <a:gd name="GluePoint557Y" fmla="*/ 1053717 h 1849556"/>
              <a:gd name="GluePoint558X" fmla="*/ 873203 w 2455568"/>
              <a:gd name="GluePoint558Y" fmla="*/ 1031510 h 1849556"/>
              <a:gd name="GluePoint559X" fmla="*/ 731370 w 2455568"/>
              <a:gd name="GluePoint559Y" fmla="*/ 1031510 h 1849556"/>
              <a:gd name="GluePoint560X" fmla="*/ 753577 w 2455568"/>
              <a:gd name="GluePoint560Y" fmla="*/ 1053717 h 1849556"/>
              <a:gd name="GluePoint561X" fmla="*/ 731370 w 2455568"/>
              <a:gd name="GluePoint561Y" fmla="*/ 1075923 h 1849556"/>
              <a:gd name="GluePoint562X" fmla="*/ 709164 w 2455568"/>
              <a:gd name="GluePoint562Y" fmla="*/ 1053717 h 1849556"/>
              <a:gd name="GluePoint563X" fmla="*/ 731370 w 2455568"/>
              <a:gd name="GluePoint563Y" fmla="*/ 1031510 h 1849556"/>
              <a:gd name="GluePoint564X" fmla="*/ 589538 w 2455568"/>
              <a:gd name="GluePoint564Y" fmla="*/ 1031510 h 1849556"/>
              <a:gd name="GluePoint565X" fmla="*/ 611744 w 2455568"/>
              <a:gd name="GluePoint565Y" fmla="*/ 1053717 h 1849556"/>
              <a:gd name="GluePoint566X" fmla="*/ 589538 w 2455568"/>
              <a:gd name="GluePoint566Y" fmla="*/ 1075923 h 1849556"/>
              <a:gd name="GluePoint567X" fmla="*/ 567331 w 2455568"/>
              <a:gd name="GluePoint567Y" fmla="*/ 1053717 h 1849556"/>
              <a:gd name="GluePoint568X" fmla="*/ 589538 w 2455568"/>
              <a:gd name="GluePoint568Y" fmla="*/ 1031510 h 1849556"/>
              <a:gd name="GluePoint569X" fmla="*/ 447705 w 2455568"/>
              <a:gd name="GluePoint569Y" fmla="*/ 1031510 h 1849556"/>
              <a:gd name="GluePoint570X" fmla="*/ 469911 w 2455568"/>
              <a:gd name="GluePoint570Y" fmla="*/ 1053717 h 1849556"/>
              <a:gd name="GluePoint571X" fmla="*/ 447705 w 2455568"/>
              <a:gd name="GluePoint571Y" fmla="*/ 1075923 h 1849556"/>
              <a:gd name="GluePoint572X" fmla="*/ 425498 w 2455568"/>
              <a:gd name="GluePoint572Y" fmla="*/ 1053717 h 1849556"/>
              <a:gd name="GluePoint573X" fmla="*/ 447705 w 2455568"/>
              <a:gd name="GluePoint573Y" fmla="*/ 1031510 h 1849556"/>
              <a:gd name="GluePoint574X" fmla="*/ 305872 w 2455568"/>
              <a:gd name="GluePoint574Y" fmla="*/ 1031510 h 1849556"/>
              <a:gd name="GluePoint575X" fmla="*/ 328079 w 2455568"/>
              <a:gd name="GluePoint575Y" fmla="*/ 1053717 h 1849556"/>
              <a:gd name="GluePoint576X" fmla="*/ 305872 w 2455568"/>
              <a:gd name="GluePoint576Y" fmla="*/ 1075923 h 1849556"/>
              <a:gd name="GluePoint577X" fmla="*/ 283666 w 2455568"/>
              <a:gd name="GluePoint577Y" fmla="*/ 1053717 h 1849556"/>
              <a:gd name="GluePoint578X" fmla="*/ 305872 w 2455568"/>
              <a:gd name="GluePoint578Y" fmla="*/ 1031510 h 1849556"/>
              <a:gd name="GluePoint579X" fmla="*/ 164040 w 2455568"/>
              <a:gd name="GluePoint579Y" fmla="*/ 1031510 h 1849556"/>
              <a:gd name="GluePoint580X" fmla="*/ 186246 w 2455568"/>
              <a:gd name="GluePoint580Y" fmla="*/ 1053717 h 1849556"/>
              <a:gd name="GluePoint581X" fmla="*/ 164040 w 2455568"/>
              <a:gd name="GluePoint581Y" fmla="*/ 1075923 h 1849556"/>
              <a:gd name="GluePoint582X" fmla="*/ 148337 w 2455568"/>
              <a:gd name="GluePoint582Y" fmla="*/ 1069419 h 1849556"/>
              <a:gd name="GluePoint583X" fmla="*/ 147034 w 2455568"/>
              <a:gd name="GluePoint583Y" fmla="*/ 1066274 h 1849556"/>
              <a:gd name="GluePoint584X" fmla="*/ 147455 w 2455568"/>
              <a:gd name="GluePoint584Y" fmla="*/ 1040143 h 1849556"/>
              <a:gd name="GluePoint585X" fmla="*/ 148337 w 2455568"/>
              <a:gd name="GluePoint585Y" fmla="*/ 1038014 h 1849556"/>
              <a:gd name="GluePoint586X" fmla="*/ 164040 w 2455568"/>
              <a:gd name="GluePoint586Y" fmla="*/ 1031510 h 1849556"/>
              <a:gd name="GluePoint587X" fmla="*/ 2291530 w 2455568"/>
              <a:gd name="GluePoint587Y" fmla="*/ 902571 h 1849556"/>
              <a:gd name="GluePoint588X" fmla="*/ 2313737 w 2455568"/>
              <a:gd name="GluePoint588Y" fmla="*/ 924778 h 1849556"/>
              <a:gd name="GluePoint589X" fmla="*/ 2291530 w 2455568"/>
              <a:gd name="GluePoint589Y" fmla="*/ 946985 h 1849556"/>
              <a:gd name="GluePoint590X" fmla="*/ 2269322 w 2455568"/>
              <a:gd name="GluePoint590Y" fmla="*/ 924778 h 1849556"/>
              <a:gd name="GluePoint591X" fmla="*/ 2291530 w 2455568"/>
              <a:gd name="GluePoint591Y" fmla="*/ 902571 h 1849556"/>
              <a:gd name="GluePoint592X" fmla="*/ 2149697 w 2455568"/>
              <a:gd name="GluePoint592Y" fmla="*/ 902571 h 1849556"/>
              <a:gd name="GluePoint593X" fmla="*/ 2171903 w 2455568"/>
              <a:gd name="GluePoint593Y" fmla="*/ 924778 h 1849556"/>
              <a:gd name="GluePoint594X" fmla="*/ 2149697 w 2455568"/>
              <a:gd name="GluePoint594Y" fmla="*/ 946985 h 1849556"/>
              <a:gd name="GluePoint595X" fmla="*/ 2127491 w 2455568"/>
              <a:gd name="GluePoint595Y" fmla="*/ 924778 h 1849556"/>
              <a:gd name="GluePoint596X" fmla="*/ 2149697 w 2455568"/>
              <a:gd name="GluePoint596Y" fmla="*/ 902571 h 1849556"/>
              <a:gd name="GluePoint597X" fmla="*/ 2007864 w 2455568"/>
              <a:gd name="GluePoint597Y" fmla="*/ 902571 h 1849556"/>
              <a:gd name="GluePoint598X" fmla="*/ 2030072 w 2455568"/>
              <a:gd name="GluePoint598Y" fmla="*/ 924778 h 1849556"/>
              <a:gd name="GluePoint599X" fmla="*/ 2007864 w 2455568"/>
              <a:gd name="GluePoint599Y" fmla="*/ 946985 h 1849556"/>
              <a:gd name="GluePoint600X" fmla="*/ 1985657 w 2455568"/>
              <a:gd name="GluePoint600Y" fmla="*/ 924778 h 1849556"/>
              <a:gd name="GluePoint601X" fmla="*/ 2007864 w 2455568"/>
              <a:gd name="GluePoint601Y" fmla="*/ 902571 h 1849556"/>
              <a:gd name="GluePoint602X" fmla="*/ 1866032 w 2455568"/>
              <a:gd name="GluePoint602Y" fmla="*/ 902571 h 1849556"/>
              <a:gd name="GluePoint603X" fmla="*/ 1888238 w 2455568"/>
              <a:gd name="GluePoint603Y" fmla="*/ 924778 h 1849556"/>
              <a:gd name="GluePoint604X" fmla="*/ 1866032 w 2455568"/>
              <a:gd name="GluePoint604Y" fmla="*/ 946985 h 1849556"/>
              <a:gd name="GluePoint605X" fmla="*/ 1843825 w 2455568"/>
              <a:gd name="GluePoint605Y" fmla="*/ 924778 h 1849556"/>
              <a:gd name="GluePoint606X" fmla="*/ 1866032 w 2455568"/>
              <a:gd name="GluePoint606Y" fmla="*/ 902571 h 1849556"/>
              <a:gd name="GluePoint607X" fmla="*/ 1724199 w 2455568"/>
              <a:gd name="GluePoint607Y" fmla="*/ 902571 h 1849556"/>
              <a:gd name="GluePoint608X" fmla="*/ 1746405 w 2455568"/>
              <a:gd name="GluePoint608Y" fmla="*/ 924778 h 1849556"/>
              <a:gd name="GluePoint609X" fmla="*/ 1724199 w 2455568"/>
              <a:gd name="GluePoint609Y" fmla="*/ 946985 h 1849556"/>
              <a:gd name="GluePoint610X" fmla="*/ 1701992 w 2455568"/>
              <a:gd name="GluePoint610Y" fmla="*/ 924778 h 1849556"/>
              <a:gd name="GluePoint611X" fmla="*/ 1724199 w 2455568"/>
              <a:gd name="GluePoint611Y" fmla="*/ 902571 h 1849556"/>
              <a:gd name="GluePoint612X" fmla="*/ 1582366 w 2455568"/>
              <a:gd name="GluePoint612Y" fmla="*/ 902571 h 1849556"/>
              <a:gd name="GluePoint613X" fmla="*/ 1604573 w 2455568"/>
              <a:gd name="GluePoint613Y" fmla="*/ 924778 h 1849556"/>
              <a:gd name="GluePoint614X" fmla="*/ 1582366 w 2455568"/>
              <a:gd name="GluePoint614Y" fmla="*/ 946985 h 1849556"/>
              <a:gd name="GluePoint615X" fmla="*/ 1560160 w 2455568"/>
              <a:gd name="GluePoint615Y" fmla="*/ 924778 h 1849556"/>
              <a:gd name="GluePoint616X" fmla="*/ 1582366 w 2455568"/>
              <a:gd name="GluePoint616Y" fmla="*/ 902571 h 1849556"/>
              <a:gd name="GluePoint617X" fmla="*/ 1440534 w 2455568"/>
              <a:gd name="GluePoint617Y" fmla="*/ 902571 h 1849556"/>
              <a:gd name="GluePoint618X" fmla="*/ 1462740 w 2455568"/>
              <a:gd name="GluePoint618Y" fmla="*/ 924778 h 1849556"/>
              <a:gd name="GluePoint619X" fmla="*/ 1440534 w 2455568"/>
              <a:gd name="GluePoint619Y" fmla="*/ 946985 h 1849556"/>
              <a:gd name="GluePoint620X" fmla="*/ 1418327 w 2455568"/>
              <a:gd name="GluePoint620Y" fmla="*/ 924778 h 1849556"/>
              <a:gd name="GluePoint621X" fmla="*/ 1440534 w 2455568"/>
              <a:gd name="GluePoint621Y" fmla="*/ 902571 h 1849556"/>
              <a:gd name="GluePoint622X" fmla="*/ 1298701 w 2455568"/>
              <a:gd name="GluePoint622Y" fmla="*/ 902571 h 1849556"/>
              <a:gd name="GluePoint623X" fmla="*/ 1320907 w 2455568"/>
              <a:gd name="GluePoint623Y" fmla="*/ 924778 h 1849556"/>
              <a:gd name="GluePoint624X" fmla="*/ 1298701 w 2455568"/>
              <a:gd name="GluePoint624Y" fmla="*/ 946985 h 1849556"/>
              <a:gd name="GluePoint625X" fmla="*/ 1276494 w 2455568"/>
              <a:gd name="GluePoint625Y" fmla="*/ 924778 h 1849556"/>
              <a:gd name="GluePoint626X" fmla="*/ 1298701 w 2455568"/>
              <a:gd name="GluePoint626Y" fmla="*/ 902571 h 1849556"/>
              <a:gd name="GluePoint627X" fmla="*/ 1156868 w 2455568"/>
              <a:gd name="GluePoint627Y" fmla="*/ 902571 h 1849556"/>
              <a:gd name="GluePoint628X" fmla="*/ 1179075 w 2455568"/>
              <a:gd name="GluePoint628Y" fmla="*/ 924778 h 1849556"/>
              <a:gd name="GluePoint629X" fmla="*/ 1156868 w 2455568"/>
              <a:gd name="GluePoint629Y" fmla="*/ 946985 h 1849556"/>
              <a:gd name="GluePoint630X" fmla="*/ 1134662 w 2455568"/>
              <a:gd name="GluePoint630Y" fmla="*/ 924778 h 1849556"/>
              <a:gd name="GluePoint631X" fmla="*/ 1156868 w 2455568"/>
              <a:gd name="GluePoint631Y" fmla="*/ 902571 h 1849556"/>
              <a:gd name="GluePoint632X" fmla="*/ 1015036 w 2455568"/>
              <a:gd name="GluePoint632Y" fmla="*/ 902571 h 1849556"/>
              <a:gd name="GluePoint633X" fmla="*/ 1037242 w 2455568"/>
              <a:gd name="GluePoint633Y" fmla="*/ 924778 h 1849556"/>
              <a:gd name="GluePoint634X" fmla="*/ 1015036 w 2455568"/>
              <a:gd name="GluePoint634Y" fmla="*/ 946985 h 1849556"/>
              <a:gd name="GluePoint635X" fmla="*/ 992829 w 2455568"/>
              <a:gd name="GluePoint635Y" fmla="*/ 924778 h 1849556"/>
              <a:gd name="GluePoint636X" fmla="*/ 1015036 w 2455568"/>
              <a:gd name="GluePoint636Y" fmla="*/ 902571 h 1849556"/>
              <a:gd name="GluePoint637X" fmla="*/ 873203 w 2455568"/>
              <a:gd name="GluePoint637Y" fmla="*/ 902571 h 1849556"/>
              <a:gd name="GluePoint638X" fmla="*/ 895409 w 2455568"/>
              <a:gd name="GluePoint638Y" fmla="*/ 924778 h 1849556"/>
              <a:gd name="GluePoint639X" fmla="*/ 873203 w 2455568"/>
              <a:gd name="GluePoint639Y" fmla="*/ 946985 h 1849556"/>
              <a:gd name="GluePoint640X" fmla="*/ 850996 w 2455568"/>
              <a:gd name="GluePoint640Y" fmla="*/ 924778 h 1849556"/>
              <a:gd name="GluePoint641X" fmla="*/ 873203 w 2455568"/>
              <a:gd name="GluePoint641Y" fmla="*/ 902571 h 1849556"/>
              <a:gd name="GluePoint642X" fmla="*/ 731370 w 2455568"/>
              <a:gd name="GluePoint642Y" fmla="*/ 902571 h 1849556"/>
              <a:gd name="GluePoint643X" fmla="*/ 753577 w 2455568"/>
              <a:gd name="GluePoint643Y" fmla="*/ 924778 h 1849556"/>
              <a:gd name="GluePoint644X" fmla="*/ 731370 w 2455568"/>
              <a:gd name="GluePoint644Y" fmla="*/ 946985 h 1849556"/>
              <a:gd name="GluePoint645X" fmla="*/ 709164 w 2455568"/>
              <a:gd name="GluePoint645Y" fmla="*/ 924778 h 1849556"/>
              <a:gd name="GluePoint646X" fmla="*/ 731370 w 2455568"/>
              <a:gd name="GluePoint646Y" fmla="*/ 902571 h 1849556"/>
              <a:gd name="GluePoint647X" fmla="*/ 589538 w 2455568"/>
              <a:gd name="GluePoint647Y" fmla="*/ 902571 h 1849556"/>
              <a:gd name="GluePoint648X" fmla="*/ 611744 w 2455568"/>
              <a:gd name="GluePoint648Y" fmla="*/ 924778 h 1849556"/>
              <a:gd name="GluePoint649X" fmla="*/ 589538 w 2455568"/>
              <a:gd name="GluePoint649Y" fmla="*/ 946985 h 1849556"/>
              <a:gd name="GluePoint650X" fmla="*/ 567331 w 2455568"/>
              <a:gd name="GluePoint650Y" fmla="*/ 924778 h 1849556"/>
              <a:gd name="GluePoint651X" fmla="*/ 589538 w 2455568"/>
              <a:gd name="GluePoint651Y" fmla="*/ 902571 h 1849556"/>
              <a:gd name="GluePoint652X" fmla="*/ 447705 w 2455568"/>
              <a:gd name="GluePoint652Y" fmla="*/ 902571 h 1849556"/>
              <a:gd name="GluePoint653X" fmla="*/ 469911 w 2455568"/>
              <a:gd name="GluePoint653Y" fmla="*/ 924778 h 1849556"/>
              <a:gd name="GluePoint654X" fmla="*/ 447705 w 2455568"/>
              <a:gd name="GluePoint654Y" fmla="*/ 946985 h 1849556"/>
              <a:gd name="GluePoint655X" fmla="*/ 425498 w 2455568"/>
              <a:gd name="GluePoint655Y" fmla="*/ 924778 h 1849556"/>
              <a:gd name="GluePoint656X" fmla="*/ 447705 w 2455568"/>
              <a:gd name="GluePoint656Y" fmla="*/ 902571 h 1849556"/>
              <a:gd name="GluePoint657X" fmla="*/ 305872 w 2455568"/>
              <a:gd name="GluePoint657Y" fmla="*/ 902571 h 1849556"/>
              <a:gd name="GluePoint658X" fmla="*/ 328079 w 2455568"/>
              <a:gd name="GluePoint658Y" fmla="*/ 924778 h 1849556"/>
              <a:gd name="GluePoint659X" fmla="*/ 305872 w 2455568"/>
              <a:gd name="GluePoint659Y" fmla="*/ 946985 h 1849556"/>
              <a:gd name="GluePoint660X" fmla="*/ 283666 w 2455568"/>
              <a:gd name="GluePoint660Y" fmla="*/ 924778 h 1849556"/>
              <a:gd name="GluePoint661X" fmla="*/ 305872 w 2455568"/>
              <a:gd name="GluePoint661Y" fmla="*/ 902571 h 1849556"/>
              <a:gd name="GluePoint662X" fmla="*/ 164040 w 2455568"/>
              <a:gd name="GluePoint662Y" fmla="*/ 902571 h 1849556"/>
              <a:gd name="GluePoint663X" fmla="*/ 186246 w 2455568"/>
              <a:gd name="GluePoint663Y" fmla="*/ 924778 h 1849556"/>
              <a:gd name="GluePoint664X" fmla="*/ 164040 w 2455568"/>
              <a:gd name="GluePoint664Y" fmla="*/ 946985 h 1849556"/>
              <a:gd name="GluePoint665X" fmla="*/ 149057 w 2455568"/>
              <a:gd name="GluePoint665Y" fmla="*/ 940779 h 1849556"/>
              <a:gd name="GluePoint666X" fmla="*/ 149576 w 2455568"/>
              <a:gd name="GluePoint666Y" fmla="*/ 908562 h 1849556"/>
              <a:gd name="GluePoint667X" fmla="*/ 2290767 w 2455568"/>
              <a:gd name="GluePoint667Y" fmla="*/ 773949 h 1849556"/>
              <a:gd name="GluePoint668X" fmla="*/ 2312096 w 2455568"/>
              <a:gd name="GluePoint668Y" fmla="*/ 799800 h 1849556"/>
              <a:gd name="GluePoint669X" fmla="*/ 2307232 w 2455568"/>
              <a:gd name="GluePoint669Y" fmla="*/ 811542 h 1849556"/>
              <a:gd name="GluePoint670X" fmla="*/ 2291530 w 2455568"/>
              <a:gd name="GluePoint670Y" fmla="*/ 818046 h 1849556"/>
              <a:gd name="GluePoint671X" fmla="*/ 2269322 w 2455568"/>
              <a:gd name="GluePoint671Y" fmla="*/ 795839 h 1849556"/>
              <a:gd name="GluePoint672X" fmla="*/ 2275827 w 2455568"/>
              <a:gd name="GluePoint672Y" fmla="*/ 780137 h 1849556"/>
              <a:gd name="GluePoint673X" fmla="*/ 2149697 w 2455568"/>
              <a:gd name="GluePoint673Y" fmla="*/ 773633 h 1849556"/>
              <a:gd name="GluePoint674X" fmla="*/ 2171903 w 2455568"/>
              <a:gd name="GluePoint674Y" fmla="*/ 795839 h 1849556"/>
              <a:gd name="GluePoint675X" fmla="*/ 2149697 w 2455568"/>
              <a:gd name="GluePoint675Y" fmla="*/ 818046 h 1849556"/>
              <a:gd name="GluePoint676X" fmla="*/ 2127491 w 2455568"/>
              <a:gd name="GluePoint676Y" fmla="*/ 795839 h 1849556"/>
              <a:gd name="GluePoint677X" fmla="*/ 2149697 w 2455568"/>
              <a:gd name="GluePoint677Y" fmla="*/ 773633 h 1849556"/>
              <a:gd name="GluePoint678X" fmla="*/ 2007864 w 2455568"/>
              <a:gd name="GluePoint678Y" fmla="*/ 773633 h 1849556"/>
              <a:gd name="GluePoint679X" fmla="*/ 2030072 w 2455568"/>
              <a:gd name="GluePoint679Y" fmla="*/ 795839 h 1849556"/>
              <a:gd name="GluePoint680X" fmla="*/ 2007864 w 2455568"/>
              <a:gd name="GluePoint680Y" fmla="*/ 818046 h 1849556"/>
              <a:gd name="GluePoint681X" fmla="*/ 1985657 w 2455568"/>
              <a:gd name="GluePoint681Y" fmla="*/ 795839 h 1849556"/>
              <a:gd name="GluePoint682X" fmla="*/ 2007864 w 2455568"/>
              <a:gd name="GluePoint682Y" fmla="*/ 773633 h 1849556"/>
              <a:gd name="GluePoint683X" fmla="*/ 1866032 w 2455568"/>
              <a:gd name="GluePoint683Y" fmla="*/ 773633 h 1849556"/>
              <a:gd name="GluePoint684X" fmla="*/ 1888238 w 2455568"/>
              <a:gd name="GluePoint684Y" fmla="*/ 795839 h 1849556"/>
              <a:gd name="GluePoint685X" fmla="*/ 1866032 w 2455568"/>
              <a:gd name="GluePoint685Y" fmla="*/ 818046 h 1849556"/>
              <a:gd name="GluePoint686X" fmla="*/ 1843825 w 2455568"/>
              <a:gd name="GluePoint686Y" fmla="*/ 795839 h 1849556"/>
              <a:gd name="GluePoint687X" fmla="*/ 1866032 w 2455568"/>
              <a:gd name="GluePoint687Y" fmla="*/ 773633 h 1849556"/>
              <a:gd name="GluePoint688X" fmla="*/ 1724199 w 2455568"/>
              <a:gd name="GluePoint688Y" fmla="*/ 773633 h 1849556"/>
              <a:gd name="GluePoint689X" fmla="*/ 1746405 w 2455568"/>
              <a:gd name="GluePoint689Y" fmla="*/ 795839 h 1849556"/>
              <a:gd name="GluePoint690X" fmla="*/ 1724199 w 2455568"/>
              <a:gd name="GluePoint690Y" fmla="*/ 818046 h 1849556"/>
              <a:gd name="GluePoint691X" fmla="*/ 1701992 w 2455568"/>
              <a:gd name="GluePoint691Y" fmla="*/ 795839 h 1849556"/>
              <a:gd name="GluePoint692X" fmla="*/ 1724199 w 2455568"/>
              <a:gd name="GluePoint692Y" fmla="*/ 773633 h 1849556"/>
              <a:gd name="GluePoint693X" fmla="*/ 1582366 w 2455568"/>
              <a:gd name="GluePoint693Y" fmla="*/ 773633 h 1849556"/>
              <a:gd name="GluePoint694X" fmla="*/ 1604573 w 2455568"/>
              <a:gd name="GluePoint694Y" fmla="*/ 795839 h 1849556"/>
              <a:gd name="GluePoint695X" fmla="*/ 1582366 w 2455568"/>
              <a:gd name="GluePoint695Y" fmla="*/ 818046 h 1849556"/>
              <a:gd name="GluePoint696X" fmla="*/ 1560160 w 2455568"/>
              <a:gd name="GluePoint696Y" fmla="*/ 795839 h 1849556"/>
              <a:gd name="GluePoint697X" fmla="*/ 1582366 w 2455568"/>
              <a:gd name="GluePoint697Y" fmla="*/ 773633 h 1849556"/>
              <a:gd name="GluePoint698X" fmla="*/ 1440534 w 2455568"/>
              <a:gd name="GluePoint698Y" fmla="*/ 773633 h 1849556"/>
              <a:gd name="GluePoint699X" fmla="*/ 1462740 w 2455568"/>
              <a:gd name="GluePoint699Y" fmla="*/ 795839 h 1849556"/>
              <a:gd name="GluePoint700X" fmla="*/ 1440534 w 2455568"/>
              <a:gd name="GluePoint700Y" fmla="*/ 818046 h 1849556"/>
              <a:gd name="GluePoint701X" fmla="*/ 1418327 w 2455568"/>
              <a:gd name="GluePoint701Y" fmla="*/ 795839 h 1849556"/>
              <a:gd name="GluePoint702X" fmla="*/ 1440534 w 2455568"/>
              <a:gd name="GluePoint702Y" fmla="*/ 773633 h 1849556"/>
              <a:gd name="GluePoint703X" fmla="*/ 1298701 w 2455568"/>
              <a:gd name="GluePoint703Y" fmla="*/ 773633 h 1849556"/>
              <a:gd name="GluePoint704X" fmla="*/ 1320907 w 2455568"/>
              <a:gd name="GluePoint704Y" fmla="*/ 795839 h 1849556"/>
              <a:gd name="GluePoint705X" fmla="*/ 1298701 w 2455568"/>
              <a:gd name="GluePoint705Y" fmla="*/ 818046 h 1849556"/>
              <a:gd name="GluePoint706X" fmla="*/ 1276494 w 2455568"/>
              <a:gd name="GluePoint706Y" fmla="*/ 795839 h 1849556"/>
              <a:gd name="GluePoint707X" fmla="*/ 1298701 w 2455568"/>
              <a:gd name="GluePoint707Y" fmla="*/ 773633 h 1849556"/>
              <a:gd name="GluePoint708X" fmla="*/ 1156868 w 2455568"/>
              <a:gd name="GluePoint708Y" fmla="*/ 773633 h 1849556"/>
              <a:gd name="GluePoint709X" fmla="*/ 1179075 w 2455568"/>
              <a:gd name="GluePoint709Y" fmla="*/ 795839 h 1849556"/>
              <a:gd name="GluePoint710X" fmla="*/ 1156868 w 2455568"/>
              <a:gd name="GluePoint710Y" fmla="*/ 818046 h 1849556"/>
              <a:gd name="GluePoint711X" fmla="*/ 1134662 w 2455568"/>
              <a:gd name="GluePoint711Y" fmla="*/ 795839 h 1849556"/>
              <a:gd name="GluePoint712X" fmla="*/ 1156868 w 2455568"/>
              <a:gd name="GluePoint712Y" fmla="*/ 773633 h 1849556"/>
              <a:gd name="GluePoint713X" fmla="*/ 1015036 w 2455568"/>
              <a:gd name="GluePoint713Y" fmla="*/ 773633 h 1849556"/>
              <a:gd name="GluePoint714X" fmla="*/ 1037242 w 2455568"/>
              <a:gd name="GluePoint714Y" fmla="*/ 795839 h 1849556"/>
              <a:gd name="GluePoint715X" fmla="*/ 1015036 w 2455568"/>
              <a:gd name="GluePoint715Y" fmla="*/ 818046 h 1849556"/>
              <a:gd name="GluePoint716X" fmla="*/ 992829 w 2455568"/>
              <a:gd name="GluePoint716Y" fmla="*/ 795839 h 1849556"/>
              <a:gd name="GluePoint717X" fmla="*/ 1015036 w 2455568"/>
              <a:gd name="GluePoint717Y" fmla="*/ 773633 h 1849556"/>
              <a:gd name="GluePoint718X" fmla="*/ 873203 w 2455568"/>
              <a:gd name="GluePoint718Y" fmla="*/ 773633 h 1849556"/>
              <a:gd name="GluePoint719X" fmla="*/ 895409 w 2455568"/>
              <a:gd name="GluePoint719Y" fmla="*/ 795839 h 1849556"/>
              <a:gd name="GluePoint720X" fmla="*/ 873203 w 2455568"/>
              <a:gd name="GluePoint720Y" fmla="*/ 818046 h 1849556"/>
              <a:gd name="GluePoint721X" fmla="*/ 850996 w 2455568"/>
              <a:gd name="GluePoint721Y" fmla="*/ 795839 h 1849556"/>
              <a:gd name="GluePoint722X" fmla="*/ 873203 w 2455568"/>
              <a:gd name="GluePoint722Y" fmla="*/ 773633 h 1849556"/>
              <a:gd name="GluePoint723X" fmla="*/ 731370 w 2455568"/>
              <a:gd name="GluePoint723Y" fmla="*/ 773633 h 1849556"/>
              <a:gd name="GluePoint724X" fmla="*/ 753577 w 2455568"/>
              <a:gd name="GluePoint724Y" fmla="*/ 795839 h 1849556"/>
              <a:gd name="GluePoint725X" fmla="*/ 731370 w 2455568"/>
              <a:gd name="GluePoint725Y" fmla="*/ 818046 h 1849556"/>
              <a:gd name="GluePoint726X" fmla="*/ 709164 w 2455568"/>
              <a:gd name="GluePoint726Y" fmla="*/ 795839 h 1849556"/>
              <a:gd name="GluePoint727X" fmla="*/ 731370 w 2455568"/>
              <a:gd name="GluePoint727Y" fmla="*/ 773633 h 1849556"/>
              <a:gd name="GluePoint728X" fmla="*/ 589538 w 2455568"/>
              <a:gd name="GluePoint728Y" fmla="*/ 773633 h 1849556"/>
              <a:gd name="GluePoint729X" fmla="*/ 611744 w 2455568"/>
              <a:gd name="GluePoint729Y" fmla="*/ 795839 h 1849556"/>
              <a:gd name="GluePoint730X" fmla="*/ 589538 w 2455568"/>
              <a:gd name="GluePoint730Y" fmla="*/ 818046 h 1849556"/>
              <a:gd name="GluePoint731X" fmla="*/ 567331 w 2455568"/>
              <a:gd name="GluePoint731Y" fmla="*/ 795839 h 1849556"/>
              <a:gd name="GluePoint732X" fmla="*/ 589538 w 2455568"/>
              <a:gd name="GluePoint732Y" fmla="*/ 773633 h 1849556"/>
              <a:gd name="GluePoint733X" fmla="*/ 447705 w 2455568"/>
              <a:gd name="GluePoint733Y" fmla="*/ 773633 h 1849556"/>
              <a:gd name="GluePoint734X" fmla="*/ 469911 w 2455568"/>
              <a:gd name="GluePoint734Y" fmla="*/ 795839 h 1849556"/>
              <a:gd name="GluePoint735X" fmla="*/ 447705 w 2455568"/>
              <a:gd name="GluePoint735Y" fmla="*/ 818046 h 1849556"/>
              <a:gd name="GluePoint736X" fmla="*/ 425498 w 2455568"/>
              <a:gd name="GluePoint736Y" fmla="*/ 795839 h 1849556"/>
              <a:gd name="GluePoint737X" fmla="*/ 447705 w 2455568"/>
              <a:gd name="GluePoint737Y" fmla="*/ 773633 h 1849556"/>
              <a:gd name="GluePoint738X" fmla="*/ 305872 w 2455568"/>
              <a:gd name="GluePoint738Y" fmla="*/ 773633 h 1849556"/>
              <a:gd name="GluePoint739X" fmla="*/ 328079 w 2455568"/>
              <a:gd name="GluePoint739Y" fmla="*/ 795839 h 1849556"/>
              <a:gd name="GluePoint740X" fmla="*/ 305872 w 2455568"/>
              <a:gd name="GluePoint740Y" fmla="*/ 818046 h 1849556"/>
              <a:gd name="GluePoint741X" fmla="*/ 283666 w 2455568"/>
              <a:gd name="GluePoint741Y" fmla="*/ 795839 h 1849556"/>
              <a:gd name="GluePoint742X" fmla="*/ 305872 w 2455568"/>
              <a:gd name="GluePoint742Y" fmla="*/ 773633 h 1849556"/>
              <a:gd name="GluePoint743X" fmla="*/ 164040 w 2455568"/>
              <a:gd name="GluePoint743Y" fmla="*/ 773633 h 1849556"/>
              <a:gd name="GluePoint744X" fmla="*/ 186246 w 2455568"/>
              <a:gd name="GluePoint744Y" fmla="*/ 795839 h 1849556"/>
              <a:gd name="GluePoint745X" fmla="*/ 164040 w 2455568"/>
              <a:gd name="GluePoint745Y" fmla="*/ 818046 h 1849556"/>
              <a:gd name="GluePoint746X" fmla="*/ 151122 w 2455568"/>
              <a:gd name="GluePoint746Y" fmla="*/ 812695 h 1849556"/>
              <a:gd name="GluePoint747X" fmla="*/ 151669 w 2455568"/>
              <a:gd name="GluePoint747Y" fmla="*/ 778757 h 1849556"/>
              <a:gd name="GluePoint748X" fmla="*/ 2138192 w 2455568"/>
              <a:gd name="GluePoint748Y" fmla="*/ 649459 h 1849556"/>
              <a:gd name="GluePoint749X" fmla="*/ 2171613 w 2455568"/>
              <a:gd name="GluePoint749Y" fmla="*/ 667600 h 1849556"/>
              <a:gd name="GluePoint750X" fmla="*/ 2165399 w 2455568"/>
              <a:gd name="GluePoint750Y" fmla="*/ 682603 h 1849556"/>
              <a:gd name="GluePoint751X" fmla="*/ 2149697 w 2455568"/>
              <a:gd name="GluePoint751Y" fmla="*/ 689107 h 1849556"/>
              <a:gd name="GluePoint752X" fmla="*/ 2127491 w 2455568"/>
              <a:gd name="GluePoint752Y" fmla="*/ 666900 h 1849556"/>
              <a:gd name="GluePoint753X" fmla="*/ 2133995 w 2455568"/>
              <a:gd name="GluePoint753Y" fmla="*/ 651198 h 1849556"/>
              <a:gd name="GluePoint754X" fmla="*/ 2007864 w 2455568"/>
              <a:gd name="GluePoint754Y" fmla="*/ 644694 h 1849556"/>
              <a:gd name="GluePoint755X" fmla="*/ 2030072 w 2455568"/>
              <a:gd name="GluePoint755Y" fmla="*/ 666900 h 1849556"/>
              <a:gd name="GluePoint756X" fmla="*/ 2007864 w 2455568"/>
              <a:gd name="GluePoint756Y" fmla="*/ 689107 h 1849556"/>
              <a:gd name="GluePoint757X" fmla="*/ 1985657 w 2455568"/>
              <a:gd name="GluePoint757Y" fmla="*/ 666900 h 1849556"/>
              <a:gd name="GluePoint758X" fmla="*/ 2007864 w 2455568"/>
              <a:gd name="GluePoint758Y" fmla="*/ 644694 h 1849556"/>
              <a:gd name="GluePoint759X" fmla="*/ 1866032 w 2455568"/>
              <a:gd name="GluePoint759Y" fmla="*/ 644694 h 1849556"/>
              <a:gd name="GluePoint760X" fmla="*/ 1888238 w 2455568"/>
              <a:gd name="GluePoint760Y" fmla="*/ 666900 h 1849556"/>
              <a:gd name="GluePoint761X" fmla="*/ 1866032 w 2455568"/>
              <a:gd name="GluePoint761Y" fmla="*/ 689107 h 1849556"/>
              <a:gd name="GluePoint762X" fmla="*/ 1843825 w 2455568"/>
              <a:gd name="GluePoint762Y" fmla="*/ 666900 h 1849556"/>
              <a:gd name="GluePoint763X" fmla="*/ 1866032 w 2455568"/>
              <a:gd name="GluePoint763Y" fmla="*/ 644694 h 1849556"/>
              <a:gd name="GluePoint764X" fmla="*/ 1724199 w 2455568"/>
              <a:gd name="GluePoint764Y" fmla="*/ 644694 h 1849556"/>
              <a:gd name="GluePoint765X" fmla="*/ 1746405 w 2455568"/>
              <a:gd name="GluePoint765Y" fmla="*/ 666900 h 1849556"/>
              <a:gd name="GluePoint766X" fmla="*/ 1724199 w 2455568"/>
              <a:gd name="GluePoint766Y" fmla="*/ 689107 h 1849556"/>
              <a:gd name="GluePoint767X" fmla="*/ 1701992 w 2455568"/>
              <a:gd name="GluePoint767Y" fmla="*/ 666900 h 1849556"/>
              <a:gd name="GluePoint768X" fmla="*/ 1724199 w 2455568"/>
              <a:gd name="GluePoint768Y" fmla="*/ 644694 h 1849556"/>
              <a:gd name="GluePoint769X" fmla="*/ 1582366 w 2455568"/>
              <a:gd name="GluePoint769Y" fmla="*/ 644694 h 1849556"/>
              <a:gd name="GluePoint770X" fmla="*/ 1604573 w 2455568"/>
              <a:gd name="GluePoint770Y" fmla="*/ 666900 h 1849556"/>
              <a:gd name="GluePoint771X" fmla="*/ 1582366 w 2455568"/>
              <a:gd name="GluePoint771Y" fmla="*/ 689107 h 1849556"/>
              <a:gd name="GluePoint772X" fmla="*/ 1560160 w 2455568"/>
              <a:gd name="GluePoint772Y" fmla="*/ 666900 h 1849556"/>
              <a:gd name="GluePoint773X" fmla="*/ 1582366 w 2455568"/>
              <a:gd name="GluePoint773Y" fmla="*/ 644694 h 1849556"/>
              <a:gd name="GluePoint774X" fmla="*/ 1440534 w 2455568"/>
              <a:gd name="GluePoint774Y" fmla="*/ 644694 h 1849556"/>
              <a:gd name="GluePoint775X" fmla="*/ 1462740 w 2455568"/>
              <a:gd name="GluePoint775Y" fmla="*/ 666900 h 1849556"/>
              <a:gd name="GluePoint776X" fmla="*/ 1440534 w 2455568"/>
              <a:gd name="GluePoint776Y" fmla="*/ 689107 h 1849556"/>
              <a:gd name="GluePoint777X" fmla="*/ 1418327 w 2455568"/>
              <a:gd name="GluePoint777Y" fmla="*/ 666900 h 1849556"/>
              <a:gd name="GluePoint778X" fmla="*/ 1440534 w 2455568"/>
              <a:gd name="GluePoint778Y" fmla="*/ 644694 h 1849556"/>
              <a:gd name="GluePoint779X" fmla="*/ 1298701 w 2455568"/>
              <a:gd name="GluePoint779Y" fmla="*/ 644694 h 1849556"/>
              <a:gd name="GluePoint780X" fmla="*/ 1320907 w 2455568"/>
              <a:gd name="GluePoint780Y" fmla="*/ 666900 h 1849556"/>
              <a:gd name="GluePoint781X" fmla="*/ 1298701 w 2455568"/>
              <a:gd name="GluePoint781Y" fmla="*/ 689107 h 1849556"/>
              <a:gd name="GluePoint782X" fmla="*/ 1276494 w 2455568"/>
              <a:gd name="GluePoint782Y" fmla="*/ 666900 h 1849556"/>
              <a:gd name="GluePoint783X" fmla="*/ 1298701 w 2455568"/>
              <a:gd name="GluePoint783Y" fmla="*/ 644694 h 1849556"/>
              <a:gd name="GluePoint784X" fmla="*/ 1156868 w 2455568"/>
              <a:gd name="GluePoint784Y" fmla="*/ 644694 h 1849556"/>
              <a:gd name="GluePoint785X" fmla="*/ 1179075 w 2455568"/>
              <a:gd name="GluePoint785Y" fmla="*/ 666900 h 1849556"/>
              <a:gd name="GluePoint786X" fmla="*/ 1156868 w 2455568"/>
              <a:gd name="GluePoint786Y" fmla="*/ 689107 h 1849556"/>
              <a:gd name="GluePoint787X" fmla="*/ 1134662 w 2455568"/>
              <a:gd name="GluePoint787Y" fmla="*/ 666900 h 1849556"/>
              <a:gd name="GluePoint788X" fmla="*/ 1156868 w 2455568"/>
              <a:gd name="GluePoint788Y" fmla="*/ 644694 h 1849556"/>
              <a:gd name="GluePoint789X" fmla="*/ 1015036 w 2455568"/>
              <a:gd name="GluePoint789Y" fmla="*/ 644694 h 1849556"/>
              <a:gd name="GluePoint790X" fmla="*/ 1037242 w 2455568"/>
              <a:gd name="GluePoint790Y" fmla="*/ 666900 h 1849556"/>
              <a:gd name="GluePoint791X" fmla="*/ 1015036 w 2455568"/>
              <a:gd name="GluePoint791Y" fmla="*/ 689107 h 1849556"/>
              <a:gd name="GluePoint792X" fmla="*/ 992829 w 2455568"/>
              <a:gd name="GluePoint792Y" fmla="*/ 666900 h 1849556"/>
              <a:gd name="GluePoint793X" fmla="*/ 1015036 w 2455568"/>
              <a:gd name="GluePoint793Y" fmla="*/ 644694 h 1849556"/>
              <a:gd name="GluePoint794X" fmla="*/ 873203 w 2455568"/>
              <a:gd name="GluePoint794Y" fmla="*/ 644694 h 1849556"/>
              <a:gd name="GluePoint795X" fmla="*/ 895409 w 2455568"/>
              <a:gd name="GluePoint795Y" fmla="*/ 666900 h 1849556"/>
              <a:gd name="GluePoint796X" fmla="*/ 873203 w 2455568"/>
              <a:gd name="GluePoint796Y" fmla="*/ 689107 h 1849556"/>
              <a:gd name="GluePoint797X" fmla="*/ 850996 w 2455568"/>
              <a:gd name="GluePoint797Y" fmla="*/ 666900 h 1849556"/>
              <a:gd name="GluePoint798X" fmla="*/ 873203 w 2455568"/>
              <a:gd name="GluePoint798Y" fmla="*/ 644694 h 1849556"/>
              <a:gd name="GluePoint799X" fmla="*/ 731370 w 2455568"/>
              <a:gd name="GluePoint799Y" fmla="*/ 644694 h 1849556"/>
              <a:gd name="GluePoint800X" fmla="*/ 753577 w 2455568"/>
              <a:gd name="GluePoint800Y" fmla="*/ 666900 h 1849556"/>
              <a:gd name="GluePoint801X" fmla="*/ 731370 w 2455568"/>
              <a:gd name="GluePoint801Y" fmla="*/ 689107 h 1849556"/>
              <a:gd name="GluePoint802X" fmla="*/ 709164 w 2455568"/>
              <a:gd name="GluePoint802Y" fmla="*/ 666900 h 1849556"/>
              <a:gd name="GluePoint803X" fmla="*/ 731370 w 2455568"/>
              <a:gd name="GluePoint803Y" fmla="*/ 644694 h 1849556"/>
              <a:gd name="GluePoint804X" fmla="*/ 589538 w 2455568"/>
              <a:gd name="GluePoint804Y" fmla="*/ 644694 h 1849556"/>
              <a:gd name="GluePoint805X" fmla="*/ 611744 w 2455568"/>
              <a:gd name="GluePoint805Y" fmla="*/ 666900 h 1849556"/>
              <a:gd name="GluePoint806X" fmla="*/ 589538 w 2455568"/>
              <a:gd name="GluePoint806Y" fmla="*/ 689107 h 1849556"/>
              <a:gd name="GluePoint807X" fmla="*/ 567331 w 2455568"/>
              <a:gd name="GluePoint807Y" fmla="*/ 666900 h 1849556"/>
              <a:gd name="GluePoint808X" fmla="*/ 589538 w 2455568"/>
              <a:gd name="GluePoint808Y" fmla="*/ 644694 h 1849556"/>
              <a:gd name="GluePoint809X" fmla="*/ 447705 w 2455568"/>
              <a:gd name="GluePoint809Y" fmla="*/ 644694 h 1849556"/>
              <a:gd name="GluePoint810X" fmla="*/ 469911 w 2455568"/>
              <a:gd name="GluePoint810Y" fmla="*/ 666900 h 1849556"/>
              <a:gd name="GluePoint811X" fmla="*/ 447705 w 2455568"/>
              <a:gd name="GluePoint811Y" fmla="*/ 689107 h 1849556"/>
              <a:gd name="GluePoint812X" fmla="*/ 425498 w 2455568"/>
              <a:gd name="GluePoint812Y" fmla="*/ 666900 h 1849556"/>
              <a:gd name="GluePoint813X" fmla="*/ 447705 w 2455568"/>
              <a:gd name="GluePoint813Y" fmla="*/ 644694 h 1849556"/>
              <a:gd name="GluePoint814X" fmla="*/ 305872 w 2455568"/>
              <a:gd name="GluePoint814Y" fmla="*/ 644694 h 1849556"/>
              <a:gd name="GluePoint815X" fmla="*/ 328079 w 2455568"/>
              <a:gd name="GluePoint815Y" fmla="*/ 666900 h 1849556"/>
              <a:gd name="GluePoint816X" fmla="*/ 305872 w 2455568"/>
              <a:gd name="GluePoint816Y" fmla="*/ 689107 h 1849556"/>
              <a:gd name="GluePoint817X" fmla="*/ 283666 w 2455568"/>
              <a:gd name="GluePoint817Y" fmla="*/ 666900 h 1849556"/>
              <a:gd name="GluePoint818X" fmla="*/ 305872 w 2455568"/>
              <a:gd name="GluePoint818Y" fmla="*/ 644694 h 1849556"/>
              <a:gd name="GluePoint819X" fmla="*/ 164040 w 2455568"/>
              <a:gd name="GluePoint819Y" fmla="*/ 644694 h 1849556"/>
              <a:gd name="GluePoint820X" fmla="*/ 186246 w 2455568"/>
              <a:gd name="GluePoint820Y" fmla="*/ 666900 h 1849556"/>
              <a:gd name="GluePoint821X" fmla="*/ 164040 w 2455568"/>
              <a:gd name="GluePoint821Y" fmla="*/ 689107 h 1849556"/>
              <a:gd name="GluePoint822X" fmla="*/ 153187 w 2455568"/>
              <a:gd name="GluePoint822Y" fmla="*/ 684612 h 1849556"/>
              <a:gd name="GluePoint823X" fmla="*/ 153761 w 2455568"/>
              <a:gd name="GluePoint823Y" fmla="*/ 648951 h 1849556"/>
              <a:gd name="GluePoint824X" fmla="*/ 1717987 w 2455568"/>
              <a:gd name="GluePoint824Y" fmla="*/ 557595 h 1849556"/>
              <a:gd name="GluePoint825X" fmla="*/ 1730411 w 2455568"/>
              <a:gd name="GluePoint825Y" fmla="*/ 557595 h 1849556"/>
              <a:gd name="GluePoint826X" fmla="*/ 1724199 w 2455568"/>
              <a:gd name="GluePoint826Y" fmla="*/ 560168 h 1849556"/>
              <a:gd name="GluePoint827X" fmla="*/ 1576154 w 2455568"/>
              <a:gd name="GluePoint827Y" fmla="*/ 557595 h 1849556"/>
              <a:gd name="GluePoint828X" fmla="*/ 1588578 w 2455568"/>
              <a:gd name="GluePoint828Y" fmla="*/ 557595 h 1849556"/>
              <a:gd name="GluePoint829X" fmla="*/ 1582366 w 2455568"/>
              <a:gd name="GluePoint829Y" fmla="*/ 560168 h 1849556"/>
              <a:gd name="GluePoint830X" fmla="*/ 1440534 w 2455568"/>
              <a:gd name="GluePoint830Y" fmla="*/ 515755 h 1849556"/>
              <a:gd name="GluePoint831X" fmla="*/ 1446154 w 2455568"/>
              <a:gd name="GluePoint831Y" fmla="*/ 518083 h 1849556"/>
              <a:gd name="GluePoint832X" fmla="*/ 1450001 w 2455568"/>
              <a:gd name="GluePoint832Y" fmla="*/ 556247 h 1849556"/>
              <a:gd name="GluePoint833X" fmla="*/ 1440534 w 2455568"/>
              <a:gd name="GluePoint833Y" fmla="*/ 560168 h 1849556"/>
              <a:gd name="GluePoint834X" fmla="*/ 1418327 w 2455568"/>
              <a:gd name="GluePoint834Y" fmla="*/ 537962 h 1849556"/>
              <a:gd name="GluePoint835X" fmla="*/ 1440534 w 2455568"/>
              <a:gd name="GluePoint835Y" fmla="*/ 515755 h 1849556"/>
              <a:gd name="GluePoint836X" fmla="*/ 1298701 w 2455568"/>
              <a:gd name="GluePoint836Y" fmla="*/ 515755 h 1849556"/>
              <a:gd name="GluePoint837X" fmla="*/ 1320907 w 2455568"/>
              <a:gd name="GluePoint837Y" fmla="*/ 537962 h 1849556"/>
              <a:gd name="GluePoint838X" fmla="*/ 1298701 w 2455568"/>
              <a:gd name="GluePoint838Y" fmla="*/ 560168 h 1849556"/>
              <a:gd name="GluePoint839X" fmla="*/ 1276494 w 2455568"/>
              <a:gd name="GluePoint839Y" fmla="*/ 537962 h 1849556"/>
              <a:gd name="GluePoint840X" fmla="*/ 1298701 w 2455568"/>
              <a:gd name="GluePoint840Y" fmla="*/ 515755 h 1849556"/>
              <a:gd name="GluePoint841X" fmla="*/ 1156868 w 2455568"/>
              <a:gd name="GluePoint841Y" fmla="*/ 515755 h 1849556"/>
              <a:gd name="GluePoint842X" fmla="*/ 1179075 w 2455568"/>
              <a:gd name="GluePoint842Y" fmla="*/ 537962 h 1849556"/>
              <a:gd name="GluePoint843X" fmla="*/ 1156868 w 2455568"/>
              <a:gd name="GluePoint843Y" fmla="*/ 560168 h 1849556"/>
              <a:gd name="GluePoint844X" fmla="*/ 1134662 w 2455568"/>
              <a:gd name="GluePoint844Y" fmla="*/ 537962 h 1849556"/>
              <a:gd name="GluePoint845X" fmla="*/ 1156868 w 2455568"/>
              <a:gd name="GluePoint845Y" fmla="*/ 515755 h 1849556"/>
              <a:gd name="GluePoint846X" fmla="*/ 1015036 w 2455568"/>
              <a:gd name="GluePoint846Y" fmla="*/ 515755 h 1849556"/>
              <a:gd name="GluePoint847X" fmla="*/ 1037242 w 2455568"/>
              <a:gd name="GluePoint847Y" fmla="*/ 537962 h 1849556"/>
              <a:gd name="GluePoint848X" fmla="*/ 1015036 w 2455568"/>
              <a:gd name="GluePoint848Y" fmla="*/ 560168 h 1849556"/>
              <a:gd name="GluePoint849X" fmla="*/ 992829 w 2455568"/>
              <a:gd name="GluePoint849Y" fmla="*/ 537962 h 1849556"/>
              <a:gd name="GluePoint850X" fmla="*/ 1015036 w 2455568"/>
              <a:gd name="GluePoint850Y" fmla="*/ 515755 h 1849556"/>
              <a:gd name="GluePoint851X" fmla="*/ 873203 w 2455568"/>
              <a:gd name="GluePoint851Y" fmla="*/ 515755 h 1849556"/>
              <a:gd name="GluePoint852X" fmla="*/ 895409 w 2455568"/>
              <a:gd name="GluePoint852Y" fmla="*/ 537962 h 1849556"/>
              <a:gd name="GluePoint853X" fmla="*/ 873203 w 2455568"/>
              <a:gd name="GluePoint853Y" fmla="*/ 560168 h 1849556"/>
              <a:gd name="GluePoint854X" fmla="*/ 850996 w 2455568"/>
              <a:gd name="GluePoint854Y" fmla="*/ 537962 h 1849556"/>
              <a:gd name="GluePoint855X" fmla="*/ 873203 w 2455568"/>
              <a:gd name="GluePoint855Y" fmla="*/ 515755 h 1849556"/>
              <a:gd name="GluePoint856X" fmla="*/ 731370 w 2455568"/>
              <a:gd name="GluePoint856Y" fmla="*/ 515755 h 1849556"/>
              <a:gd name="GluePoint857X" fmla="*/ 753577 w 2455568"/>
              <a:gd name="GluePoint857Y" fmla="*/ 537962 h 1849556"/>
              <a:gd name="GluePoint858X" fmla="*/ 731370 w 2455568"/>
              <a:gd name="GluePoint858Y" fmla="*/ 560168 h 1849556"/>
              <a:gd name="GluePoint859X" fmla="*/ 709164 w 2455568"/>
              <a:gd name="GluePoint859Y" fmla="*/ 537962 h 1849556"/>
              <a:gd name="GluePoint860X" fmla="*/ 731370 w 2455568"/>
              <a:gd name="GluePoint860Y" fmla="*/ 515755 h 1849556"/>
              <a:gd name="GluePoint861X" fmla="*/ 589538 w 2455568"/>
              <a:gd name="GluePoint861Y" fmla="*/ 515755 h 1849556"/>
              <a:gd name="GluePoint862X" fmla="*/ 611744 w 2455568"/>
              <a:gd name="GluePoint862Y" fmla="*/ 537962 h 1849556"/>
              <a:gd name="GluePoint863X" fmla="*/ 589538 w 2455568"/>
              <a:gd name="GluePoint863Y" fmla="*/ 560168 h 1849556"/>
              <a:gd name="GluePoint864X" fmla="*/ 567331 w 2455568"/>
              <a:gd name="GluePoint864Y" fmla="*/ 537962 h 1849556"/>
              <a:gd name="GluePoint865X" fmla="*/ 589538 w 2455568"/>
              <a:gd name="GluePoint865Y" fmla="*/ 515755 h 1849556"/>
              <a:gd name="GluePoint866X" fmla="*/ 447705 w 2455568"/>
              <a:gd name="GluePoint866Y" fmla="*/ 515755 h 1849556"/>
              <a:gd name="GluePoint867X" fmla="*/ 469911 w 2455568"/>
              <a:gd name="GluePoint867Y" fmla="*/ 537962 h 1849556"/>
              <a:gd name="GluePoint868X" fmla="*/ 447705 w 2455568"/>
              <a:gd name="GluePoint868Y" fmla="*/ 560168 h 1849556"/>
              <a:gd name="GluePoint869X" fmla="*/ 425498 w 2455568"/>
              <a:gd name="GluePoint869Y" fmla="*/ 537962 h 1849556"/>
              <a:gd name="GluePoint870X" fmla="*/ 447705 w 2455568"/>
              <a:gd name="GluePoint870Y" fmla="*/ 515755 h 1849556"/>
              <a:gd name="GluePoint871X" fmla="*/ 305872 w 2455568"/>
              <a:gd name="GluePoint871Y" fmla="*/ 515755 h 1849556"/>
              <a:gd name="GluePoint872X" fmla="*/ 328079 w 2455568"/>
              <a:gd name="GluePoint872Y" fmla="*/ 537962 h 1849556"/>
              <a:gd name="GluePoint873X" fmla="*/ 305872 w 2455568"/>
              <a:gd name="GluePoint873Y" fmla="*/ 560168 h 1849556"/>
              <a:gd name="GluePoint874X" fmla="*/ 283666 w 2455568"/>
              <a:gd name="GluePoint874Y" fmla="*/ 537962 h 1849556"/>
              <a:gd name="GluePoint875X" fmla="*/ 305872 w 2455568"/>
              <a:gd name="GluePoint875Y" fmla="*/ 515755 h 1849556"/>
              <a:gd name="GluePoint876X" fmla="*/ 164040 w 2455568"/>
              <a:gd name="GluePoint876Y" fmla="*/ 515755 h 1849556"/>
              <a:gd name="GluePoint877X" fmla="*/ 186246 w 2455568"/>
              <a:gd name="GluePoint877Y" fmla="*/ 537962 h 1849556"/>
              <a:gd name="GluePoint878X" fmla="*/ 164040 w 2455568"/>
              <a:gd name="GluePoint878Y" fmla="*/ 560168 h 1849556"/>
              <a:gd name="GluePoint879X" fmla="*/ 153269 w 2455568"/>
              <a:gd name="GluePoint879Y" fmla="*/ 555707 h 1849556"/>
              <a:gd name="GluePoint880X" fmla="*/ 157003 w 2455568"/>
              <a:gd name="GluePoint880Y" fmla="*/ 518670 h 1849556"/>
              <a:gd name="GluePoint881X" fmla="*/ 1426345 w 2455568"/>
              <a:gd name="GluePoint881Y" fmla="*/ 392693 h 1849556"/>
              <a:gd name="GluePoint882X" fmla="*/ 1436961 w 2455568"/>
              <a:gd name="GluePoint882Y" fmla="*/ 426894 h 1849556"/>
              <a:gd name="GluePoint883X" fmla="*/ 1437262 w 2455568"/>
              <a:gd name="GluePoint883Y" fmla="*/ 429874 h 1849556"/>
              <a:gd name="GluePoint884X" fmla="*/ 1424831 w 2455568"/>
              <a:gd name="GluePoint884Y" fmla="*/ 424725 h 1849556"/>
              <a:gd name="GluePoint885X" fmla="*/ 1418327 w 2455568"/>
              <a:gd name="GluePoint885Y" fmla="*/ 409023 h 1849556"/>
              <a:gd name="GluePoint886X" fmla="*/ 1424831 w 2455568"/>
              <a:gd name="GluePoint886Y" fmla="*/ 393320 h 1849556"/>
              <a:gd name="GluePoint887X" fmla="*/ 177026 w 2455568"/>
              <a:gd name="GluePoint887Y" fmla="*/ 392195 h 1849556"/>
              <a:gd name="GluePoint888X" fmla="*/ 179742 w 2455568"/>
              <a:gd name="GluePoint888Y" fmla="*/ 393320 h 1849556"/>
              <a:gd name="GluePoint889X" fmla="*/ 186246 w 2455568"/>
              <a:gd name="GluePoint889Y" fmla="*/ 409023 h 1849556"/>
              <a:gd name="GluePoint890X" fmla="*/ 179742 w 2455568"/>
              <a:gd name="GluePoint890Y" fmla="*/ 424725 h 1849556"/>
              <a:gd name="GluePoint891X" fmla="*/ 165895 w 2455568"/>
              <a:gd name="GluePoint891Y" fmla="*/ 430461 h 1849556"/>
              <a:gd name="GluePoint892X" fmla="*/ 166255 w 2455568"/>
              <a:gd name="GluePoint892Y" fmla="*/ 426894 h 1849556"/>
              <a:gd name="GluePoint893X" fmla="*/ 1298701 w 2455568"/>
              <a:gd name="GluePoint893Y" fmla="*/ 386816 h 1849556"/>
              <a:gd name="GluePoint894X" fmla="*/ 1320907 w 2455568"/>
              <a:gd name="GluePoint894Y" fmla="*/ 409023 h 1849556"/>
              <a:gd name="GluePoint895X" fmla="*/ 1298701 w 2455568"/>
              <a:gd name="GluePoint895Y" fmla="*/ 431229 h 1849556"/>
              <a:gd name="GluePoint896X" fmla="*/ 1276494 w 2455568"/>
              <a:gd name="GluePoint896Y" fmla="*/ 409023 h 1849556"/>
              <a:gd name="GluePoint897X" fmla="*/ 1298701 w 2455568"/>
              <a:gd name="GluePoint897Y" fmla="*/ 386816 h 1849556"/>
              <a:gd name="GluePoint898X" fmla="*/ 1156868 w 2455568"/>
              <a:gd name="GluePoint898Y" fmla="*/ 386816 h 1849556"/>
              <a:gd name="GluePoint899X" fmla="*/ 1179075 w 2455568"/>
              <a:gd name="GluePoint899Y" fmla="*/ 409023 h 1849556"/>
              <a:gd name="GluePoint900X" fmla="*/ 1156868 w 2455568"/>
              <a:gd name="GluePoint900Y" fmla="*/ 431229 h 1849556"/>
              <a:gd name="GluePoint901X" fmla="*/ 1134662 w 2455568"/>
              <a:gd name="GluePoint901Y" fmla="*/ 409023 h 1849556"/>
              <a:gd name="GluePoint902X" fmla="*/ 1156868 w 2455568"/>
              <a:gd name="GluePoint902Y" fmla="*/ 386816 h 1849556"/>
              <a:gd name="GluePoint903X" fmla="*/ 1015036 w 2455568"/>
              <a:gd name="GluePoint903Y" fmla="*/ 386816 h 1849556"/>
              <a:gd name="GluePoint904X" fmla="*/ 1037242 w 2455568"/>
              <a:gd name="GluePoint904Y" fmla="*/ 409023 h 1849556"/>
              <a:gd name="GluePoint905X" fmla="*/ 1015036 w 2455568"/>
              <a:gd name="GluePoint905Y" fmla="*/ 431229 h 1849556"/>
              <a:gd name="GluePoint906X" fmla="*/ 992829 w 2455568"/>
              <a:gd name="GluePoint906Y" fmla="*/ 409023 h 1849556"/>
              <a:gd name="GluePoint907X" fmla="*/ 1015036 w 2455568"/>
              <a:gd name="GluePoint907Y" fmla="*/ 386816 h 1849556"/>
              <a:gd name="GluePoint908X" fmla="*/ 873203 w 2455568"/>
              <a:gd name="GluePoint908Y" fmla="*/ 386816 h 1849556"/>
              <a:gd name="GluePoint909X" fmla="*/ 895409 w 2455568"/>
              <a:gd name="GluePoint909Y" fmla="*/ 409023 h 1849556"/>
              <a:gd name="GluePoint910X" fmla="*/ 873203 w 2455568"/>
              <a:gd name="GluePoint910Y" fmla="*/ 431229 h 1849556"/>
              <a:gd name="GluePoint911X" fmla="*/ 850996 w 2455568"/>
              <a:gd name="GluePoint911Y" fmla="*/ 409023 h 1849556"/>
              <a:gd name="GluePoint912X" fmla="*/ 873203 w 2455568"/>
              <a:gd name="GluePoint912Y" fmla="*/ 386816 h 1849556"/>
              <a:gd name="GluePoint913X" fmla="*/ 731370 w 2455568"/>
              <a:gd name="GluePoint913Y" fmla="*/ 386816 h 1849556"/>
              <a:gd name="GluePoint914X" fmla="*/ 753577 w 2455568"/>
              <a:gd name="GluePoint914Y" fmla="*/ 409023 h 1849556"/>
              <a:gd name="GluePoint915X" fmla="*/ 731370 w 2455568"/>
              <a:gd name="GluePoint915Y" fmla="*/ 431229 h 1849556"/>
              <a:gd name="GluePoint916X" fmla="*/ 709164 w 2455568"/>
              <a:gd name="GluePoint916Y" fmla="*/ 409023 h 1849556"/>
              <a:gd name="GluePoint917X" fmla="*/ 731370 w 2455568"/>
              <a:gd name="GluePoint917Y" fmla="*/ 386816 h 1849556"/>
              <a:gd name="GluePoint918X" fmla="*/ 589538 w 2455568"/>
              <a:gd name="GluePoint918Y" fmla="*/ 386816 h 1849556"/>
              <a:gd name="GluePoint919X" fmla="*/ 611744 w 2455568"/>
              <a:gd name="GluePoint919Y" fmla="*/ 409023 h 1849556"/>
              <a:gd name="GluePoint920X" fmla="*/ 589538 w 2455568"/>
              <a:gd name="GluePoint920Y" fmla="*/ 431229 h 1849556"/>
              <a:gd name="GluePoint921X" fmla="*/ 567331 w 2455568"/>
              <a:gd name="GluePoint921Y" fmla="*/ 409023 h 1849556"/>
              <a:gd name="GluePoint922X" fmla="*/ 589538 w 2455568"/>
              <a:gd name="GluePoint922Y" fmla="*/ 386816 h 1849556"/>
              <a:gd name="GluePoint923X" fmla="*/ 447705 w 2455568"/>
              <a:gd name="GluePoint923Y" fmla="*/ 386816 h 1849556"/>
              <a:gd name="GluePoint924X" fmla="*/ 469911 w 2455568"/>
              <a:gd name="GluePoint924Y" fmla="*/ 409023 h 1849556"/>
              <a:gd name="GluePoint925X" fmla="*/ 447705 w 2455568"/>
              <a:gd name="GluePoint925Y" fmla="*/ 431229 h 1849556"/>
              <a:gd name="GluePoint926X" fmla="*/ 425498 w 2455568"/>
              <a:gd name="GluePoint926Y" fmla="*/ 409023 h 1849556"/>
              <a:gd name="GluePoint927X" fmla="*/ 447705 w 2455568"/>
              <a:gd name="GluePoint927Y" fmla="*/ 386816 h 1849556"/>
              <a:gd name="GluePoint928X" fmla="*/ 305872 w 2455568"/>
              <a:gd name="GluePoint928Y" fmla="*/ 386816 h 1849556"/>
              <a:gd name="GluePoint929X" fmla="*/ 328079 w 2455568"/>
              <a:gd name="GluePoint929Y" fmla="*/ 409023 h 1849556"/>
              <a:gd name="GluePoint930X" fmla="*/ 305872 w 2455568"/>
              <a:gd name="GluePoint930Y" fmla="*/ 431229 h 1849556"/>
              <a:gd name="GluePoint931X" fmla="*/ 283666 w 2455568"/>
              <a:gd name="GluePoint931Y" fmla="*/ 409023 h 1849556"/>
              <a:gd name="GluePoint932X" fmla="*/ 305872 w 2455568"/>
              <a:gd name="GluePoint932Y" fmla="*/ 386816 h 1849556"/>
              <a:gd name="GluePoint933X" fmla="*/ 1298701 w 2455568"/>
              <a:gd name="GluePoint933Y" fmla="*/ 257878 h 1849556"/>
              <a:gd name="GluePoint934X" fmla="*/ 1320907 w 2455568"/>
              <a:gd name="GluePoint934Y" fmla="*/ 280084 h 1849556"/>
              <a:gd name="GluePoint935X" fmla="*/ 1298701 w 2455568"/>
              <a:gd name="GluePoint935Y" fmla="*/ 302291 h 1849556"/>
              <a:gd name="GluePoint936X" fmla="*/ 1276494 w 2455568"/>
              <a:gd name="GluePoint936Y" fmla="*/ 280084 h 1849556"/>
              <a:gd name="GluePoint937X" fmla="*/ 1298701 w 2455568"/>
              <a:gd name="GluePoint937Y" fmla="*/ 257878 h 1849556"/>
              <a:gd name="GluePoint938X" fmla="*/ 1156868 w 2455568"/>
              <a:gd name="GluePoint938Y" fmla="*/ 257878 h 1849556"/>
              <a:gd name="GluePoint939X" fmla="*/ 1179075 w 2455568"/>
              <a:gd name="GluePoint939Y" fmla="*/ 280084 h 1849556"/>
              <a:gd name="GluePoint940X" fmla="*/ 1156868 w 2455568"/>
              <a:gd name="GluePoint940Y" fmla="*/ 302291 h 1849556"/>
              <a:gd name="GluePoint941X" fmla="*/ 1134662 w 2455568"/>
              <a:gd name="GluePoint941Y" fmla="*/ 280084 h 1849556"/>
              <a:gd name="GluePoint942X" fmla="*/ 1156868 w 2455568"/>
              <a:gd name="GluePoint942Y" fmla="*/ 257878 h 1849556"/>
              <a:gd name="GluePoint943X" fmla="*/ 1015036 w 2455568"/>
              <a:gd name="GluePoint943Y" fmla="*/ 257878 h 1849556"/>
              <a:gd name="GluePoint944X" fmla="*/ 1037242 w 2455568"/>
              <a:gd name="GluePoint944Y" fmla="*/ 280084 h 1849556"/>
              <a:gd name="GluePoint945X" fmla="*/ 1015036 w 2455568"/>
              <a:gd name="GluePoint945Y" fmla="*/ 302291 h 1849556"/>
              <a:gd name="GluePoint946X" fmla="*/ 992829 w 2455568"/>
              <a:gd name="GluePoint946Y" fmla="*/ 280084 h 1849556"/>
              <a:gd name="GluePoint947X" fmla="*/ 1015036 w 2455568"/>
              <a:gd name="GluePoint947Y" fmla="*/ 257878 h 1849556"/>
              <a:gd name="GluePoint948X" fmla="*/ 873203 w 2455568"/>
              <a:gd name="GluePoint948Y" fmla="*/ 257878 h 1849556"/>
              <a:gd name="GluePoint949X" fmla="*/ 895409 w 2455568"/>
              <a:gd name="GluePoint949Y" fmla="*/ 280084 h 1849556"/>
              <a:gd name="GluePoint950X" fmla="*/ 873203 w 2455568"/>
              <a:gd name="GluePoint950Y" fmla="*/ 302291 h 1849556"/>
              <a:gd name="GluePoint951X" fmla="*/ 850996 w 2455568"/>
              <a:gd name="GluePoint951Y" fmla="*/ 280084 h 1849556"/>
              <a:gd name="GluePoint952X" fmla="*/ 873203 w 2455568"/>
              <a:gd name="GluePoint952Y" fmla="*/ 257878 h 1849556"/>
              <a:gd name="GluePoint953X" fmla="*/ 731370 w 2455568"/>
              <a:gd name="GluePoint953Y" fmla="*/ 257878 h 1849556"/>
              <a:gd name="GluePoint954X" fmla="*/ 753577 w 2455568"/>
              <a:gd name="GluePoint954Y" fmla="*/ 280084 h 1849556"/>
              <a:gd name="GluePoint955X" fmla="*/ 731370 w 2455568"/>
              <a:gd name="GluePoint955Y" fmla="*/ 302291 h 1849556"/>
              <a:gd name="GluePoint956X" fmla="*/ 709164 w 2455568"/>
              <a:gd name="GluePoint956Y" fmla="*/ 280084 h 1849556"/>
              <a:gd name="GluePoint957X" fmla="*/ 731370 w 2455568"/>
              <a:gd name="GluePoint957Y" fmla="*/ 257878 h 1849556"/>
              <a:gd name="GluePoint958X" fmla="*/ 589538 w 2455568"/>
              <a:gd name="GluePoint958Y" fmla="*/ 257878 h 1849556"/>
              <a:gd name="GluePoint959X" fmla="*/ 611744 w 2455568"/>
              <a:gd name="GluePoint959Y" fmla="*/ 280084 h 1849556"/>
              <a:gd name="GluePoint960X" fmla="*/ 589538 w 2455568"/>
              <a:gd name="GluePoint960Y" fmla="*/ 302291 h 1849556"/>
              <a:gd name="GluePoint961X" fmla="*/ 567331 w 2455568"/>
              <a:gd name="GluePoint961Y" fmla="*/ 280084 h 1849556"/>
              <a:gd name="GluePoint962X" fmla="*/ 589538 w 2455568"/>
              <a:gd name="GluePoint962Y" fmla="*/ 257878 h 1849556"/>
              <a:gd name="GluePoint963X" fmla="*/ 447705 w 2455568"/>
              <a:gd name="GluePoint963Y" fmla="*/ 257878 h 1849556"/>
              <a:gd name="GluePoint964X" fmla="*/ 469911 w 2455568"/>
              <a:gd name="GluePoint964Y" fmla="*/ 280084 h 1849556"/>
              <a:gd name="GluePoint965X" fmla="*/ 447705 w 2455568"/>
              <a:gd name="GluePoint965Y" fmla="*/ 302291 h 1849556"/>
              <a:gd name="GluePoint966X" fmla="*/ 425498 w 2455568"/>
              <a:gd name="GluePoint966Y" fmla="*/ 280084 h 1849556"/>
              <a:gd name="GluePoint967X" fmla="*/ 447705 w 2455568"/>
              <a:gd name="GluePoint967Y" fmla="*/ 257878 h 1849556"/>
              <a:gd name="GluePoint968X" fmla="*/ 305872 w 2455568"/>
              <a:gd name="GluePoint968Y" fmla="*/ 257878 h 1849556"/>
              <a:gd name="GluePoint969X" fmla="*/ 328079 w 2455568"/>
              <a:gd name="GluePoint969Y" fmla="*/ 280084 h 1849556"/>
              <a:gd name="GluePoint970X" fmla="*/ 305872 w 2455568"/>
              <a:gd name="GluePoint970Y" fmla="*/ 302291 h 1849556"/>
              <a:gd name="GluePoint971X" fmla="*/ 283666 w 2455568"/>
              <a:gd name="GluePoint971Y" fmla="*/ 280084 h 1849556"/>
              <a:gd name="GluePoint972X" fmla="*/ 305872 w 2455568"/>
              <a:gd name="GluePoint972Y" fmla="*/ 257878 h 1849556"/>
              <a:gd name="GluePoint973X" fmla="*/ 1288398 w 2455568"/>
              <a:gd name="GluePoint973Y" fmla="*/ 133206 h 1849556"/>
              <a:gd name="GluePoint974X" fmla="*/ 1314988 w 2455568"/>
              <a:gd name="GluePoint974Y" fmla="*/ 165434 h 1849556"/>
              <a:gd name="GluePoint975X" fmla="*/ 1314403 w 2455568"/>
              <a:gd name="GluePoint975Y" fmla="*/ 166848 h 1849556"/>
              <a:gd name="GluePoint976X" fmla="*/ 1298701 w 2455568"/>
              <a:gd name="GluePoint976Y" fmla="*/ 173352 h 1849556"/>
              <a:gd name="GluePoint977X" fmla="*/ 1276494 w 2455568"/>
              <a:gd name="GluePoint977Y" fmla="*/ 151145 h 1849556"/>
              <a:gd name="GluePoint978X" fmla="*/ 1282998 w 2455568"/>
              <a:gd name="GluePoint978Y" fmla="*/ 135443 h 1849556"/>
              <a:gd name="GluePoint979X" fmla="*/ 315164 w 2455568"/>
              <a:gd name="GluePoint979Y" fmla="*/ 132787 h 1849556"/>
              <a:gd name="GluePoint980X" fmla="*/ 321575 w 2455568"/>
              <a:gd name="GluePoint980Y" fmla="*/ 135443 h 1849556"/>
              <a:gd name="GluePoint981X" fmla="*/ 328079 w 2455568"/>
              <a:gd name="GluePoint981Y" fmla="*/ 151145 h 1849556"/>
              <a:gd name="GluePoint982X" fmla="*/ 305872 w 2455568"/>
              <a:gd name="GluePoint982Y" fmla="*/ 173352 h 1849556"/>
              <a:gd name="GluePoint983X" fmla="*/ 290170 w 2455568"/>
              <a:gd name="GluePoint983Y" fmla="*/ 166848 h 1849556"/>
              <a:gd name="GluePoint984X" fmla="*/ 289131 w 2455568"/>
              <a:gd name="GluePoint984Y" fmla="*/ 164339 h 1849556"/>
              <a:gd name="GluePoint985X" fmla="*/ 1156868 w 2455568"/>
              <a:gd name="GluePoint985Y" fmla="*/ 128939 h 1849556"/>
              <a:gd name="GluePoint986X" fmla="*/ 1179075 w 2455568"/>
              <a:gd name="GluePoint986Y" fmla="*/ 151145 h 1849556"/>
              <a:gd name="GluePoint987X" fmla="*/ 1156868 w 2455568"/>
              <a:gd name="GluePoint987Y" fmla="*/ 173352 h 1849556"/>
              <a:gd name="GluePoint988X" fmla="*/ 1134662 w 2455568"/>
              <a:gd name="GluePoint988Y" fmla="*/ 151145 h 1849556"/>
              <a:gd name="GluePoint989X" fmla="*/ 1156868 w 2455568"/>
              <a:gd name="GluePoint989Y" fmla="*/ 128939 h 1849556"/>
              <a:gd name="GluePoint990X" fmla="*/ 1015036 w 2455568"/>
              <a:gd name="GluePoint990Y" fmla="*/ 128939 h 1849556"/>
              <a:gd name="GluePoint991X" fmla="*/ 1037242 w 2455568"/>
              <a:gd name="GluePoint991Y" fmla="*/ 151145 h 1849556"/>
              <a:gd name="GluePoint992X" fmla="*/ 1015036 w 2455568"/>
              <a:gd name="GluePoint992Y" fmla="*/ 173352 h 1849556"/>
              <a:gd name="GluePoint993X" fmla="*/ 992829 w 2455568"/>
              <a:gd name="GluePoint993Y" fmla="*/ 151145 h 1849556"/>
              <a:gd name="GluePoint994X" fmla="*/ 1015036 w 2455568"/>
              <a:gd name="GluePoint994Y" fmla="*/ 128939 h 1849556"/>
              <a:gd name="GluePoint995X" fmla="*/ 873203 w 2455568"/>
              <a:gd name="GluePoint995Y" fmla="*/ 128939 h 1849556"/>
              <a:gd name="GluePoint996X" fmla="*/ 895409 w 2455568"/>
              <a:gd name="GluePoint996Y" fmla="*/ 151145 h 1849556"/>
              <a:gd name="GluePoint997X" fmla="*/ 873203 w 2455568"/>
              <a:gd name="GluePoint997Y" fmla="*/ 173352 h 1849556"/>
              <a:gd name="GluePoint998X" fmla="*/ 850996 w 2455568"/>
              <a:gd name="GluePoint998Y" fmla="*/ 151145 h 1849556"/>
              <a:gd name="GluePoint999X" fmla="*/ 873203 w 2455568"/>
              <a:gd name="GluePoint999Y" fmla="*/ 128939 h 1849556"/>
              <a:gd name="GluePoint1000X" fmla="*/ 731370 w 2455568"/>
              <a:gd name="GluePoint1000Y" fmla="*/ 128939 h 1849556"/>
              <a:gd name="GluePoint1001X" fmla="*/ 753577 w 2455568"/>
              <a:gd name="GluePoint1001Y" fmla="*/ 151145 h 1849556"/>
              <a:gd name="GluePoint1002X" fmla="*/ 731370 w 2455568"/>
              <a:gd name="GluePoint1002Y" fmla="*/ 173352 h 1849556"/>
              <a:gd name="GluePoint1003X" fmla="*/ 709164 w 2455568"/>
              <a:gd name="GluePoint1003Y" fmla="*/ 151145 h 1849556"/>
              <a:gd name="GluePoint1004X" fmla="*/ 731370 w 2455568"/>
              <a:gd name="GluePoint1004Y" fmla="*/ 128939 h 1849556"/>
              <a:gd name="GluePoint1005X" fmla="*/ 589538 w 2455568"/>
              <a:gd name="GluePoint1005Y" fmla="*/ 128939 h 1849556"/>
              <a:gd name="GluePoint1006X" fmla="*/ 611744 w 2455568"/>
              <a:gd name="GluePoint1006Y" fmla="*/ 151145 h 1849556"/>
              <a:gd name="GluePoint1007X" fmla="*/ 589538 w 2455568"/>
              <a:gd name="GluePoint1007Y" fmla="*/ 173352 h 1849556"/>
              <a:gd name="GluePoint1008X" fmla="*/ 567331 w 2455568"/>
              <a:gd name="GluePoint1008Y" fmla="*/ 151145 h 1849556"/>
              <a:gd name="GluePoint1009X" fmla="*/ 589538 w 2455568"/>
              <a:gd name="GluePoint1009Y" fmla="*/ 128939 h 1849556"/>
              <a:gd name="GluePoint1010X" fmla="*/ 447705 w 2455568"/>
              <a:gd name="GluePoint1010Y" fmla="*/ 128939 h 1849556"/>
              <a:gd name="GluePoint1011X" fmla="*/ 469911 w 2455568"/>
              <a:gd name="GluePoint1011Y" fmla="*/ 151145 h 1849556"/>
              <a:gd name="GluePoint1012X" fmla="*/ 447705 w 2455568"/>
              <a:gd name="GluePoint1012Y" fmla="*/ 173352 h 1849556"/>
              <a:gd name="GluePoint1013X" fmla="*/ 425498 w 2455568"/>
              <a:gd name="GluePoint1013Y" fmla="*/ 151145 h 1849556"/>
              <a:gd name="GluePoint1014X" fmla="*/ 447705 w 2455568"/>
              <a:gd name="GluePoint1014Y" fmla="*/ 128939 h 1849556"/>
              <a:gd name="GluePoint1015X" fmla="*/ 1140891 w 2455568"/>
              <a:gd name="GluePoint1015Y" fmla="*/ 7169 h 1849556"/>
              <a:gd name="GluePoint1016X" fmla="*/ 1164207 w 2455568"/>
              <a:gd name="GluePoint1016Y" fmla="*/ 19824 h 1849556"/>
              <a:gd name="GluePoint1017X" fmla="*/ 1176023 w 2455568"/>
              <a:gd name="GluePoint1017Y" fmla="*/ 29574 h 1849556"/>
              <a:gd name="GluePoint1018X" fmla="*/ 1172571 w 2455568"/>
              <a:gd name="GluePoint1018Y" fmla="*/ 37909 h 1849556"/>
              <a:gd name="GluePoint1019X" fmla="*/ 1156868 w 2455568"/>
              <a:gd name="GluePoint1019Y" fmla="*/ 44413 h 1849556"/>
              <a:gd name="GluePoint1020X" fmla="*/ 1134662 w 2455568"/>
              <a:gd name="GluePoint1020Y" fmla="*/ 22206 h 1849556"/>
              <a:gd name="GluePoint1021X" fmla="*/ 463433 w 2455568"/>
              <a:gd name="GluePoint1021Y" fmla="*/ 6567 h 1849556"/>
              <a:gd name="GluePoint1022X" fmla="*/ 469911 w 2455568"/>
              <a:gd name="GluePoint1022Y" fmla="*/ 22206 h 1849556"/>
              <a:gd name="GluePoint1023X" fmla="*/ 447705 w 2455568"/>
              <a:gd name="GluePoint1023Y" fmla="*/ 44413 h 1849556"/>
              <a:gd name="GluePoint1024X" fmla="*/ 432002 w 2455568"/>
              <a:gd name="GluePoint1024Y" fmla="*/ 37909 h 1849556"/>
              <a:gd name="GluePoint1025X" fmla="*/ 428204 w 2455568"/>
              <a:gd name="GluePoint1025Y" fmla="*/ 28739 h 1849556"/>
              <a:gd name="GluePoint1026X" fmla="*/ 439008 w 2455568"/>
              <a:gd name="GluePoint1026Y" fmla="*/ 19824 h 1849556"/>
              <a:gd name="GluePoint1027X" fmla="*/ 1015036 w 2455568"/>
              <a:gd name="GluePoint1027Y" fmla="*/ 0 h 1849556"/>
              <a:gd name="GluePoint1028X" fmla="*/ 1037242 w 2455568"/>
              <a:gd name="GluePoint1028Y" fmla="*/ 22206 h 1849556"/>
              <a:gd name="GluePoint1029X" fmla="*/ 1015036 w 2455568"/>
              <a:gd name="GluePoint1029Y" fmla="*/ 44413 h 1849556"/>
              <a:gd name="GluePoint1030X" fmla="*/ 992829 w 2455568"/>
              <a:gd name="GluePoint1030Y" fmla="*/ 22206 h 1849556"/>
              <a:gd name="GluePoint1031X" fmla="*/ 1015036 w 2455568"/>
              <a:gd name="GluePoint1031Y" fmla="*/ 0 h 1849556"/>
              <a:gd name="GluePoint1032X" fmla="*/ 873203 w 2455568"/>
              <a:gd name="GluePoint1032Y" fmla="*/ 0 h 1849556"/>
              <a:gd name="GluePoint1033X" fmla="*/ 895409 w 2455568"/>
              <a:gd name="GluePoint1033Y" fmla="*/ 22206 h 1849556"/>
              <a:gd name="GluePoint1034X" fmla="*/ 873203 w 2455568"/>
              <a:gd name="GluePoint1034Y" fmla="*/ 44413 h 1849556"/>
              <a:gd name="GluePoint1035X" fmla="*/ 850996 w 2455568"/>
              <a:gd name="GluePoint1035Y" fmla="*/ 22206 h 1849556"/>
              <a:gd name="GluePoint1036X" fmla="*/ 873203 w 2455568"/>
              <a:gd name="GluePoint1036Y" fmla="*/ 0 h 1849556"/>
              <a:gd name="GluePoint1037X" fmla="*/ 731370 w 2455568"/>
              <a:gd name="GluePoint1037Y" fmla="*/ 0 h 1849556"/>
              <a:gd name="GluePoint1038X" fmla="*/ 753577 w 2455568"/>
              <a:gd name="GluePoint1038Y" fmla="*/ 22206 h 1849556"/>
              <a:gd name="GluePoint1039X" fmla="*/ 731370 w 2455568"/>
              <a:gd name="GluePoint1039Y" fmla="*/ 44413 h 1849556"/>
              <a:gd name="GluePoint1040X" fmla="*/ 709164 w 2455568"/>
              <a:gd name="GluePoint1040Y" fmla="*/ 22206 h 1849556"/>
              <a:gd name="GluePoint1041X" fmla="*/ 731370 w 2455568"/>
              <a:gd name="GluePoint1041Y" fmla="*/ 0 h 1849556"/>
              <a:gd name="GluePoint1042X" fmla="*/ 589538 w 2455568"/>
              <a:gd name="GluePoint1042Y" fmla="*/ 0 h 1849556"/>
              <a:gd name="GluePoint1043X" fmla="*/ 611744 w 2455568"/>
              <a:gd name="GluePoint1043Y" fmla="*/ 22206 h 1849556"/>
              <a:gd name="GluePoint1044X" fmla="*/ 589538 w 2455568"/>
              <a:gd name="GluePoint1044Y" fmla="*/ 44413 h 1849556"/>
              <a:gd name="GluePoint1045X" fmla="*/ 567331 w 2455568"/>
              <a:gd name="GluePoint1045Y" fmla="*/ 22206 h 1849556"/>
              <a:gd name="GluePoint1046X" fmla="*/ 589538 w 2455568"/>
              <a:gd name="GluePoint1046Y" fmla="*/ 0 h 18495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  <a:cxn ang="0">
                <a:pos x="GluePoint103X" y="GluePoint103Y"/>
              </a:cxn>
              <a:cxn ang="0">
                <a:pos x="GluePoint104X" y="GluePoint104Y"/>
              </a:cxn>
              <a:cxn ang="0">
                <a:pos x="GluePoint105X" y="GluePoint105Y"/>
              </a:cxn>
              <a:cxn ang="0">
                <a:pos x="GluePoint106X" y="GluePoint106Y"/>
              </a:cxn>
              <a:cxn ang="0">
                <a:pos x="GluePoint107X" y="GluePoint107Y"/>
              </a:cxn>
              <a:cxn ang="0">
                <a:pos x="GluePoint108X" y="GluePoint108Y"/>
              </a:cxn>
              <a:cxn ang="0">
                <a:pos x="GluePoint109X" y="GluePoint109Y"/>
              </a:cxn>
              <a:cxn ang="0">
                <a:pos x="GluePoint110X" y="GluePoint110Y"/>
              </a:cxn>
              <a:cxn ang="0">
                <a:pos x="GluePoint111X" y="GluePoint111Y"/>
              </a:cxn>
              <a:cxn ang="0">
                <a:pos x="GluePoint112X" y="GluePoint112Y"/>
              </a:cxn>
              <a:cxn ang="0">
                <a:pos x="GluePoint113X" y="GluePoint113Y"/>
              </a:cxn>
              <a:cxn ang="0">
                <a:pos x="GluePoint114X" y="GluePoint114Y"/>
              </a:cxn>
              <a:cxn ang="0">
                <a:pos x="GluePoint115X" y="GluePoint115Y"/>
              </a:cxn>
              <a:cxn ang="0">
                <a:pos x="GluePoint116X" y="GluePoint116Y"/>
              </a:cxn>
              <a:cxn ang="0">
                <a:pos x="GluePoint117X" y="GluePoint117Y"/>
              </a:cxn>
              <a:cxn ang="0">
                <a:pos x="GluePoint118X" y="GluePoint118Y"/>
              </a:cxn>
              <a:cxn ang="0">
                <a:pos x="GluePoint119X" y="GluePoint119Y"/>
              </a:cxn>
              <a:cxn ang="0">
                <a:pos x="GluePoint120X" y="GluePoint120Y"/>
              </a:cxn>
              <a:cxn ang="0">
                <a:pos x="GluePoint121X" y="GluePoint121Y"/>
              </a:cxn>
              <a:cxn ang="0">
                <a:pos x="GluePoint122X" y="GluePoint122Y"/>
              </a:cxn>
              <a:cxn ang="0">
                <a:pos x="GluePoint123X" y="GluePoint123Y"/>
              </a:cxn>
              <a:cxn ang="0">
                <a:pos x="GluePoint124X" y="GluePoint124Y"/>
              </a:cxn>
              <a:cxn ang="0">
                <a:pos x="GluePoint125X" y="GluePoint125Y"/>
              </a:cxn>
              <a:cxn ang="0">
                <a:pos x="GluePoint126X" y="GluePoint126Y"/>
              </a:cxn>
              <a:cxn ang="0">
                <a:pos x="GluePoint127X" y="GluePoint127Y"/>
              </a:cxn>
              <a:cxn ang="0">
                <a:pos x="GluePoint128X" y="GluePoint128Y"/>
              </a:cxn>
              <a:cxn ang="0">
                <a:pos x="GluePoint129X" y="GluePoint129Y"/>
              </a:cxn>
              <a:cxn ang="0">
                <a:pos x="GluePoint130X" y="GluePoint130Y"/>
              </a:cxn>
              <a:cxn ang="0">
                <a:pos x="GluePoint131X" y="GluePoint131Y"/>
              </a:cxn>
              <a:cxn ang="0">
                <a:pos x="GluePoint132X" y="GluePoint132Y"/>
              </a:cxn>
              <a:cxn ang="0">
                <a:pos x="GluePoint133X" y="GluePoint133Y"/>
              </a:cxn>
              <a:cxn ang="0">
                <a:pos x="GluePoint134X" y="GluePoint134Y"/>
              </a:cxn>
              <a:cxn ang="0">
                <a:pos x="GluePoint135X" y="GluePoint135Y"/>
              </a:cxn>
              <a:cxn ang="0">
                <a:pos x="GluePoint136X" y="GluePoint136Y"/>
              </a:cxn>
              <a:cxn ang="0">
                <a:pos x="GluePoint137X" y="GluePoint137Y"/>
              </a:cxn>
              <a:cxn ang="0">
                <a:pos x="GluePoint138X" y="GluePoint138Y"/>
              </a:cxn>
              <a:cxn ang="0">
                <a:pos x="GluePoint139X" y="GluePoint139Y"/>
              </a:cxn>
              <a:cxn ang="0">
                <a:pos x="GluePoint140X" y="GluePoint140Y"/>
              </a:cxn>
              <a:cxn ang="0">
                <a:pos x="GluePoint141X" y="GluePoint141Y"/>
              </a:cxn>
              <a:cxn ang="0">
                <a:pos x="GluePoint142X" y="GluePoint142Y"/>
              </a:cxn>
              <a:cxn ang="0">
                <a:pos x="GluePoint143X" y="GluePoint143Y"/>
              </a:cxn>
              <a:cxn ang="0">
                <a:pos x="GluePoint144X" y="GluePoint144Y"/>
              </a:cxn>
              <a:cxn ang="0">
                <a:pos x="GluePoint145X" y="GluePoint145Y"/>
              </a:cxn>
              <a:cxn ang="0">
                <a:pos x="GluePoint146X" y="GluePoint146Y"/>
              </a:cxn>
              <a:cxn ang="0">
                <a:pos x="GluePoint147X" y="GluePoint147Y"/>
              </a:cxn>
              <a:cxn ang="0">
                <a:pos x="GluePoint148X" y="GluePoint148Y"/>
              </a:cxn>
              <a:cxn ang="0">
                <a:pos x="GluePoint149X" y="GluePoint149Y"/>
              </a:cxn>
              <a:cxn ang="0">
                <a:pos x="GluePoint150X" y="GluePoint150Y"/>
              </a:cxn>
              <a:cxn ang="0">
                <a:pos x="GluePoint151X" y="GluePoint151Y"/>
              </a:cxn>
              <a:cxn ang="0">
                <a:pos x="GluePoint152X" y="GluePoint152Y"/>
              </a:cxn>
              <a:cxn ang="0">
                <a:pos x="GluePoint153X" y="GluePoint153Y"/>
              </a:cxn>
              <a:cxn ang="0">
                <a:pos x="GluePoint154X" y="GluePoint154Y"/>
              </a:cxn>
              <a:cxn ang="0">
                <a:pos x="GluePoint155X" y="GluePoint155Y"/>
              </a:cxn>
              <a:cxn ang="0">
                <a:pos x="GluePoint156X" y="GluePoint156Y"/>
              </a:cxn>
              <a:cxn ang="0">
                <a:pos x="GluePoint157X" y="GluePoint157Y"/>
              </a:cxn>
              <a:cxn ang="0">
                <a:pos x="GluePoint158X" y="GluePoint158Y"/>
              </a:cxn>
              <a:cxn ang="0">
                <a:pos x="GluePoint159X" y="GluePoint159Y"/>
              </a:cxn>
              <a:cxn ang="0">
                <a:pos x="GluePoint160X" y="GluePoint160Y"/>
              </a:cxn>
              <a:cxn ang="0">
                <a:pos x="GluePoint161X" y="GluePoint161Y"/>
              </a:cxn>
              <a:cxn ang="0">
                <a:pos x="GluePoint162X" y="GluePoint162Y"/>
              </a:cxn>
              <a:cxn ang="0">
                <a:pos x="GluePoint163X" y="GluePoint163Y"/>
              </a:cxn>
              <a:cxn ang="0">
                <a:pos x="GluePoint164X" y="GluePoint164Y"/>
              </a:cxn>
              <a:cxn ang="0">
                <a:pos x="GluePoint165X" y="GluePoint165Y"/>
              </a:cxn>
              <a:cxn ang="0">
                <a:pos x="GluePoint166X" y="GluePoint166Y"/>
              </a:cxn>
              <a:cxn ang="0">
                <a:pos x="GluePoint167X" y="GluePoint167Y"/>
              </a:cxn>
              <a:cxn ang="0">
                <a:pos x="GluePoint168X" y="GluePoint168Y"/>
              </a:cxn>
              <a:cxn ang="0">
                <a:pos x="GluePoint169X" y="GluePoint169Y"/>
              </a:cxn>
              <a:cxn ang="0">
                <a:pos x="GluePoint170X" y="GluePoint170Y"/>
              </a:cxn>
              <a:cxn ang="0">
                <a:pos x="GluePoint171X" y="GluePoint171Y"/>
              </a:cxn>
              <a:cxn ang="0">
                <a:pos x="GluePoint172X" y="GluePoint172Y"/>
              </a:cxn>
              <a:cxn ang="0">
                <a:pos x="GluePoint173X" y="GluePoint173Y"/>
              </a:cxn>
              <a:cxn ang="0">
                <a:pos x="GluePoint174X" y="GluePoint174Y"/>
              </a:cxn>
              <a:cxn ang="0">
                <a:pos x="GluePoint175X" y="GluePoint175Y"/>
              </a:cxn>
              <a:cxn ang="0">
                <a:pos x="GluePoint176X" y="GluePoint176Y"/>
              </a:cxn>
              <a:cxn ang="0">
                <a:pos x="GluePoint177X" y="GluePoint177Y"/>
              </a:cxn>
              <a:cxn ang="0">
                <a:pos x="GluePoint178X" y="GluePoint178Y"/>
              </a:cxn>
              <a:cxn ang="0">
                <a:pos x="GluePoint179X" y="GluePoint179Y"/>
              </a:cxn>
              <a:cxn ang="0">
                <a:pos x="GluePoint180X" y="GluePoint180Y"/>
              </a:cxn>
              <a:cxn ang="0">
                <a:pos x="GluePoint181X" y="GluePoint181Y"/>
              </a:cxn>
              <a:cxn ang="0">
                <a:pos x="GluePoint182X" y="GluePoint182Y"/>
              </a:cxn>
              <a:cxn ang="0">
                <a:pos x="GluePoint183X" y="GluePoint183Y"/>
              </a:cxn>
              <a:cxn ang="0">
                <a:pos x="GluePoint184X" y="GluePoint184Y"/>
              </a:cxn>
              <a:cxn ang="0">
                <a:pos x="GluePoint185X" y="GluePoint185Y"/>
              </a:cxn>
              <a:cxn ang="0">
                <a:pos x="GluePoint186X" y="GluePoint186Y"/>
              </a:cxn>
              <a:cxn ang="0">
                <a:pos x="GluePoint187X" y="GluePoint187Y"/>
              </a:cxn>
              <a:cxn ang="0">
                <a:pos x="GluePoint188X" y="GluePoint188Y"/>
              </a:cxn>
              <a:cxn ang="0">
                <a:pos x="GluePoint189X" y="GluePoint189Y"/>
              </a:cxn>
              <a:cxn ang="0">
                <a:pos x="GluePoint190X" y="GluePoint190Y"/>
              </a:cxn>
              <a:cxn ang="0">
                <a:pos x="GluePoint191X" y="GluePoint191Y"/>
              </a:cxn>
              <a:cxn ang="0">
                <a:pos x="GluePoint192X" y="GluePoint192Y"/>
              </a:cxn>
              <a:cxn ang="0">
                <a:pos x="GluePoint193X" y="GluePoint193Y"/>
              </a:cxn>
              <a:cxn ang="0">
                <a:pos x="GluePoint194X" y="GluePoint194Y"/>
              </a:cxn>
              <a:cxn ang="0">
                <a:pos x="GluePoint195X" y="GluePoint195Y"/>
              </a:cxn>
              <a:cxn ang="0">
                <a:pos x="GluePoint196X" y="GluePoint196Y"/>
              </a:cxn>
              <a:cxn ang="0">
                <a:pos x="GluePoint197X" y="GluePoint197Y"/>
              </a:cxn>
              <a:cxn ang="0">
                <a:pos x="GluePoint198X" y="GluePoint198Y"/>
              </a:cxn>
              <a:cxn ang="0">
                <a:pos x="GluePoint199X" y="GluePoint199Y"/>
              </a:cxn>
              <a:cxn ang="0">
                <a:pos x="GluePoint200X" y="GluePoint200Y"/>
              </a:cxn>
              <a:cxn ang="0">
                <a:pos x="GluePoint201X" y="GluePoint201Y"/>
              </a:cxn>
              <a:cxn ang="0">
                <a:pos x="GluePoint202X" y="GluePoint202Y"/>
              </a:cxn>
              <a:cxn ang="0">
                <a:pos x="GluePoint203X" y="GluePoint203Y"/>
              </a:cxn>
              <a:cxn ang="0">
                <a:pos x="GluePoint204X" y="GluePoint204Y"/>
              </a:cxn>
              <a:cxn ang="0">
                <a:pos x="GluePoint205X" y="GluePoint205Y"/>
              </a:cxn>
              <a:cxn ang="0">
                <a:pos x="GluePoint206X" y="GluePoint206Y"/>
              </a:cxn>
              <a:cxn ang="0">
                <a:pos x="GluePoint207X" y="GluePoint207Y"/>
              </a:cxn>
              <a:cxn ang="0">
                <a:pos x="GluePoint208X" y="GluePoint208Y"/>
              </a:cxn>
              <a:cxn ang="0">
                <a:pos x="GluePoint209X" y="GluePoint209Y"/>
              </a:cxn>
              <a:cxn ang="0">
                <a:pos x="GluePoint210X" y="GluePoint210Y"/>
              </a:cxn>
              <a:cxn ang="0">
                <a:pos x="GluePoint211X" y="GluePoint211Y"/>
              </a:cxn>
              <a:cxn ang="0">
                <a:pos x="GluePoint212X" y="GluePoint212Y"/>
              </a:cxn>
              <a:cxn ang="0">
                <a:pos x="GluePoint213X" y="GluePoint213Y"/>
              </a:cxn>
              <a:cxn ang="0">
                <a:pos x="GluePoint214X" y="GluePoint214Y"/>
              </a:cxn>
              <a:cxn ang="0">
                <a:pos x="GluePoint215X" y="GluePoint215Y"/>
              </a:cxn>
              <a:cxn ang="0">
                <a:pos x="GluePoint216X" y="GluePoint216Y"/>
              </a:cxn>
              <a:cxn ang="0">
                <a:pos x="GluePoint217X" y="GluePoint217Y"/>
              </a:cxn>
              <a:cxn ang="0">
                <a:pos x="GluePoint218X" y="GluePoint218Y"/>
              </a:cxn>
              <a:cxn ang="0">
                <a:pos x="GluePoint219X" y="GluePoint219Y"/>
              </a:cxn>
              <a:cxn ang="0">
                <a:pos x="GluePoint220X" y="GluePoint220Y"/>
              </a:cxn>
              <a:cxn ang="0">
                <a:pos x="GluePoint221X" y="GluePoint221Y"/>
              </a:cxn>
              <a:cxn ang="0">
                <a:pos x="GluePoint222X" y="GluePoint222Y"/>
              </a:cxn>
              <a:cxn ang="0">
                <a:pos x="GluePoint223X" y="GluePoint223Y"/>
              </a:cxn>
              <a:cxn ang="0">
                <a:pos x="GluePoint224X" y="GluePoint224Y"/>
              </a:cxn>
              <a:cxn ang="0">
                <a:pos x="GluePoint225X" y="GluePoint225Y"/>
              </a:cxn>
              <a:cxn ang="0">
                <a:pos x="GluePoint226X" y="GluePoint226Y"/>
              </a:cxn>
              <a:cxn ang="0">
                <a:pos x="GluePoint227X" y="GluePoint227Y"/>
              </a:cxn>
              <a:cxn ang="0">
                <a:pos x="GluePoint228X" y="GluePoint228Y"/>
              </a:cxn>
              <a:cxn ang="0">
                <a:pos x="GluePoint229X" y="GluePoint229Y"/>
              </a:cxn>
              <a:cxn ang="0">
                <a:pos x="GluePoint230X" y="GluePoint230Y"/>
              </a:cxn>
              <a:cxn ang="0">
                <a:pos x="GluePoint231X" y="GluePoint231Y"/>
              </a:cxn>
              <a:cxn ang="0">
                <a:pos x="GluePoint232X" y="GluePoint232Y"/>
              </a:cxn>
              <a:cxn ang="0">
                <a:pos x="GluePoint233X" y="GluePoint233Y"/>
              </a:cxn>
              <a:cxn ang="0">
                <a:pos x="GluePoint234X" y="GluePoint234Y"/>
              </a:cxn>
              <a:cxn ang="0">
                <a:pos x="GluePoint235X" y="GluePoint235Y"/>
              </a:cxn>
              <a:cxn ang="0">
                <a:pos x="GluePoint236X" y="GluePoint236Y"/>
              </a:cxn>
              <a:cxn ang="0">
                <a:pos x="GluePoint237X" y="GluePoint237Y"/>
              </a:cxn>
              <a:cxn ang="0">
                <a:pos x="GluePoint238X" y="GluePoint238Y"/>
              </a:cxn>
              <a:cxn ang="0">
                <a:pos x="GluePoint239X" y="GluePoint239Y"/>
              </a:cxn>
              <a:cxn ang="0">
                <a:pos x="GluePoint240X" y="GluePoint240Y"/>
              </a:cxn>
              <a:cxn ang="0">
                <a:pos x="GluePoint241X" y="GluePoint241Y"/>
              </a:cxn>
              <a:cxn ang="0">
                <a:pos x="GluePoint242X" y="GluePoint242Y"/>
              </a:cxn>
              <a:cxn ang="0">
                <a:pos x="GluePoint243X" y="GluePoint243Y"/>
              </a:cxn>
              <a:cxn ang="0">
                <a:pos x="GluePoint244X" y="GluePoint244Y"/>
              </a:cxn>
              <a:cxn ang="0">
                <a:pos x="GluePoint245X" y="GluePoint245Y"/>
              </a:cxn>
              <a:cxn ang="0">
                <a:pos x="GluePoint246X" y="GluePoint246Y"/>
              </a:cxn>
              <a:cxn ang="0">
                <a:pos x="GluePoint247X" y="GluePoint247Y"/>
              </a:cxn>
              <a:cxn ang="0">
                <a:pos x="GluePoint248X" y="GluePoint248Y"/>
              </a:cxn>
              <a:cxn ang="0">
                <a:pos x="GluePoint249X" y="GluePoint249Y"/>
              </a:cxn>
              <a:cxn ang="0">
                <a:pos x="GluePoint250X" y="GluePoint250Y"/>
              </a:cxn>
              <a:cxn ang="0">
                <a:pos x="GluePoint251X" y="GluePoint251Y"/>
              </a:cxn>
              <a:cxn ang="0">
                <a:pos x="GluePoint252X" y="GluePoint252Y"/>
              </a:cxn>
              <a:cxn ang="0">
                <a:pos x="GluePoint253X" y="GluePoint253Y"/>
              </a:cxn>
              <a:cxn ang="0">
                <a:pos x="GluePoint254X" y="GluePoint254Y"/>
              </a:cxn>
              <a:cxn ang="0">
                <a:pos x="GluePoint255X" y="GluePoint255Y"/>
              </a:cxn>
              <a:cxn ang="0">
                <a:pos x="GluePoint256X" y="GluePoint256Y"/>
              </a:cxn>
              <a:cxn ang="0">
                <a:pos x="GluePoint257X" y="GluePoint257Y"/>
              </a:cxn>
              <a:cxn ang="0">
                <a:pos x="GluePoint258X" y="GluePoint258Y"/>
              </a:cxn>
              <a:cxn ang="0">
                <a:pos x="GluePoint259X" y="GluePoint259Y"/>
              </a:cxn>
              <a:cxn ang="0">
                <a:pos x="GluePoint260X" y="GluePoint260Y"/>
              </a:cxn>
              <a:cxn ang="0">
                <a:pos x="GluePoint261X" y="GluePoint261Y"/>
              </a:cxn>
              <a:cxn ang="0">
                <a:pos x="GluePoint262X" y="GluePoint262Y"/>
              </a:cxn>
              <a:cxn ang="0">
                <a:pos x="GluePoint263X" y="GluePoint263Y"/>
              </a:cxn>
              <a:cxn ang="0">
                <a:pos x="GluePoint264X" y="GluePoint264Y"/>
              </a:cxn>
              <a:cxn ang="0">
                <a:pos x="GluePoint265X" y="GluePoint265Y"/>
              </a:cxn>
              <a:cxn ang="0">
                <a:pos x="GluePoint266X" y="GluePoint266Y"/>
              </a:cxn>
              <a:cxn ang="0">
                <a:pos x="GluePoint267X" y="GluePoint267Y"/>
              </a:cxn>
              <a:cxn ang="0">
                <a:pos x="GluePoint268X" y="GluePoint268Y"/>
              </a:cxn>
              <a:cxn ang="0">
                <a:pos x="GluePoint269X" y="GluePoint269Y"/>
              </a:cxn>
              <a:cxn ang="0">
                <a:pos x="GluePoint270X" y="GluePoint270Y"/>
              </a:cxn>
              <a:cxn ang="0">
                <a:pos x="GluePoint271X" y="GluePoint271Y"/>
              </a:cxn>
              <a:cxn ang="0">
                <a:pos x="GluePoint272X" y="GluePoint272Y"/>
              </a:cxn>
              <a:cxn ang="0">
                <a:pos x="GluePoint273X" y="GluePoint273Y"/>
              </a:cxn>
              <a:cxn ang="0">
                <a:pos x="GluePoint274X" y="GluePoint274Y"/>
              </a:cxn>
              <a:cxn ang="0">
                <a:pos x="GluePoint275X" y="GluePoint275Y"/>
              </a:cxn>
              <a:cxn ang="0">
                <a:pos x="GluePoint276X" y="GluePoint276Y"/>
              </a:cxn>
              <a:cxn ang="0">
                <a:pos x="GluePoint277X" y="GluePoint277Y"/>
              </a:cxn>
              <a:cxn ang="0">
                <a:pos x="GluePoint278X" y="GluePoint278Y"/>
              </a:cxn>
              <a:cxn ang="0">
                <a:pos x="GluePoint279X" y="GluePoint279Y"/>
              </a:cxn>
              <a:cxn ang="0">
                <a:pos x="GluePoint280X" y="GluePoint280Y"/>
              </a:cxn>
              <a:cxn ang="0">
                <a:pos x="GluePoint281X" y="GluePoint281Y"/>
              </a:cxn>
              <a:cxn ang="0">
                <a:pos x="GluePoint282X" y="GluePoint282Y"/>
              </a:cxn>
              <a:cxn ang="0">
                <a:pos x="GluePoint283X" y="GluePoint283Y"/>
              </a:cxn>
              <a:cxn ang="0">
                <a:pos x="GluePoint284X" y="GluePoint284Y"/>
              </a:cxn>
              <a:cxn ang="0">
                <a:pos x="GluePoint285X" y="GluePoint285Y"/>
              </a:cxn>
              <a:cxn ang="0">
                <a:pos x="GluePoint286X" y="GluePoint286Y"/>
              </a:cxn>
              <a:cxn ang="0">
                <a:pos x="GluePoint287X" y="GluePoint287Y"/>
              </a:cxn>
              <a:cxn ang="0">
                <a:pos x="GluePoint288X" y="GluePoint288Y"/>
              </a:cxn>
              <a:cxn ang="0">
                <a:pos x="GluePoint289X" y="GluePoint289Y"/>
              </a:cxn>
              <a:cxn ang="0">
                <a:pos x="GluePoint290X" y="GluePoint290Y"/>
              </a:cxn>
              <a:cxn ang="0">
                <a:pos x="GluePoint291X" y="GluePoint291Y"/>
              </a:cxn>
              <a:cxn ang="0">
                <a:pos x="GluePoint292X" y="GluePoint292Y"/>
              </a:cxn>
              <a:cxn ang="0">
                <a:pos x="GluePoint293X" y="GluePoint293Y"/>
              </a:cxn>
              <a:cxn ang="0">
                <a:pos x="GluePoint294X" y="GluePoint294Y"/>
              </a:cxn>
              <a:cxn ang="0">
                <a:pos x="GluePoint295X" y="GluePoint295Y"/>
              </a:cxn>
              <a:cxn ang="0">
                <a:pos x="GluePoint296X" y="GluePoint296Y"/>
              </a:cxn>
              <a:cxn ang="0">
                <a:pos x="GluePoint297X" y="GluePoint297Y"/>
              </a:cxn>
              <a:cxn ang="0">
                <a:pos x="GluePoint298X" y="GluePoint298Y"/>
              </a:cxn>
              <a:cxn ang="0">
                <a:pos x="GluePoint299X" y="GluePoint299Y"/>
              </a:cxn>
              <a:cxn ang="0">
                <a:pos x="GluePoint300X" y="GluePoint300Y"/>
              </a:cxn>
              <a:cxn ang="0">
                <a:pos x="GluePoint301X" y="GluePoint301Y"/>
              </a:cxn>
              <a:cxn ang="0">
                <a:pos x="GluePoint302X" y="GluePoint302Y"/>
              </a:cxn>
              <a:cxn ang="0">
                <a:pos x="GluePoint303X" y="GluePoint303Y"/>
              </a:cxn>
              <a:cxn ang="0">
                <a:pos x="GluePoint304X" y="GluePoint304Y"/>
              </a:cxn>
              <a:cxn ang="0">
                <a:pos x="GluePoint305X" y="GluePoint305Y"/>
              </a:cxn>
              <a:cxn ang="0">
                <a:pos x="GluePoint306X" y="GluePoint306Y"/>
              </a:cxn>
              <a:cxn ang="0">
                <a:pos x="GluePoint307X" y="GluePoint307Y"/>
              </a:cxn>
              <a:cxn ang="0">
                <a:pos x="GluePoint308X" y="GluePoint308Y"/>
              </a:cxn>
              <a:cxn ang="0">
                <a:pos x="GluePoint309X" y="GluePoint309Y"/>
              </a:cxn>
              <a:cxn ang="0">
                <a:pos x="GluePoint310X" y="GluePoint310Y"/>
              </a:cxn>
              <a:cxn ang="0">
                <a:pos x="GluePoint311X" y="GluePoint311Y"/>
              </a:cxn>
              <a:cxn ang="0">
                <a:pos x="GluePoint312X" y="GluePoint312Y"/>
              </a:cxn>
              <a:cxn ang="0">
                <a:pos x="GluePoint313X" y="GluePoint313Y"/>
              </a:cxn>
              <a:cxn ang="0">
                <a:pos x="GluePoint314X" y="GluePoint314Y"/>
              </a:cxn>
              <a:cxn ang="0">
                <a:pos x="GluePoint315X" y="GluePoint315Y"/>
              </a:cxn>
              <a:cxn ang="0">
                <a:pos x="GluePoint316X" y="GluePoint316Y"/>
              </a:cxn>
              <a:cxn ang="0">
                <a:pos x="GluePoint317X" y="GluePoint317Y"/>
              </a:cxn>
              <a:cxn ang="0">
                <a:pos x="GluePoint318X" y="GluePoint318Y"/>
              </a:cxn>
              <a:cxn ang="0">
                <a:pos x="GluePoint319X" y="GluePoint319Y"/>
              </a:cxn>
              <a:cxn ang="0">
                <a:pos x="GluePoint320X" y="GluePoint320Y"/>
              </a:cxn>
              <a:cxn ang="0">
                <a:pos x="GluePoint321X" y="GluePoint321Y"/>
              </a:cxn>
              <a:cxn ang="0">
                <a:pos x="GluePoint322X" y="GluePoint322Y"/>
              </a:cxn>
              <a:cxn ang="0">
                <a:pos x="GluePoint323X" y="GluePoint323Y"/>
              </a:cxn>
              <a:cxn ang="0">
                <a:pos x="GluePoint324X" y="GluePoint324Y"/>
              </a:cxn>
              <a:cxn ang="0">
                <a:pos x="GluePoint325X" y="GluePoint325Y"/>
              </a:cxn>
              <a:cxn ang="0">
                <a:pos x="GluePoint326X" y="GluePoint326Y"/>
              </a:cxn>
              <a:cxn ang="0">
                <a:pos x="GluePoint327X" y="GluePoint327Y"/>
              </a:cxn>
              <a:cxn ang="0">
                <a:pos x="GluePoint328X" y="GluePoint328Y"/>
              </a:cxn>
              <a:cxn ang="0">
                <a:pos x="GluePoint329X" y="GluePoint329Y"/>
              </a:cxn>
              <a:cxn ang="0">
                <a:pos x="GluePoint330X" y="GluePoint330Y"/>
              </a:cxn>
              <a:cxn ang="0">
                <a:pos x="GluePoint331X" y="GluePoint331Y"/>
              </a:cxn>
              <a:cxn ang="0">
                <a:pos x="GluePoint332X" y="GluePoint332Y"/>
              </a:cxn>
              <a:cxn ang="0">
                <a:pos x="GluePoint333X" y="GluePoint333Y"/>
              </a:cxn>
              <a:cxn ang="0">
                <a:pos x="GluePoint334X" y="GluePoint334Y"/>
              </a:cxn>
              <a:cxn ang="0">
                <a:pos x="GluePoint335X" y="GluePoint335Y"/>
              </a:cxn>
              <a:cxn ang="0">
                <a:pos x="GluePoint336X" y="GluePoint336Y"/>
              </a:cxn>
              <a:cxn ang="0">
                <a:pos x="GluePoint337X" y="GluePoint337Y"/>
              </a:cxn>
              <a:cxn ang="0">
                <a:pos x="GluePoint338X" y="GluePoint338Y"/>
              </a:cxn>
              <a:cxn ang="0">
                <a:pos x="GluePoint339X" y="GluePoint339Y"/>
              </a:cxn>
              <a:cxn ang="0">
                <a:pos x="GluePoint340X" y="GluePoint340Y"/>
              </a:cxn>
              <a:cxn ang="0">
                <a:pos x="GluePoint341X" y="GluePoint341Y"/>
              </a:cxn>
              <a:cxn ang="0">
                <a:pos x="GluePoint342X" y="GluePoint342Y"/>
              </a:cxn>
              <a:cxn ang="0">
                <a:pos x="GluePoint343X" y="GluePoint343Y"/>
              </a:cxn>
              <a:cxn ang="0">
                <a:pos x="GluePoint344X" y="GluePoint344Y"/>
              </a:cxn>
              <a:cxn ang="0">
                <a:pos x="GluePoint345X" y="GluePoint345Y"/>
              </a:cxn>
              <a:cxn ang="0">
                <a:pos x="GluePoint346X" y="GluePoint346Y"/>
              </a:cxn>
              <a:cxn ang="0">
                <a:pos x="GluePoint347X" y="GluePoint347Y"/>
              </a:cxn>
              <a:cxn ang="0">
                <a:pos x="GluePoint348X" y="GluePoint348Y"/>
              </a:cxn>
              <a:cxn ang="0">
                <a:pos x="GluePoint349X" y="GluePoint349Y"/>
              </a:cxn>
              <a:cxn ang="0">
                <a:pos x="GluePoint350X" y="GluePoint350Y"/>
              </a:cxn>
              <a:cxn ang="0">
                <a:pos x="GluePoint351X" y="GluePoint351Y"/>
              </a:cxn>
              <a:cxn ang="0">
                <a:pos x="GluePoint352X" y="GluePoint352Y"/>
              </a:cxn>
              <a:cxn ang="0">
                <a:pos x="GluePoint353X" y="GluePoint353Y"/>
              </a:cxn>
              <a:cxn ang="0">
                <a:pos x="GluePoint354X" y="GluePoint354Y"/>
              </a:cxn>
              <a:cxn ang="0">
                <a:pos x="GluePoint355X" y="GluePoint355Y"/>
              </a:cxn>
              <a:cxn ang="0">
                <a:pos x="GluePoint356X" y="GluePoint356Y"/>
              </a:cxn>
              <a:cxn ang="0">
                <a:pos x="GluePoint357X" y="GluePoint357Y"/>
              </a:cxn>
              <a:cxn ang="0">
                <a:pos x="GluePoint358X" y="GluePoint358Y"/>
              </a:cxn>
              <a:cxn ang="0">
                <a:pos x="GluePoint359X" y="GluePoint359Y"/>
              </a:cxn>
              <a:cxn ang="0">
                <a:pos x="GluePoint360X" y="GluePoint360Y"/>
              </a:cxn>
              <a:cxn ang="0">
                <a:pos x="GluePoint361X" y="GluePoint361Y"/>
              </a:cxn>
              <a:cxn ang="0">
                <a:pos x="GluePoint362X" y="GluePoint362Y"/>
              </a:cxn>
              <a:cxn ang="0">
                <a:pos x="GluePoint363X" y="GluePoint363Y"/>
              </a:cxn>
              <a:cxn ang="0">
                <a:pos x="GluePoint364X" y="GluePoint364Y"/>
              </a:cxn>
              <a:cxn ang="0">
                <a:pos x="GluePoint365X" y="GluePoint365Y"/>
              </a:cxn>
              <a:cxn ang="0">
                <a:pos x="GluePoint366X" y="GluePoint366Y"/>
              </a:cxn>
              <a:cxn ang="0">
                <a:pos x="GluePoint367X" y="GluePoint367Y"/>
              </a:cxn>
              <a:cxn ang="0">
                <a:pos x="GluePoint368X" y="GluePoint368Y"/>
              </a:cxn>
              <a:cxn ang="0">
                <a:pos x="GluePoint369X" y="GluePoint369Y"/>
              </a:cxn>
              <a:cxn ang="0">
                <a:pos x="GluePoint370X" y="GluePoint370Y"/>
              </a:cxn>
              <a:cxn ang="0">
                <a:pos x="GluePoint371X" y="GluePoint371Y"/>
              </a:cxn>
              <a:cxn ang="0">
                <a:pos x="GluePoint372X" y="GluePoint372Y"/>
              </a:cxn>
              <a:cxn ang="0">
                <a:pos x="GluePoint373X" y="GluePoint373Y"/>
              </a:cxn>
              <a:cxn ang="0">
                <a:pos x="GluePoint374X" y="GluePoint374Y"/>
              </a:cxn>
              <a:cxn ang="0">
                <a:pos x="GluePoint375X" y="GluePoint375Y"/>
              </a:cxn>
              <a:cxn ang="0">
                <a:pos x="GluePoint376X" y="GluePoint376Y"/>
              </a:cxn>
              <a:cxn ang="0">
                <a:pos x="GluePoint377X" y="GluePoint377Y"/>
              </a:cxn>
              <a:cxn ang="0">
                <a:pos x="GluePoint378X" y="GluePoint378Y"/>
              </a:cxn>
              <a:cxn ang="0">
                <a:pos x="GluePoint379X" y="GluePoint379Y"/>
              </a:cxn>
              <a:cxn ang="0">
                <a:pos x="GluePoint380X" y="GluePoint380Y"/>
              </a:cxn>
              <a:cxn ang="0">
                <a:pos x="GluePoint381X" y="GluePoint381Y"/>
              </a:cxn>
              <a:cxn ang="0">
                <a:pos x="GluePoint382X" y="GluePoint382Y"/>
              </a:cxn>
              <a:cxn ang="0">
                <a:pos x="GluePoint383X" y="GluePoint383Y"/>
              </a:cxn>
              <a:cxn ang="0">
                <a:pos x="GluePoint384X" y="GluePoint384Y"/>
              </a:cxn>
              <a:cxn ang="0">
                <a:pos x="GluePoint385X" y="GluePoint385Y"/>
              </a:cxn>
              <a:cxn ang="0">
                <a:pos x="GluePoint386X" y="GluePoint386Y"/>
              </a:cxn>
              <a:cxn ang="0">
                <a:pos x="GluePoint387X" y="GluePoint387Y"/>
              </a:cxn>
              <a:cxn ang="0">
                <a:pos x="GluePoint388X" y="GluePoint388Y"/>
              </a:cxn>
              <a:cxn ang="0">
                <a:pos x="GluePoint389X" y="GluePoint389Y"/>
              </a:cxn>
              <a:cxn ang="0">
                <a:pos x="GluePoint390X" y="GluePoint390Y"/>
              </a:cxn>
              <a:cxn ang="0">
                <a:pos x="GluePoint391X" y="GluePoint391Y"/>
              </a:cxn>
              <a:cxn ang="0">
                <a:pos x="GluePoint392X" y="GluePoint392Y"/>
              </a:cxn>
              <a:cxn ang="0">
                <a:pos x="GluePoint393X" y="GluePoint393Y"/>
              </a:cxn>
              <a:cxn ang="0">
                <a:pos x="GluePoint394X" y="GluePoint394Y"/>
              </a:cxn>
              <a:cxn ang="0">
                <a:pos x="GluePoint395X" y="GluePoint395Y"/>
              </a:cxn>
              <a:cxn ang="0">
                <a:pos x="GluePoint396X" y="GluePoint396Y"/>
              </a:cxn>
              <a:cxn ang="0">
                <a:pos x="GluePoint397X" y="GluePoint397Y"/>
              </a:cxn>
              <a:cxn ang="0">
                <a:pos x="GluePoint398X" y="GluePoint398Y"/>
              </a:cxn>
              <a:cxn ang="0">
                <a:pos x="GluePoint399X" y="GluePoint399Y"/>
              </a:cxn>
              <a:cxn ang="0">
                <a:pos x="GluePoint400X" y="GluePoint400Y"/>
              </a:cxn>
              <a:cxn ang="0">
                <a:pos x="GluePoint401X" y="GluePoint401Y"/>
              </a:cxn>
              <a:cxn ang="0">
                <a:pos x="GluePoint402X" y="GluePoint402Y"/>
              </a:cxn>
              <a:cxn ang="0">
                <a:pos x="GluePoint403X" y="GluePoint403Y"/>
              </a:cxn>
              <a:cxn ang="0">
                <a:pos x="GluePoint404X" y="GluePoint404Y"/>
              </a:cxn>
              <a:cxn ang="0">
                <a:pos x="GluePoint405X" y="GluePoint405Y"/>
              </a:cxn>
              <a:cxn ang="0">
                <a:pos x="GluePoint406X" y="GluePoint406Y"/>
              </a:cxn>
              <a:cxn ang="0">
                <a:pos x="GluePoint407X" y="GluePoint407Y"/>
              </a:cxn>
              <a:cxn ang="0">
                <a:pos x="GluePoint408X" y="GluePoint408Y"/>
              </a:cxn>
              <a:cxn ang="0">
                <a:pos x="GluePoint409X" y="GluePoint409Y"/>
              </a:cxn>
              <a:cxn ang="0">
                <a:pos x="GluePoint410X" y="GluePoint410Y"/>
              </a:cxn>
              <a:cxn ang="0">
                <a:pos x="GluePoint411X" y="GluePoint411Y"/>
              </a:cxn>
              <a:cxn ang="0">
                <a:pos x="GluePoint412X" y="GluePoint412Y"/>
              </a:cxn>
              <a:cxn ang="0">
                <a:pos x="GluePoint413X" y="GluePoint413Y"/>
              </a:cxn>
              <a:cxn ang="0">
                <a:pos x="GluePoint414X" y="GluePoint414Y"/>
              </a:cxn>
              <a:cxn ang="0">
                <a:pos x="GluePoint415X" y="GluePoint415Y"/>
              </a:cxn>
              <a:cxn ang="0">
                <a:pos x="GluePoint416X" y="GluePoint416Y"/>
              </a:cxn>
              <a:cxn ang="0">
                <a:pos x="GluePoint417X" y="GluePoint417Y"/>
              </a:cxn>
              <a:cxn ang="0">
                <a:pos x="GluePoint418X" y="GluePoint418Y"/>
              </a:cxn>
              <a:cxn ang="0">
                <a:pos x="GluePoint419X" y="GluePoint419Y"/>
              </a:cxn>
              <a:cxn ang="0">
                <a:pos x="GluePoint420X" y="GluePoint420Y"/>
              </a:cxn>
              <a:cxn ang="0">
                <a:pos x="GluePoint421X" y="GluePoint421Y"/>
              </a:cxn>
              <a:cxn ang="0">
                <a:pos x="GluePoint422X" y="GluePoint422Y"/>
              </a:cxn>
              <a:cxn ang="0">
                <a:pos x="GluePoint423X" y="GluePoint423Y"/>
              </a:cxn>
              <a:cxn ang="0">
                <a:pos x="GluePoint424X" y="GluePoint424Y"/>
              </a:cxn>
              <a:cxn ang="0">
                <a:pos x="GluePoint425X" y="GluePoint425Y"/>
              </a:cxn>
              <a:cxn ang="0">
                <a:pos x="GluePoint426X" y="GluePoint426Y"/>
              </a:cxn>
              <a:cxn ang="0">
                <a:pos x="GluePoint427X" y="GluePoint427Y"/>
              </a:cxn>
              <a:cxn ang="0">
                <a:pos x="GluePoint428X" y="GluePoint428Y"/>
              </a:cxn>
              <a:cxn ang="0">
                <a:pos x="GluePoint429X" y="GluePoint429Y"/>
              </a:cxn>
              <a:cxn ang="0">
                <a:pos x="GluePoint430X" y="GluePoint430Y"/>
              </a:cxn>
              <a:cxn ang="0">
                <a:pos x="GluePoint431X" y="GluePoint431Y"/>
              </a:cxn>
              <a:cxn ang="0">
                <a:pos x="GluePoint432X" y="GluePoint432Y"/>
              </a:cxn>
              <a:cxn ang="0">
                <a:pos x="GluePoint433X" y="GluePoint433Y"/>
              </a:cxn>
              <a:cxn ang="0">
                <a:pos x="GluePoint434X" y="GluePoint434Y"/>
              </a:cxn>
              <a:cxn ang="0">
                <a:pos x="GluePoint435X" y="GluePoint435Y"/>
              </a:cxn>
              <a:cxn ang="0">
                <a:pos x="GluePoint436X" y="GluePoint436Y"/>
              </a:cxn>
              <a:cxn ang="0">
                <a:pos x="GluePoint437X" y="GluePoint437Y"/>
              </a:cxn>
              <a:cxn ang="0">
                <a:pos x="GluePoint438X" y="GluePoint438Y"/>
              </a:cxn>
              <a:cxn ang="0">
                <a:pos x="GluePoint439X" y="GluePoint439Y"/>
              </a:cxn>
              <a:cxn ang="0">
                <a:pos x="GluePoint440X" y="GluePoint440Y"/>
              </a:cxn>
              <a:cxn ang="0">
                <a:pos x="GluePoint441X" y="GluePoint441Y"/>
              </a:cxn>
              <a:cxn ang="0">
                <a:pos x="GluePoint442X" y="GluePoint442Y"/>
              </a:cxn>
              <a:cxn ang="0">
                <a:pos x="GluePoint443X" y="GluePoint443Y"/>
              </a:cxn>
              <a:cxn ang="0">
                <a:pos x="GluePoint444X" y="GluePoint444Y"/>
              </a:cxn>
              <a:cxn ang="0">
                <a:pos x="GluePoint445X" y="GluePoint445Y"/>
              </a:cxn>
              <a:cxn ang="0">
                <a:pos x="GluePoint446X" y="GluePoint446Y"/>
              </a:cxn>
              <a:cxn ang="0">
                <a:pos x="GluePoint447X" y="GluePoint447Y"/>
              </a:cxn>
              <a:cxn ang="0">
                <a:pos x="GluePoint448X" y="GluePoint448Y"/>
              </a:cxn>
              <a:cxn ang="0">
                <a:pos x="GluePoint449X" y="GluePoint449Y"/>
              </a:cxn>
              <a:cxn ang="0">
                <a:pos x="GluePoint450X" y="GluePoint450Y"/>
              </a:cxn>
              <a:cxn ang="0">
                <a:pos x="GluePoint451X" y="GluePoint451Y"/>
              </a:cxn>
              <a:cxn ang="0">
                <a:pos x="GluePoint452X" y="GluePoint452Y"/>
              </a:cxn>
              <a:cxn ang="0">
                <a:pos x="GluePoint453X" y="GluePoint453Y"/>
              </a:cxn>
              <a:cxn ang="0">
                <a:pos x="GluePoint454X" y="GluePoint454Y"/>
              </a:cxn>
              <a:cxn ang="0">
                <a:pos x="GluePoint455X" y="GluePoint455Y"/>
              </a:cxn>
              <a:cxn ang="0">
                <a:pos x="GluePoint456X" y="GluePoint456Y"/>
              </a:cxn>
              <a:cxn ang="0">
                <a:pos x="GluePoint457X" y="GluePoint457Y"/>
              </a:cxn>
              <a:cxn ang="0">
                <a:pos x="GluePoint458X" y="GluePoint458Y"/>
              </a:cxn>
              <a:cxn ang="0">
                <a:pos x="GluePoint459X" y="GluePoint459Y"/>
              </a:cxn>
              <a:cxn ang="0">
                <a:pos x="GluePoint460X" y="GluePoint460Y"/>
              </a:cxn>
              <a:cxn ang="0">
                <a:pos x="GluePoint461X" y="GluePoint461Y"/>
              </a:cxn>
              <a:cxn ang="0">
                <a:pos x="GluePoint462X" y="GluePoint462Y"/>
              </a:cxn>
              <a:cxn ang="0">
                <a:pos x="GluePoint463X" y="GluePoint463Y"/>
              </a:cxn>
              <a:cxn ang="0">
                <a:pos x="GluePoint464X" y="GluePoint464Y"/>
              </a:cxn>
              <a:cxn ang="0">
                <a:pos x="GluePoint465X" y="GluePoint465Y"/>
              </a:cxn>
              <a:cxn ang="0">
                <a:pos x="GluePoint466X" y="GluePoint466Y"/>
              </a:cxn>
              <a:cxn ang="0">
                <a:pos x="GluePoint467X" y="GluePoint467Y"/>
              </a:cxn>
              <a:cxn ang="0">
                <a:pos x="GluePoint468X" y="GluePoint468Y"/>
              </a:cxn>
              <a:cxn ang="0">
                <a:pos x="GluePoint469X" y="GluePoint469Y"/>
              </a:cxn>
              <a:cxn ang="0">
                <a:pos x="GluePoint470X" y="GluePoint470Y"/>
              </a:cxn>
              <a:cxn ang="0">
                <a:pos x="GluePoint471X" y="GluePoint471Y"/>
              </a:cxn>
              <a:cxn ang="0">
                <a:pos x="GluePoint472X" y="GluePoint472Y"/>
              </a:cxn>
              <a:cxn ang="0">
                <a:pos x="GluePoint473X" y="GluePoint473Y"/>
              </a:cxn>
              <a:cxn ang="0">
                <a:pos x="GluePoint474X" y="GluePoint474Y"/>
              </a:cxn>
              <a:cxn ang="0">
                <a:pos x="GluePoint475X" y="GluePoint475Y"/>
              </a:cxn>
              <a:cxn ang="0">
                <a:pos x="GluePoint476X" y="GluePoint476Y"/>
              </a:cxn>
              <a:cxn ang="0">
                <a:pos x="GluePoint477X" y="GluePoint477Y"/>
              </a:cxn>
              <a:cxn ang="0">
                <a:pos x="GluePoint478X" y="GluePoint478Y"/>
              </a:cxn>
              <a:cxn ang="0">
                <a:pos x="GluePoint479X" y="GluePoint479Y"/>
              </a:cxn>
              <a:cxn ang="0">
                <a:pos x="GluePoint480X" y="GluePoint480Y"/>
              </a:cxn>
              <a:cxn ang="0">
                <a:pos x="GluePoint481X" y="GluePoint481Y"/>
              </a:cxn>
              <a:cxn ang="0">
                <a:pos x="GluePoint482X" y="GluePoint482Y"/>
              </a:cxn>
              <a:cxn ang="0">
                <a:pos x="GluePoint483X" y="GluePoint483Y"/>
              </a:cxn>
              <a:cxn ang="0">
                <a:pos x="GluePoint484X" y="GluePoint484Y"/>
              </a:cxn>
              <a:cxn ang="0">
                <a:pos x="GluePoint485X" y="GluePoint485Y"/>
              </a:cxn>
              <a:cxn ang="0">
                <a:pos x="GluePoint486X" y="GluePoint486Y"/>
              </a:cxn>
              <a:cxn ang="0">
                <a:pos x="GluePoint487X" y="GluePoint487Y"/>
              </a:cxn>
              <a:cxn ang="0">
                <a:pos x="GluePoint488X" y="GluePoint488Y"/>
              </a:cxn>
              <a:cxn ang="0">
                <a:pos x="GluePoint489X" y="GluePoint489Y"/>
              </a:cxn>
              <a:cxn ang="0">
                <a:pos x="GluePoint490X" y="GluePoint490Y"/>
              </a:cxn>
              <a:cxn ang="0">
                <a:pos x="GluePoint491X" y="GluePoint491Y"/>
              </a:cxn>
              <a:cxn ang="0">
                <a:pos x="GluePoint492X" y="GluePoint492Y"/>
              </a:cxn>
              <a:cxn ang="0">
                <a:pos x="GluePoint493X" y="GluePoint493Y"/>
              </a:cxn>
              <a:cxn ang="0">
                <a:pos x="GluePoint494X" y="GluePoint494Y"/>
              </a:cxn>
              <a:cxn ang="0">
                <a:pos x="GluePoint495X" y="GluePoint495Y"/>
              </a:cxn>
              <a:cxn ang="0">
                <a:pos x="GluePoint496X" y="GluePoint496Y"/>
              </a:cxn>
              <a:cxn ang="0">
                <a:pos x="GluePoint497X" y="GluePoint497Y"/>
              </a:cxn>
              <a:cxn ang="0">
                <a:pos x="GluePoint498X" y="GluePoint498Y"/>
              </a:cxn>
              <a:cxn ang="0">
                <a:pos x="GluePoint499X" y="GluePoint499Y"/>
              </a:cxn>
              <a:cxn ang="0">
                <a:pos x="GluePoint500X" y="GluePoint500Y"/>
              </a:cxn>
              <a:cxn ang="0">
                <a:pos x="GluePoint501X" y="GluePoint501Y"/>
              </a:cxn>
              <a:cxn ang="0">
                <a:pos x="GluePoint502X" y="GluePoint502Y"/>
              </a:cxn>
              <a:cxn ang="0">
                <a:pos x="GluePoint503X" y="GluePoint503Y"/>
              </a:cxn>
              <a:cxn ang="0">
                <a:pos x="GluePoint504X" y="GluePoint504Y"/>
              </a:cxn>
              <a:cxn ang="0">
                <a:pos x="GluePoint505X" y="GluePoint505Y"/>
              </a:cxn>
              <a:cxn ang="0">
                <a:pos x="GluePoint506X" y="GluePoint506Y"/>
              </a:cxn>
              <a:cxn ang="0">
                <a:pos x="GluePoint507X" y="GluePoint507Y"/>
              </a:cxn>
              <a:cxn ang="0">
                <a:pos x="GluePoint508X" y="GluePoint508Y"/>
              </a:cxn>
              <a:cxn ang="0">
                <a:pos x="GluePoint509X" y="GluePoint509Y"/>
              </a:cxn>
              <a:cxn ang="0">
                <a:pos x="GluePoint510X" y="GluePoint510Y"/>
              </a:cxn>
              <a:cxn ang="0">
                <a:pos x="GluePoint511X" y="GluePoint511Y"/>
              </a:cxn>
              <a:cxn ang="0">
                <a:pos x="GluePoint512X" y="GluePoint512Y"/>
              </a:cxn>
              <a:cxn ang="0">
                <a:pos x="GluePoint513X" y="GluePoint513Y"/>
              </a:cxn>
              <a:cxn ang="0">
                <a:pos x="GluePoint514X" y="GluePoint514Y"/>
              </a:cxn>
              <a:cxn ang="0">
                <a:pos x="GluePoint515X" y="GluePoint515Y"/>
              </a:cxn>
              <a:cxn ang="0">
                <a:pos x="GluePoint516X" y="GluePoint516Y"/>
              </a:cxn>
              <a:cxn ang="0">
                <a:pos x="GluePoint517X" y="GluePoint517Y"/>
              </a:cxn>
              <a:cxn ang="0">
                <a:pos x="GluePoint518X" y="GluePoint518Y"/>
              </a:cxn>
              <a:cxn ang="0">
                <a:pos x="GluePoint519X" y="GluePoint519Y"/>
              </a:cxn>
              <a:cxn ang="0">
                <a:pos x="GluePoint520X" y="GluePoint520Y"/>
              </a:cxn>
              <a:cxn ang="0">
                <a:pos x="GluePoint521X" y="GluePoint521Y"/>
              </a:cxn>
              <a:cxn ang="0">
                <a:pos x="GluePoint522X" y="GluePoint522Y"/>
              </a:cxn>
              <a:cxn ang="0">
                <a:pos x="GluePoint523X" y="GluePoint523Y"/>
              </a:cxn>
              <a:cxn ang="0">
                <a:pos x="GluePoint524X" y="GluePoint524Y"/>
              </a:cxn>
              <a:cxn ang="0">
                <a:pos x="GluePoint525X" y="GluePoint525Y"/>
              </a:cxn>
              <a:cxn ang="0">
                <a:pos x="GluePoint526X" y="GluePoint526Y"/>
              </a:cxn>
              <a:cxn ang="0">
                <a:pos x="GluePoint527X" y="GluePoint527Y"/>
              </a:cxn>
              <a:cxn ang="0">
                <a:pos x="GluePoint528X" y="GluePoint528Y"/>
              </a:cxn>
              <a:cxn ang="0">
                <a:pos x="GluePoint529X" y="GluePoint529Y"/>
              </a:cxn>
              <a:cxn ang="0">
                <a:pos x="GluePoint530X" y="GluePoint530Y"/>
              </a:cxn>
              <a:cxn ang="0">
                <a:pos x="GluePoint531X" y="GluePoint531Y"/>
              </a:cxn>
              <a:cxn ang="0">
                <a:pos x="GluePoint532X" y="GluePoint532Y"/>
              </a:cxn>
              <a:cxn ang="0">
                <a:pos x="GluePoint533X" y="GluePoint533Y"/>
              </a:cxn>
              <a:cxn ang="0">
                <a:pos x="GluePoint534X" y="GluePoint534Y"/>
              </a:cxn>
              <a:cxn ang="0">
                <a:pos x="GluePoint535X" y="GluePoint535Y"/>
              </a:cxn>
              <a:cxn ang="0">
                <a:pos x="GluePoint536X" y="GluePoint536Y"/>
              </a:cxn>
              <a:cxn ang="0">
                <a:pos x="GluePoint537X" y="GluePoint537Y"/>
              </a:cxn>
              <a:cxn ang="0">
                <a:pos x="GluePoint538X" y="GluePoint538Y"/>
              </a:cxn>
              <a:cxn ang="0">
                <a:pos x="GluePoint539X" y="GluePoint539Y"/>
              </a:cxn>
              <a:cxn ang="0">
                <a:pos x="GluePoint540X" y="GluePoint540Y"/>
              </a:cxn>
              <a:cxn ang="0">
                <a:pos x="GluePoint541X" y="GluePoint541Y"/>
              </a:cxn>
              <a:cxn ang="0">
                <a:pos x="GluePoint542X" y="GluePoint542Y"/>
              </a:cxn>
              <a:cxn ang="0">
                <a:pos x="GluePoint543X" y="GluePoint543Y"/>
              </a:cxn>
              <a:cxn ang="0">
                <a:pos x="GluePoint544X" y="GluePoint544Y"/>
              </a:cxn>
              <a:cxn ang="0">
                <a:pos x="GluePoint545X" y="GluePoint545Y"/>
              </a:cxn>
              <a:cxn ang="0">
                <a:pos x="GluePoint546X" y="GluePoint546Y"/>
              </a:cxn>
              <a:cxn ang="0">
                <a:pos x="GluePoint547X" y="GluePoint547Y"/>
              </a:cxn>
              <a:cxn ang="0">
                <a:pos x="GluePoint548X" y="GluePoint548Y"/>
              </a:cxn>
              <a:cxn ang="0">
                <a:pos x="GluePoint549X" y="GluePoint549Y"/>
              </a:cxn>
              <a:cxn ang="0">
                <a:pos x="GluePoint550X" y="GluePoint550Y"/>
              </a:cxn>
              <a:cxn ang="0">
                <a:pos x="GluePoint551X" y="GluePoint551Y"/>
              </a:cxn>
              <a:cxn ang="0">
                <a:pos x="GluePoint552X" y="GluePoint552Y"/>
              </a:cxn>
              <a:cxn ang="0">
                <a:pos x="GluePoint553X" y="GluePoint553Y"/>
              </a:cxn>
              <a:cxn ang="0">
                <a:pos x="GluePoint554X" y="GluePoint554Y"/>
              </a:cxn>
              <a:cxn ang="0">
                <a:pos x="GluePoint555X" y="GluePoint555Y"/>
              </a:cxn>
              <a:cxn ang="0">
                <a:pos x="GluePoint556X" y="GluePoint556Y"/>
              </a:cxn>
              <a:cxn ang="0">
                <a:pos x="GluePoint557X" y="GluePoint557Y"/>
              </a:cxn>
              <a:cxn ang="0">
                <a:pos x="GluePoint558X" y="GluePoint558Y"/>
              </a:cxn>
              <a:cxn ang="0">
                <a:pos x="GluePoint559X" y="GluePoint559Y"/>
              </a:cxn>
              <a:cxn ang="0">
                <a:pos x="GluePoint560X" y="GluePoint560Y"/>
              </a:cxn>
              <a:cxn ang="0">
                <a:pos x="GluePoint561X" y="GluePoint561Y"/>
              </a:cxn>
              <a:cxn ang="0">
                <a:pos x="GluePoint562X" y="GluePoint562Y"/>
              </a:cxn>
              <a:cxn ang="0">
                <a:pos x="GluePoint563X" y="GluePoint563Y"/>
              </a:cxn>
              <a:cxn ang="0">
                <a:pos x="GluePoint564X" y="GluePoint564Y"/>
              </a:cxn>
              <a:cxn ang="0">
                <a:pos x="GluePoint565X" y="GluePoint565Y"/>
              </a:cxn>
              <a:cxn ang="0">
                <a:pos x="GluePoint566X" y="GluePoint566Y"/>
              </a:cxn>
              <a:cxn ang="0">
                <a:pos x="GluePoint567X" y="GluePoint567Y"/>
              </a:cxn>
              <a:cxn ang="0">
                <a:pos x="GluePoint568X" y="GluePoint568Y"/>
              </a:cxn>
              <a:cxn ang="0">
                <a:pos x="GluePoint569X" y="GluePoint569Y"/>
              </a:cxn>
              <a:cxn ang="0">
                <a:pos x="GluePoint570X" y="GluePoint570Y"/>
              </a:cxn>
              <a:cxn ang="0">
                <a:pos x="GluePoint571X" y="GluePoint571Y"/>
              </a:cxn>
              <a:cxn ang="0">
                <a:pos x="GluePoint572X" y="GluePoint572Y"/>
              </a:cxn>
              <a:cxn ang="0">
                <a:pos x="GluePoint573X" y="GluePoint573Y"/>
              </a:cxn>
              <a:cxn ang="0">
                <a:pos x="GluePoint574X" y="GluePoint574Y"/>
              </a:cxn>
              <a:cxn ang="0">
                <a:pos x="GluePoint575X" y="GluePoint575Y"/>
              </a:cxn>
              <a:cxn ang="0">
                <a:pos x="GluePoint576X" y="GluePoint576Y"/>
              </a:cxn>
              <a:cxn ang="0">
                <a:pos x="GluePoint577X" y="GluePoint577Y"/>
              </a:cxn>
              <a:cxn ang="0">
                <a:pos x="GluePoint578X" y="GluePoint578Y"/>
              </a:cxn>
              <a:cxn ang="0">
                <a:pos x="GluePoint579X" y="GluePoint579Y"/>
              </a:cxn>
              <a:cxn ang="0">
                <a:pos x="GluePoint580X" y="GluePoint580Y"/>
              </a:cxn>
              <a:cxn ang="0">
                <a:pos x="GluePoint581X" y="GluePoint581Y"/>
              </a:cxn>
              <a:cxn ang="0">
                <a:pos x="GluePoint582X" y="GluePoint582Y"/>
              </a:cxn>
              <a:cxn ang="0">
                <a:pos x="GluePoint583X" y="GluePoint583Y"/>
              </a:cxn>
              <a:cxn ang="0">
                <a:pos x="GluePoint584X" y="GluePoint584Y"/>
              </a:cxn>
              <a:cxn ang="0">
                <a:pos x="GluePoint585X" y="GluePoint585Y"/>
              </a:cxn>
              <a:cxn ang="0">
                <a:pos x="GluePoint586X" y="GluePoint586Y"/>
              </a:cxn>
              <a:cxn ang="0">
                <a:pos x="GluePoint587X" y="GluePoint587Y"/>
              </a:cxn>
              <a:cxn ang="0">
                <a:pos x="GluePoint588X" y="GluePoint588Y"/>
              </a:cxn>
              <a:cxn ang="0">
                <a:pos x="GluePoint589X" y="GluePoint589Y"/>
              </a:cxn>
              <a:cxn ang="0">
                <a:pos x="GluePoint590X" y="GluePoint590Y"/>
              </a:cxn>
              <a:cxn ang="0">
                <a:pos x="GluePoint591X" y="GluePoint591Y"/>
              </a:cxn>
              <a:cxn ang="0">
                <a:pos x="GluePoint592X" y="GluePoint592Y"/>
              </a:cxn>
              <a:cxn ang="0">
                <a:pos x="GluePoint593X" y="GluePoint593Y"/>
              </a:cxn>
              <a:cxn ang="0">
                <a:pos x="GluePoint594X" y="GluePoint594Y"/>
              </a:cxn>
              <a:cxn ang="0">
                <a:pos x="GluePoint595X" y="GluePoint595Y"/>
              </a:cxn>
              <a:cxn ang="0">
                <a:pos x="GluePoint596X" y="GluePoint596Y"/>
              </a:cxn>
              <a:cxn ang="0">
                <a:pos x="GluePoint597X" y="GluePoint597Y"/>
              </a:cxn>
              <a:cxn ang="0">
                <a:pos x="GluePoint598X" y="GluePoint598Y"/>
              </a:cxn>
              <a:cxn ang="0">
                <a:pos x="GluePoint599X" y="GluePoint599Y"/>
              </a:cxn>
              <a:cxn ang="0">
                <a:pos x="GluePoint600X" y="GluePoint600Y"/>
              </a:cxn>
              <a:cxn ang="0">
                <a:pos x="GluePoint601X" y="GluePoint601Y"/>
              </a:cxn>
              <a:cxn ang="0">
                <a:pos x="GluePoint602X" y="GluePoint602Y"/>
              </a:cxn>
              <a:cxn ang="0">
                <a:pos x="GluePoint603X" y="GluePoint603Y"/>
              </a:cxn>
              <a:cxn ang="0">
                <a:pos x="GluePoint604X" y="GluePoint604Y"/>
              </a:cxn>
              <a:cxn ang="0">
                <a:pos x="GluePoint605X" y="GluePoint605Y"/>
              </a:cxn>
              <a:cxn ang="0">
                <a:pos x="GluePoint606X" y="GluePoint606Y"/>
              </a:cxn>
              <a:cxn ang="0">
                <a:pos x="GluePoint607X" y="GluePoint607Y"/>
              </a:cxn>
              <a:cxn ang="0">
                <a:pos x="GluePoint608X" y="GluePoint608Y"/>
              </a:cxn>
              <a:cxn ang="0">
                <a:pos x="GluePoint609X" y="GluePoint609Y"/>
              </a:cxn>
              <a:cxn ang="0">
                <a:pos x="GluePoint610X" y="GluePoint610Y"/>
              </a:cxn>
              <a:cxn ang="0">
                <a:pos x="GluePoint611X" y="GluePoint611Y"/>
              </a:cxn>
              <a:cxn ang="0">
                <a:pos x="GluePoint612X" y="GluePoint612Y"/>
              </a:cxn>
              <a:cxn ang="0">
                <a:pos x="GluePoint613X" y="GluePoint613Y"/>
              </a:cxn>
              <a:cxn ang="0">
                <a:pos x="GluePoint614X" y="GluePoint614Y"/>
              </a:cxn>
              <a:cxn ang="0">
                <a:pos x="GluePoint615X" y="GluePoint615Y"/>
              </a:cxn>
              <a:cxn ang="0">
                <a:pos x="GluePoint616X" y="GluePoint616Y"/>
              </a:cxn>
              <a:cxn ang="0">
                <a:pos x="GluePoint617X" y="GluePoint617Y"/>
              </a:cxn>
              <a:cxn ang="0">
                <a:pos x="GluePoint618X" y="GluePoint618Y"/>
              </a:cxn>
              <a:cxn ang="0">
                <a:pos x="GluePoint619X" y="GluePoint619Y"/>
              </a:cxn>
              <a:cxn ang="0">
                <a:pos x="GluePoint620X" y="GluePoint620Y"/>
              </a:cxn>
              <a:cxn ang="0">
                <a:pos x="GluePoint621X" y="GluePoint621Y"/>
              </a:cxn>
              <a:cxn ang="0">
                <a:pos x="GluePoint622X" y="GluePoint622Y"/>
              </a:cxn>
              <a:cxn ang="0">
                <a:pos x="GluePoint623X" y="GluePoint623Y"/>
              </a:cxn>
              <a:cxn ang="0">
                <a:pos x="GluePoint624X" y="GluePoint624Y"/>
              </a:cxn>
              <a:cxn ang="0">
                <a:pos x="GluePoint625X" y="GluePoint625Y"/>
              </a:cxn>
              <a:cxn ang="0">
                <a:pos x="GluePoint626X" y="GluePoint626Y"/>
              </a:cxn>
              <a:cxn ang="0">
                <a:pos x="GluePoint627X" y="GluePoint627Y"/>
              </a:cxn>
              <a:cxn ang="0">
                <a:pos x="GluePoint628X" y="GluePoint628Y"/>
              </a:cxn>
              <a:cxn ang="0">
                <a:pos x="GluePoint629X" y="GluePoint629Y"/>
              </a:cxn>
              <a:cxn ang="0">
                <a:pos x="GluePoint630X" y="GluePoint630Y"/>
              </a:cxn>
              <a:cxn ang="0">
                <a:pos x="GluePoint631X" y="GluePoint631Y"/>
              </a:cxn>
              <a:cxn ang="0">
                <a:pos x="GluePoint632X" y="GluePoint632Y"/>
              </a:cxn>
              <a:cxn ang="0">
                <a:pos x="GluePoint633X" y="GluePoint633Y"/>
              </a:cxn>
              <a:cxn ang="0">
                <a:pos x="GluePoint634X" y="GluePoint634Y"/>
              </a:cxn>
              <a:cxn ang="0">
                <a:pos x="GluePoint635X" y="GluePoint635Y"/>
              </a:cxn>
              <a:cxn ang="0">
                <a:pos x="GluePoint636X" y="GluePoint636Y"/>
              </a:cxn>
              <a:cxn ang="0">
                <a:pos x="GluePoint637X" y="GluePoint637Y"/>
              </a:cxn>
              <a:cxn ang="0">
                <a:pos x="GluePoint638X" y="GluePoint638Y"/>
              </a:cxn>
              <a:cxn ang="0">
                <a:pos x="GluePoint639X" y="GluePoint639Y"/>
              </a:cxn>
              <a:cxn ang="0">
                <a:pos x="GluePoint640X" y="GluePoint640Y"/>
              </a:cxn>
              <a:cxn ang="0">
                <a:pos x="GluePoint641X" y="GluePoint641Y"/>
              </a:cxn>
              <a:cxn ang="0">
                <a:pos x="GluePoint642X" y="GluePoint642Y"/>
              </a:cxn>
              <a:cxn ang="0">
                <a:pos x="GluePoint643X" y="GluePoint643Y"/>
              </a:cxn>
              <a:cxn ang="0">
                <a:pos x="GluePoint644X" y="GluePoint644Y"/>
              </a:cxn>
              <a:cxn ang="0">
                <a:pos x="GluePoint645X" y="GluePoint645Y"/>
              </a:cxn>
              <a:cxn ang="0">
                <a:pos x="GluePoint646X" y="GluePoint646Y"/>
              </a:cxn>
              <a:cxn ang="0">
                <a:pos x="GluePoint647X" y="GluePoint647Y"/>
              </a:cxn>
              <a:cxn ang="0">
                <a:pos x="GluePoint648X" y="GluePoint648Y"/>
              </a:cxn>
              <a:cxn ang="0">
                <a:pos x="GluePoint649X" y="GluePoint649Y"/>
              </a:cxn>
              <a:cxn ang="0">
                <a:pos x="GluePoint650X" y="GluePoint650Y"/>
              </a:cxn>
              <a:cxn ang="0">
                <a:pos x="GluePoint651X" y="GluePoint651Y"/>
              </a:cxn>
              <a:cxn ang="0">
                <a:pos x="GluePoint652X" y="GluePoint652Y"/>
              </a:cxn>
              <a:cxn ang="0">
                <a:pos x="GluePoint653X" y="GluePoint653Y"/>
              </a:cxn>
              <a:cxn ang="0">
                <a:pos x="GluePoint654X" y="GluePoint654Y"/>
              </a:cxn>
              <a:cxn ang="0">
                <a:pos x="GluePoint655X" y="GluePoint655Y"/>
              </a:cxn>
              <a:cxn ang="0">
                <a:pos x="GluePoint656X" y="GluePoint656Y"/>
              </a:cxn>
              <a:cxn ang="0">
                <a:pos x="GluePoint657X" y="GluePoint657Y"/>
              </a:cxn>
              <a:cxn ang="0">
                <a:pos x="GluePoint658X" y="GluePoint658Y"/>
              </a:cxn>
              <a:cxn ang="0">
                <a:pos x="GluePoint659X" y="GluePoint659Y"/>
              </a:cxn>
              <a:cxn ang="0">
                <a:pos x="GluePoint660X" y="GluePoint660Y"/>
              </a:cxn>
              <a:cxn ang="0">
                <a:pos x="GluePoint661X" y="GluePoint661Y"/>
              </a:cxn>
              <a:cxn ang="0">
                <a:pos x="GluePoint662X" y="GluePoint662Y"/>
              </a:cxn>
              <a:cxn ang="0">
                <a:pos x="GluePoint663X" y="GluePoint663Y"/>
              </a:cxn>
              <a:cxn ang="0">
                <a:pos x="GluePoint664X" y="GluePoint664Y"/>
              </a:cxn>
              <a:cxn ang="0">
                <a:pos x="GluePoint665X" y="GluePoint665Y"/>
              </a:cxn>
              <a:cxn ang="0">
                <a:pos x="GluePoint666X" y="GluePoint666Y"/>
              </a:cxn>
              <a:cxn ang="0">
                <a:pos x="GluePoint667X" y="GluePoint667Y"/>
              </a:cxn>
              <a:cxn ang="0">
                <a:pos x="GluePoint668X" y="GluePoint668Y"/>
              </a:cxn>
              <a:cxn ang="0">
                <a:pos x="GluePoint669X" y="GluePoint669Y"/>
              </a:cxn>
              <a:cxn ang="0">
                <a:pos x="GluePoint670X" y="GluePoint670Y"/>
              </a:cxn>
              <a:cxn ang="0">
                <a:pos x="GluePoint671X" y="GluePoint671Y"/>
              </a:cxn>
              <a:cxn ang="0">
                <a:pos x="GluePoint672X" y="GluePoint672Y"/>
              </a:cxn>
              <a:cxn ang="0">
                <a:pos x="GluePoint673X" y="GluePoint673Y"/>
              </a:cxn>
              <a:cxn ang="0">
                <a:pos x="GluePoint674X" y="GluePoint674Y"/>
              </a:cxn>
              <a:cxn ang="0">
                <a:pos x="GluePoint675X" y="GluePoint675Y"/>
              </a:cxn>
              <a:cxn ang="0">
                <a:pos x="GluePoint676X" y="GluePoint676Y"/>
              </a:cxn>
              <a:cxn ang="0">
                <a:pos x="GluePoint677X" y="GluePoint677Y"/>
              </a:cxn>
              <a:cxn ang="0">
                <a:pos x="GluePoint678X" y="GluePoint678Y"/>
              </a:cxn>
              <a:cxn ang="0">
                <a:pos x="GluePoint679X" y="GluePoint679Y"/>
              </a:cxn>
              <a:cxn ang="0">
                <a:pos x="GluePoint680X" y="GluePoint680Y"/>
              </a:cxn>
              <a:cxn ang="0">
                <a:pos x="GluePoint681X" y="GluePoint681Y"/>
              </a:cxn>
              <a:cxn ang="0">
                <a:pos x="GluePoint682X" y="GluePoint682Y"/>
              </a:cxn>
              <a:cxn ang="0">
                <a:pos x="GluePoint683X" y="GluePoint683Y"/>
              </a:cxn>
              <a:cxn ang="0">
                <a:pos x="GluePoint684X" y="GluePoint684Y"/>
              </a:cxn>
              <a:cxn ang="0">
                <a:pos x="GluePoint685X" y="GluePoint685Y"/>
              </a:cxn>
              <a:cxn ang="0">
                <a:pos x="GluePoint686X" y="GluePoint686Y"/>
              </a:cxn>
              <a:cxn ang="0">
                <a:pos x="GluePoint687X" y="GluePoint687Y"/>
              </a:cxn>
              <a:cxn ang="0">
                <a:pos x="GluePoint688X" y="GluePoint688Y"/>
              </a:cxn>
              <a:cxn ang="0">
                <a:pos x="GluePoint689X" y="GluePoint689Y"/>
              </a:cxn>
              <a:cxn ang="0">
                <a:pos x="GluePoint690X" y="GluePoint690Y"/>
              </a:cxn>
              <a:cxn ang="0">
                <a:pos x="GluePoint691X" y="GluePoint691Y"/>
              </a:cxn>
              <a:cxn ang="0">
                <a:pos x="GluePoint692X" y="GluePoint692Y"/>
              </a:cxn>
              <a:cxn ang="0">
                <a:pos x="GluePoint693X" y="GluePoint693Y"/>
              </a:cxn>
              <a:cxn ang="0">
                <a:pos x="GluePoint694X" y="GluePoint694Y"/>
              </a:cxn>
              <a:cxn ang="0">
                <a:pos x="GluePoint695X" y="GluePoint695Y"/>
              </a:cxn>
              <a:cxn ang="0">
                <a:pos x="GluePoint696X" y="GluePoint696Y"/>
              </a:cxn>
              <a:cxn ang="0">
                <a:pos x="GluePoint697X" y="GluePoint697Y"/>
              </a:cxn>
              <a:cxn ang="0">
                <a:pos x="GluePoint698X" y="GluePoint698Y"/>
              </a:cxn>
              <a:cxn ang="0">
                <a:pos x="GluePoint699X" y="GluePoint699Y"/>
              </a:cxn>
              <a:cxn ang="0">
                <a:pos x="GluePoint700X" y="GluePoint700Y"/>
              </a:cxn>
              <a:cxn ang="0">
                <a:pos x="GluePoint701X" y="GluePoint701Y"/>
              </a:cxn>
              <a:cxn ang="0">
                <a:pos x="GluePoint702X" y="GluePoint702Y"/>
              </a:cxn>
              <a:cxn ang="0">
                <a:pos x="GluePoint703X" y="GluePoint703Y"/>
              </a:cxn>
              <a:cxn ang="0">
                <a:pos x="GluePoint704X" y="GluePoint704Y"/>
              </a:cxn>
              <a:cxn ang="0">
                <a:pos x="GluePoint705X" y="GluePoint705Y"/>
              </a:cxn>
              <a:cxn ang="0">
                <a:pos x="GluePoint706X" y="GluePoint706Y"/>
              </a:cxn>
              <a:cxn ang="0">
                <a:pos x="GluePoint707X" y="GluePoint707Y"/>
              </a:cxn>
              <a:cxn ang="0">
                <a:pos x="GluePoint708X" y="GluePoint708Y"/>
              </a:cxn>
              <a:cxn ang="0">
                <a:pos x="GluePoint709X" y="GluePoint709Y"/>
              </a:cxn>
              <a:cxn ang="0">
                <a:pos x="GluePoint710X" y="GluePoint710Y"/>
              </a:cxn>
              <a:cxn ang="0">
                <a:pos x="GluePoint711X" y="GluePoint711Y"/>
              </a:cxn>
              <a:cxn ang="0">
                <a:pos x="GluePoint712X" y="GluePoint712Y"/>
              </a:cxn>
              <a:cxn ang="0">
                <a:pos x="GluePoint713X" y="GluePoint713Y"/>
              </a:cxn>
              <a:cxn ang="0">
                <a:pos x="GluePoint714X" y="GluePoint714Y"/>
              </a:cxn>
              <a:cxn ang="0">
                <a:pos x="GluePoint715X" y="GluePoint715Y"/>
              </a:cxn>
              <a:cxn ang="0">
                <a:pos x="GluePoint716X" y="GluePoint716Y"/>
              </a:cxn>
              <a:cxn ang="0">
                <a:pos x="GluePoint717X" y="GluePoint717Y"/>
              </a:cxn>
              <a:cxn ang="0">
                <a:pos x="GluePoint718X" y="GluePoint718Y"/>
              </a:cxn>
              <a:cxn ang="0">
                <a:pos x="GluePoint719X" y="GluePoint719Y"/>
              </a:cxn>
              <a:cxn ang="0">
                <a:pos x="GluePoint720X" y="GluePoint720Y"/>
              </a:cxn>
              <a:cxn ang="0">
                <a:pos x="GluePoint721X" y="GluePoint721Y"/>
              </a:cxn>
              <a:cxn ang="0">
                <a:pos x="GluePoint722X" y="GluePoint722Y"/>
              </a:cxn>
              <a:cxn ang="0">
                <a:pos x="GluePoint723X" y="GluePoint723Y"/>
              </a:cxn>
              <a:cxn ang="0">
                <a:pos x="GluePoint724X" y="GluePoint724Y"/>
              </a:cxn>
              <a:cxn ang="0">
                <a:pos x="GluePoint725X" y="GluePoint725Y"/>
              </a:cxn>
              <a:cxn ang="0">
                <a:pos x="GluePoint726X" y="GluePoint726Y"/>
              </a:cxn>
              <a:cxn ang="0">
                <a:pos x="GluePoint727X" y="GluePoint727Y"/>
              </a:cxn>
              <a:cxn ang="0">
                <a:pos x="GluePoint728X" y="GluePoint728Y"/>
              </a:cxn>
              <a:cxn ang="0">
                <a:pos x="GluePoint729X" y="GluePoint729Y"/>
              </a:cxn>
              <a:cxn ang="0">
                <a:pos x="GluePoint730X" y="GluePoint730Y"/>
              </a:cxn>
              <a:cxn ang="0">
                <a:pos x="GluePoint731X" y="GluePoint731Y"/>
              </a:cxn>
              <a:cxn ang="0">
                <a:pos x="GluePoint732X" y="GluePoint732Y"/>
              </a:cxn>
              <a:cxn ang="0">
                <a:pos x="GluePoint733X" y="GluePoint733Y"/>
              </a:cxn>
              <a:cxn ang="0">
                <a:pos x="GluePoint734X" y="GluePoint734Y"/>
              </a:cxn>
              <a:cxn ang="0">
                <a:pos x="GluePoint735X" y="GluePoint735Y"/>
              </a:cxn>
              <a:cxn ang="0">
                <a:pos x="GluePoint736X" y="GluePoint736Y"/>
              </a:cxn>
              <a:cxn ang="0">
                <a:pos x="GluePoint737X" y="GluePoint737Y"/>
              </a:cxn>
              <a:cxn ang="0">
                <a:pos x="GluePoint738X" y="GluePoint738Y"/>
              </a:cxn>
              <a:cxn ang="0">
                <a:pos x="GluePoint739X" y="GluePoint739Y"/>
              </a:cxn>
              <a:cxn ang="0">
                <a:pos x="GluePoint740X" y="GluePoint740Y"/>
              </a:cxn>
              <a:cxn ang="0">
                <a:pos x="GluePoint741X" y="GluePoint741Y"/>
              </a:cxn>
              <a:cxn ang="0">
                <a:pos x="GluePoint742X" y="GluePoint742Y"/>
              </a:cxn>
              <a:cxn ang="0">
                <a:pos x="GluePoint743X" y="GluePoint743Y"/>
              </a:cxn>
              <a:cxn ang="0">
                <a:pos x="GluePoint744X" y="GluePoint744Y"/>
              </a:cxn>
              <a:cxn ang="0">
                <a:pos x="GluePoint745X" y="GluePoint745Y"/>
              </a:cxn>
              <a:cxn ang="0">
                <a:pos x="GluePoint746X" y="GluePoint746Y"/>
              </a:cxn>
              <a:cxn ang="0">
                <a:pos x="GluePoint747X" y="GluePoint747Y"/>
              </a:cxn>
              <a:cxn ang="0">
                <a:pos x="GluePoint748X" y="GluePoint748Y"/>
              </a:cxn>
              <a:cxn ang="0">
                <a:pos x="GluePoint749X" y="GluePoint749Y"/>
              </a:cxn>
              <a:cxn ang="0">
                <a:pos x="GluePoint750X" y="GluePoint750Y"/>
              </a:cxn>
              <a:cxn ang="0">
                <a:pos x="GluePoint751X" y="GluePoint751Y"/>
              </a:cxn>
              <a:cxn ang="0">
                <a:pos x="GluePoint752X" y="GluePoint752Y"/>
              </a:cxn>
              <a:cxn ang="0">
                <a:pos x="GluePoint753X" y="GluePoint753Y"/>
              </a:cxn>
              <a:cxn ang="0">
                <a:pos x="GluePoint754X" y="GluePoint754Y"/>
              </a:cxn>
              <a:cxn ang="0">
                <a:pos x="GluePoint755X" y="GluePoint755Y"/>
              </a:cxn>
              <a:cxn ang="0">
                <a:pos x="GluePoint756X" y="GluePoint756Y"/>
              </a:cxn>
              <a:cxn ang="0">
                <a:pos x="GluePoint757X" y="GluePoint757Y"/>
              </a:cxn>
              <a:cxn ang="0">
                <a:pos x="GluePoint758X" y="GluePoint758Y"/>
              </a:cxn>
              <a:cxn ang="0">
                <a:pos x="GluePoint759X" y="GluePoint759Y"/>
              </a:cxn>
              <a:cxn ang="0">
                <a:pos x="GluePoint760X" y="GluePoint760Y"/>
              </a:cxn>
              <a:cxn ang="0">
                <a:pos x="GluePoint761X" y="GluePoint761Y"/>
              </a:cxn>
              <a:cxn ang="0">
                <a:pos x="GluePoint762X" y="GluePoint762Y"/>
              </a:cxn>
              <a:cxn ang="0">
                <a:pos x="GluePoint763X" y="GluePoint763Y"/>
              </a:cxn>
              <a:cxn ang="0">
                <a:pos x="GluePoint764X" y="GluePoint764Y"/>
              </a:cxn>
              <a:cxn ang="0">
                <a:pos x="GluePoint765X" y="GluePoint765Y"/>
              </a:cxn>
              <a:cxn ang="0">
                <a:pos x="GluePoint766X" y="GluePoint766Y"/>
              </a:cxn>
              <a:cxn ang="0">
                <a:pos x="GluePoint767X" y="GluePoint767Y"/>
              </a:cxn>
              <a:cxn ang="0">
                <a:pos x="GluePoint768X" y="GluePoint768Y"/>
              </a:cxn>
              <a:cxn ang="0">
                <a:pos x="GluePoint769X" y="GluePoint769Y"/>
              </a:cxn>
              <a:cxn ang="0">
                <a:pos x="GluePoint770X" y="GluePoint770Y"/>
              </a:cxn>
              <a:cxn ang="0">
                <a:pos x="GluePoint771X" y="GluePoint771Y"/>
              </a:cxn>
              <a:cxn ang="0">
                <a:pos x="GluePoint772X" y="GluePoint772Y"/>
              </a:cxn>
              <a:cxn ang="0">
                <a:pos x="GluePoint773X" y="GluePoint773Y"/>
              </a:cxn>
              <a:cxn ang="0">
                <a:pos x="GluePoint774X" y="GluePoint774Y"/>
              </a:cxn>
              <a:cxn ang="0">
                <a:pos x="GluePoint775X" y="GluePoint775Y"/>
              </a:cxn>
              <a:cxn ang="0">
                <a:pos x="GluePoint776X" y="GluePoint776Y"/>
              </a:cxn>
              <a:cxn ang="0">
                <a:pos x="GluePoint777X" y="GluePoint777Y"/>
              </a:cxn>
              <a:cxn ang="0">
                <a:pos x="GluePoint778X" y="GluePoint778Y"/>
              </a:cxn>
              <a:cxn ang="0">
                <a:pos x="GluePoint779X" y="GluePoint779Y"/>
              </a:cxn>
              <a:cxn ang="0">
                <a:pos x="GluePoint780X" y="GluePoint780Y"/>
              </a:cxn>
              <a:cxn ang="0">
                <a:pos x="GluePoint781X" y="GluePoint781Y"/>
              </a:cxn>
              <a:cxn ang="0">
                <a:pos x="GluePoint782X" y="GluePoint782Y"/>
              </a:cxn>
              <a:cxn ang="0">
                <a:pos x="GluePoint783X" y="GluePoint783Y"/>
              </a:cxn>
              <a:cxn ang="0">
                <a:pos x="GluePoint784X" y="GluePoint784Y"/>
              </a:cxn>
              <a:cxn ang="0">
                <a:pos x="GluePoint785X" y="GluePoint785Y"/>
              </a:cxn>
              <a:cxn ang="0">
                <a:pos x="GluePoint786X" y="GluePoint786Y"/>
              </a:cxn>
              <a:cxn ang="0">
                <a:pos x="GluePoint787X" y="GluePoint787Y"/>
              </a:cxn>
              <a:cxn ang="0">
                <a:pos x="GluePoint788X" y="GluePoint788Y"/>
              </a:cxn>
              <a:cxn ang="0">
                <a:pos x="GluePoint789X" y="GluePoint789Y"/>
              </a:cxn>
              <a:cxn ang="0">
                <a:pos x="GluePoint790X" y="GluePoint790Y"/>
              </a:cxn>
              <a:cxn ang="0">
                <a:pos x="GluePoint791X" y="GluePoint791Y"/>
              </a:cxn>
              <a:cxn ang="0">
                <a:pos x="GluePoint792X" y="GluePoint792Y"/>
              </a:cxn>
              <a:cxn ang="0">
                <a:pos x="GluePoint793X" y="GluePoint793Y"/>
              </a:cxn>
              <a:cxn ang="0">
                <a:pos x="GluePoint794X" y="GluePoint794Y"/>
              </a:cxn>
              <a:cxn ang="0">
                <a:pos x="GluePoint795X" y="GluePoint795Y"/>
              </a:cxn>
              <a:cxn ang="0">
                <a:pos x="GluePoint796X" y="GluePoint796Y"/>
              </a:cxn>
              <a:cxn ang="0">
                <a:pos x="GluePoint797X" y="GluePoint797Y"/>
              </a:cxn>
              <a:cxn ang="0">
                <a:pos x="GluePoint798X" y="GluePoint798Y"/>
              </a:cxn>
              <a:cxn ang="0">
                <a:pos x="GluePoint799X" y="GluePoint799Y"/>
              </a:cxn>
              <a:cxn ang="0">
                <a:pos x="GluePoint800X" y="GluePoint800Y"/>
              </a:cxn>
              <a:cxn ang="0">
                <a:pos x="GluePoint801X" y="GluePoint801Y"/>
              </a:cxn>
              <a:cxn ang="0">
                <a:pos x="GluePoint802X" y="GluePoint802Y"/>
              </a:cxn>
              <a:cxn ang="0">
                <a:pos x="GluePoint803X" y="GluePoint803Y"/>
              </a:cxn>
              <a:cxn ang="0">
                <a:pos x="GluePoint804X" y="GluePoint804Y"/>
              </a:cxn>
              <a:cxn ang="0">
                <a:pos x="GluePoint805X" y="GluePoint805Y"/>
              </a:cxn>
              <a:cxn ang="0">
                <a:pos x="GluePoint806X" y="GluePoint806Y"/>
              </a:cxn>
              <a:cxn ang="0">
                <a:pos x="GluePoint807X" y="GluePoint807Y"/>
              </a:cxn>
              <a:cxn ang="0">
                <a:pos x="GluePoint808X" y="GluePoint808Y"/>
              </a:cxn>
              <a:cxn ang="0">
                <a:pos x="GluePoint809X" y="GluePoint809Y"/>
              </a:cxn>
              <a:cxn ang="0">
                <a:pos x="GluePoint810X" y="GluePoint810Y"/>
              </a:cxn>
              <a:cxn ang="0">
                <a:pos x="GluePoint811X" y="GluePoint811Y"/>
              </a:cxn>
              <a:cxn ang="0">
                <a:pos x="GluePoint812X" y="GluePoint812Y"/>
              </a:cxn>
              <a:cxn ang="0">
                <a:pos x="GluePoint813X" y="GluePoint813Y"/>
              </a:cxn>
              <a:cxn ang="0">
                <a:pos x="GluePoint814X" y="GluePoint814Y"/>
              </a:cxn>
              <a:cxn ang="0">
                <a:pos x="GluePoint815X" y="GluePoint815Y"/>
              </a:cxn>
              <a:cxn ang="0">
                <a:pos x="GluePoint816X" y="GluePoint816Y"/>
              </a:cxn>
              <a:cxn ang="0">
                <a:pos x="GluePoint817X" y="GluePoint817Y"/>
              </a:cxn>
              <a:cxn ang="0">
                <a:pos x="GluePoint818X" y="GluePoint818Y"/>
              </a:cxn>
              <a:cxn ang="0">
                <a:pos x="GluePoint819X" y="GluePoint819Y"/>
              </a:cxn>
              <a:cxn ang="0">
                <a:pos x="GluePoint820X" y="GluePoint820Y"/>
              </a:cxn>
              <a:cxn ang="0">
                <a:pos x="GluePoint821X" y="GluePoint821Y"/>
              </a:cxn>
              <a:cxn ang="0">
                <a:pos x="GluePoint822X" y="GluePoint822Y"/>
              </a:cxn>
              <a:cxn ang="0">
                <a:pos x="GluePoint823X" y="GluePoint823Y"/>
              </a:cxn>
              <a:cxn ang="0">
                <a:pos x="GluePoint824X" y="GluePoint824Y"/>
              </a:cxn>
              <a:cxn ang="0">
                <a:pos x="GluePoint825X" y="GluePoint825Y"/>
              </a:cxn>
              <a:cxn ang="0">
                <a:pos x="GluePoint826X" y="GluePoint826Y"/>
              </a:cxn>
              <a:cxn ang="0">
                <a:pos x="GluePoint827X" y="GluePoint827Y"/>
              </a:cxn>
              <a:cxn ang="0">
                <a:pos x="GluePoint828X" y="GluePoint828Y"/>
              </a:cxn>
              <a:cxn ang="0">
                <a:pos x="GluePoint829X" y="GluePoint829Y"/>
              </a:cxn>
              <a:cxn ang="0">
                <a:pos x="GluePoint830X" y="GluePoint830Y"/>
              </a:cxn>
              <a:cxn ang="0">
                <a:pos x="GluePoint831X" y="GluePoint831Y"/>
              </a:cxn>
              <a:cxn ang="0">
                <a:pos x="GluePoint832X" y="GluePoint832Y"/>
              </a:cxn>
              <a:cxn ang="0">
                <a:pos x="GluePoint833X" y="GluePoint833Y"/>
              </a:cxn>
              <a:cxn ang="0">
                <a:pos x="GluePoint834X" y="GluePoint834Y"/>
              </a:cxn>
              <a:cxn ang="0">
                <a:pos x="GluePoint835X" y="GluePoint835Y"/>
              </a:cxn>
              <a:cxn ang="0">
                <a:pos x="GluePoint836X" y="GluePoint836Y"/>
              </a:cxn>
              <a:cxn ang="0">
                <a:pos x="GluePoint837X" y="GluePoint837Y"/>
              </a:cxn>
              <a:cxn ang="0">
                <a:pos x="GluePoint838X" y="GluePoint838Y"/>
              </a:cxn>
              <a:cxn ang="0">
                <a:pos x="GluePoint839X" y="GluePoint839Y"/>
              </a:cxn>
              <a:cxn ang="0">
                <a:pos x="GluePoint840X" y="GluePoint840Y"/>
              </a:cxn>
              <a:cxn ang="0">
                <a:pos x="GluePoint841X" y="GluePoint841Y"/>
              </a:cxn>
              <a:cxn ang="0">
                <a:pos x="GluePoint842X" y="GluePoint842Y"/>
              </a:cxn>
              <a:cxn ang="0">
                <a:pos x="GluePoint843X" y="GluePoint843Y"/>
              </a:cxn>
              <a:cxn ang="0">
                <a:pos x="GluePoint844X" y="GluePoint844Y"/>
              </a:cxn>
              <a:cxn ang="0">
                <a:pos x="GluePoint845X" y="GluePoint845Y"/>
              </a:cxn>
              <a:cxn ang="0">
                <a:pos x="GluePoint846X" y="GluePoint846Y"/>
              </a:cxn>
              <a:cxn ang="0">
                <a:pos x="GluePoint847X" y="GluePoint847Y"/>
              </a:cxn>
              <a:cxn ang="0">
                <a:pos x="GluePoint848X" y="GluePoint848Y"/>
              </a:cxn>
              <a:cxn ang="0">
                <a:pos x="GluePoint849X" y="GluePoint849Y"/>
              </a:cxn>
              <a:cxn ang="0">
                <a:pos x="GluePoint850X" y="GluePoint850Y"/>
              </a:cxn>
              <a:cxn ang="0">
                <a:pos x="GluePoint851X" y="GluePoint851Y"/>
              </a:cxn>
              <a:cxn ang="0">
                <a:pos x="GluePoint852X" y="GluePoint852Y"/>
              </a:cxn>
              <a:cxn ang="0">
                <a:pos x="GluePoint853X" y="GluePoint853Y"/>
              </a:cxn>
              <a:cxn ang="0">
                <a:pos x="GluePoint854X" y="GluePoint854Y"/>
              </a:cxn>
              <a:cxn ang="0">
                <a:pos x="GluePoint855X" y="GluePoint855Y"/>
              </a:cxn>
              <a:cxn ang="0">
                <a:pos x="GluePoint856X" y="GluePoint856Y"/>
              </a:cxn>
              <a:cxn ang="0">
                <a:pos x="GluePoint857X" y="GluePoint857Y"/>
              </a:cxn>
              <a:cxn ang="0">
                <a:pos x="GluePoint858X" y="GluePoint858Y"/>
              </a:cxn>
              <a:cxn ang="0">
                <a:pos x="GluePoint859X" y="GluePoint859Y"/>
              </a:cxn>
              <a:cxn ang="0">
                <a:pos x="GluePoint860X" y="GluePoint860Y"/>
              </a:cxn>
              <a:cxn ang="0">
                <a:pos x="GluePoint861X" y="GluePoint861Y"/>
              </a:cxn>
              <a:cxn ang="0">
                <a:pos x="GluePoint862X" y="GluePoint862Y"/>
              </a:cxn>
              <a:cxn ang="0">
                <a:pos x="GluePoint863X" y="GluePoint863Y"/>
              </a:cxn>
              <a:cxn ang="0">
                <a:pos x="GluePoint864X" y="GluePoint864Y"/>
              </a:cxn>
              <a:cxn ang="0">
                <a:pos x="GluePoint865X" y="GluePoint865Y"/>
              </a:cxn>
              <a:cxn ang="0">
                <a:pos x="GluePoint866X" y="GluePoint866Y"/>
              </a:cxn>
              <a:cxn ang="0">
                <a:pos x="GluePoint867X" y="GluePoint867Y"/>
              </a:cxn>
              <a:cxn ang="0">
                <a:pos x="GluePoint868X" y="GluePoint868Y"/>
              </a:cxn>
              <a:cxn ang="0">
                <a:pos x="GluePoint869X" y="GluePoint869Y"/>
              </a:cxn>
              <a:cxn ang="0">
                <a:pos x="GluePoint870X" y="GluePoint870Y"/>
              </a:cxn>
              <a:cxn ang="0">
                <a:pos x="GluePoint871X" y="GluePoint871Y"/>
              </a:cxn>
              <a:cxn ang="0">
                <a:pos x="GluePoint872X" y="GluePoint872Y"/>
              </a:cxn>
              <a:cxn ang="0">
                <a:pos x="GluePoint873X" y="GluePoint873Y"/>
              </a:cxn>
              <a:cxn ang="0">
                <a:pos x="GluePoint874X" y="GluePoint874Y"/>
              </a:cxn>
              <a:cxn ang="0">
                <a:pos x="GluePoint875X" y="GluePoint875Y"/>
              </a:cxn>
              <a:cxn ang="0">
                <a:pos x="GluePoint876X" y="GluePoint876Y"/>
              </a:cxn>
              <a:cxn ang="0">
                <a:pos x="GluePoint877X" y="GluePoint877Y"/>
              </a:cxn>
              <a:cxn ang="0">
                <a:pos x="GluePoint878X" y="GluePoint878Y"/>
              </a:cxn>
              <a:cxn ang="0">
                <a:pos x="GluePoint879X" y="GluePoint879Y"/>
              </a:cxn>
              <a:cxn ang="0">
                <a:pos x="GluePoint880X" y="GluePoint880Y"/>
              </a:cxn>
              <a:cxn ang="0">
                <a:pos x="GluePoint881X" y="GluePoint881Y"/>
              </a:cxn>
              <a:cxn ang="0">
                <a:pos x="GluePoint882X" y="GluePoint882Y"/>
              </a:cxn>
              <a:cxn ang="0">
                <a:pos x="GluePoint883X" y="GluePoint883Y"/>
              </a:cxn>
              <a:cxn ang="0">
                <a:pos x="GluePoint884X" y="GluePoint884Y"/>
              </a:cxn>
              <a:cxn ang="0">
                <a:pos x="GluePoint885X" y="GluePoint885Y"/>
              </a:cxn>
              <a:cxn ang="0">
                <a:pos x="GluePoint886X" y="GluePoint886Y"/>
              </a:cxn>
              <a:cxn ang="0">
                <a:pos x="GluePoint887X" y="GluePoint887Y"/>
              </a:cxn>
              <a:cxn ang="0">
                <a:pos x="GluePoint888X" y="GluePoint888Y"/>
              </a:cxn>
              <a:cxn ang="0">
                <a:pos x="GluePoint889X" y="GluePoint889Y"/>
              </a:cxn>
              <a:cxn ang="0">
                <a:pos x="GluePoint890X" y="GluePoint890Y"/>
              </a:cxn>
              <a:cxn ang="0">
                <a:pos x="GluePoint891X" y="GluePoint891Y"/>
              </a:cxn>
              <a:cxn ang="0">
                <a:pos x="GluePoint892X" y="GluePoint892Y"/>
              </a:cxn>
              <a:cxn ang="0">
                <a:pos x="GluePoint893X" y="GluePoint893Y"/>
              </a:cxn>
              <a:cxn ang="0">
                <a:pos x="GluePoint894X" y="GluePoint894Y"/>
              </a:cxn>
              <a:cxn ang="0">
                <a:pos x="GluePoint895X" y="GluePoint895Y"/>
              </a:cxn>
              <a:cxn ang="0">
                <a:pos x="GluePoint896X" y="GluePoint896Y"/>
              </a:cxn>
              <a:cxn ang="0">
                <a:pos x="GluePoint897X" y="GluePoint897Y"/>
              </a:cxn>
              <a:cxn ang="0">
                <a:pos x="GluePoint898X" y="GluePoint898Y"/>
              </a:cxn>
              <a:cxn ang="0">
                <a:pos x="GluePoint899X" y="GluePoint899Y"/>
              </a:cxn>
              <a:cxn ang="0">
                <a:pos x="GluePoint900X" y="GluePoint900Y"/>
              </a:cxn>
              <a:cxn ang="0">
                <a:pos x="GluePoint901X" y="GluePoint901Y"/>
              </a:cxn>
              <a:cxn ang="0">
                <a:pos x="GluePoint902X" y="GluePoint902Y"/>
              </a:cxn>
              <a:cxn ang="0">
                <a:pos x="GluePoint903X" y="GluePoint903Y"/>
              </a:cxn>
              <a:cxn ang="0">
                <a:pos x="GluePoint904X" y="GluePoint904Y"/>
              </a:cxn>
              <a:cxn ang="0">
                <a:pos x="GluePoint905X" y="GluePoint905Y"/>
              </a:cxn>
              <a:cxn ang="0">
                <a:pos x="GluePoint906X" y="GluePoint906Y"/>
              </a:cxn>
              <a:cxn ang="0">
                <a:pos x="GluePoint907X" y="GluePoint907Y"/>
              </a:cxn>
              <a:cxn ang="0">
                <a:pos x="GluePoint908X" y="GluePoint908Y"/>
              </a:cxn>
              <a:cxn ang="0">
                <a:pos x="GluePoint909X" y="GluePoint909Y"/>
              </a:cxn>
              <a:cxn ang="0">
                <a:pos x="GluePoint910X" y="GluePoint910Y"/>
              </a:cxn>
              <a:cxn ang="0">
                <a:pos x="GluePoint911X" y="GluePoint911Y"/>
              </a:cxn>
              <a:cxn ang="0">
                <a:pos x="GluePoint912X" y="GluePoint912Y"/>
              </a:cxn>
              <a:cxn ang="0">
                <a:pos x="GluePoint913X" y="GluePoint913Y"/>
              </a:cxn>
              <a:cxn ang="0">
                <a:pos x="GluePoint914X" y="GluePoint914Y"/>
              </a:cxn>
              <a:cxn ang="0">
                <a:pos x="GluePoint915X" y="GluePoint915Y"/>
              </a:cxn>
              <a:cxn ang="0">
                <a:pos x="GluePoint916X" y="GluePoint916Y"/>
              </a:cxn>
              <a:cxn ang="0">
                <a:pos x="GluePoint917X" y="GluePoint917Y"/>
              </a:cxn>
              <a:cxn ang="0">
                <a:pos x="GluePoint918X" y="GluePoint918Y"/>
              </a:cxn>
              <a:cxn ang="0">
                <a:pos x="GluePoint919X" y="GluePoint919Y"/>
              </a:cxn>
              <a:cxn ang="0">
                <a:pos x="GluePoint920X" y="GluePoint920Y"/>
              </a:cxn>
              <a:cxn ang="0">
                <a:pos x="GluePoint921X" y="GluePoint921Y"/>
              </a:cxn>
              <a:cxn ang="0">
                <a:pos x="GluePoint922X" y="GluePoint922Y"/>
              </a:cxn>
              <a:cxn ang="0">
                <a:pos x="GluePoint923X" y="GluePoint923Y"/>
              </a:cxn>
              <a:cxn ang="0">
                <a:pos x="GluePoint924X" y="GluePoint924Y"/>
              </a:cxn>
              <a:cxn ang="0">
                <a:pos x="GluePoint925X" y="GluePoint925Y"/>
              </a:cxn>
              <a:cxn ang="0">
                <a:pos x="GluePoint926X" y="GluePoint926Y"/>
              </a:cxn>
              <a:cxn ang="0">
                <a:pos x="GluePoint927X" y="GluePoint927Y"/>
              </a:cxn>
              <a:cxn ang="0">
                <a:pos x="GluePoint928X" y="GluePoint928Y"/>
              </a:cxn>
              <a:cxn ang="0">
                <a:pos x="GluePoint929X" y="GluePoint929Y"/>
              </a:cxn>
              <a:cxn ang="0">
                <a:pos x="GluePoint930X" y="GluePoint930Y"/>
              </a:cxn>
              <a:cxn ang="0">
                <a:pos x="GluePoint931X" y="GluePoint931Y"/>
              </a:cxn>
              <a:cxn ang="0">
                <a:pos x="GluePoint932X" y="GluePoint932Y"/>
              </a:cxn>
              <a:cxn ang="0">
                <a:pos x="GluePoint933X" y="GluePoint933Y"/>
              </a:cxn>
              <a:cxn ang="0">
                <a:pos x="GluePoint934X" y="GluePoint934Y"/>
              </a:cxn>
              <a:cxn ang="0">
                <a:pos x="GluePoint935X" y="GluePoint935Y"/>
              </a:cxn>
              <a:cxn ang="0">
                <a:pos x="GluePoint936X" y="GluePoint936Y"/>
              </a:cxn>
              <a:cxn ang="0">
                <a:pos x="GluePoint937X" y="GluePoint937Y"/>
              </a:cxn>
              <a:cxn ang="0">
                <a:pos x="GluePoint938X" y="GluePoint938Y"/>
              </a:cxn>
              <a:cxn ang="0">
                <a:pos x="GluePoint939X" y="GluePoint939Y"/>
              </a:cxn>
              <a:cxn ang="0">
                <a:pos x="GluePoint940X" y="GluePoint940Y"/>
              </a:cxn>
              <a:cxn ang="0">
                <a:pos x="GluePoint941X" y="GluePoint941Y"/>
              </a:cxn>
              <a:cxn ang="0">
                <a:pos x="GluePoint942X" y="GluePoint942Y"/>
              </a:cxn>
              <a:cxn ang="0">
                <a:pos x="GluePoint943X" y="GluePoint943Y"/>
              </a:cxn>
              <a:cxn ang="0">
                <a:pos x="GluePoint944X" y="GluePoint944Y"/>
              </a:cxn>
              <a:cxn ang="0">
                <a:pos x="GluePoint945X" y="GluePoint945Y"/>
              </a:cxn>
              <a:cxn ang="0">
                <a:pos x="GluePoint946X" y="GluePoint946Y"/>
              </a:cxn>
              <a:cxn ang="0">
                <a:pos x="GluePoint947X" y="GluePoint947Y"/>
              </a:cxn>
              <a:cxn ang="0">
                <a:pos x="GluePoint948X" y="GluePoint948Y"/>
              </a:cxn>
              <a:cxn ang="0">
                <a:pos x="GluePoint949X" y="GluePoint949Y"/>
              </a:cxn>
              <a:cxn ang="0">
                <a:pos x="GluePoint950X" y="GluePoint950Y"/>
              </a:cxn>
              <a:cxn ang="0">
                <a:pos x="GluePoint951X" y="GluePoint951Y"/>
              </a:cxn>
              <a:cxn ang="0">
                <a:pos x="GluePoint952X" y="GluePoint952Y"/>
              </a:cxn>
              <a:cxn ang="0">
                <a:pos x="GluePoint953X" y="GluePoint953Y"/>
              </a:cxn>
              <a:cxn ang="0">
                <a:pos x="GluePoint954X" y="GluePoint954Y"/>
              </a:cxn>
              <a:cxn ang="0">
                <a:pos x="GluePoint955X" y="GluePoint955Y"/>
              </a:cxn>
              <a:cxn ang="0">
                <a:pos x="GluePoint956X" y="GluePoint956Y"/>
              </a:cxn>
              <a:cxn ang="0">
                <a:pos x="GluePoint957X" y="GluePoint957Y"/>
              </a:cxn>
              <a:cxn ang="0">
                <a:pos x="GluePoint958X" y="GluePoint958Y"/>
              </a:cxn>
              <a:cxn ang="0">
                <a:pos x="GluePoint959X" y="GluePoint959Y"/>
              </a:cxn>
              <a:cxn ang="0">
                <a:pos x="GluePoint960X" y="GluePoint960Y"/>
              </a:cxn>
              <a:cxn ang="0">
                <a:pos x="GluePoint961X" y="GluePoint961Y"/>
              </a:cxn>
              <a:cxn ang="0">
                <a:pos x="GluePoint962X" y="GluePoint962Y"/>
              </a:cxn>
              <a:cxn ang="0">
                <a:pos x="GluePoint963X" y="GluePoint963Y"/>
              </a:cxn>
              <a:cxn ang="0">
                <a:pos x="GluePoint964X" y="GluePoint964Y"/>
              </a:cxn>
              <a:cxn ang="0">
                <a:pos x="GluePoint965X" y="GluePoint965Y"/>
              </a:cxn>
              <a:cxn ang="0">
                <a:pos x="GluePoint966X" y="GluePoint966Y"/>
              </a:cxn>
              <a:cxn ang="0">
                <a:pos x="GluePoint967X" y="GluePoint967Y"/>
              </a:cxn>
              <a:cxn ang="0">
                <a:pos x="GluePoint968X" y="GluePoint968Y"/>
              </a:cxn>
              <a:cxn ang="0">
                <a:pos x="GluePoint969X" y="GluePoint969Y"/>
              </a:cxn>
              <a:cxn ang="0">
                <a:pos x="GluePoint970X" y="GluePoint970Y"/>
              </a:cxn>
              <a:cxn ang="0">
                <a:pos x="GluePoint971X" y="GluePoint971Y"/>
              </a:cxn>
              <a:cxn ang="0">
                <a:pos x="GluePoint972X" y="GluePoint972Y"/>
              </a:cxn>
              <a:cxn ang="0">
                <a:pos x="GluePoint973X" y="GluePoint973Y"/>
              </a:cxn>
              <a:cxn ang="0">
                <a:pos x="GluePoint974X" y="GluePoint974Y"/>
              </a:cxn>
              <a:cxn ang="0">
                <a:pos x="GluePoint975X" y="GluePoint975Y"/>
              </a:cxn>
              <a:cxn ang="0">
                <a:pos x="GluePoint976X" y="GluePoint976Y"/>
              </a:cxn>
              <a:cxn ang="0">
                <a:pos x="GluePoint977X" y="GluePoint977Y"/>
              </a:cxn>
              <a:cxn ang="0">
                <a:pos x="GluePoint978X" y="GluePoint978Y"/>
              </a:cxn>
              <a:cxn ang="0">
                <a:pos x="GluePoint979X" y="GluePoint979Y"/>
              </a:cxn>
              <a:cxn ang="0">
                <a:pos x="GluePoint980X" y="GluePoint980Y"/>
              </a:cxn>
              <a:cxn ang="0">
                <a:pos x="GluePoint981X" y="GluePoint981Y"/>
              </a:cxn>
              <a:cxn ang="0">
                <a:pos x="GluePoint982X" y="GluePoint982Y"/>
              </a:cxn>
              <a:cxn ang="0">
                <a:pos x="GluePoint983X" y="GluePoint983Y"/>
              </a:cxn>
              <a:cxn ang="0">
                <a:pos x="GluePoint984X" y="GluePoint984Y"/>
              </a:cxn>
              <a:cxn ang="0">
                <a:pos x="GluePoint985X" y="GluePoint985Y"/>
              </a:cxn>
              <a:cxn ang="0">
                <a:pos x="GluePoint986X" y="GluePoint986Y"/>
              </a:cxn>
              <a:cxn ang="0">
                <a:pos x="GluePoint987X" y="GluePoint987Y"/>
              </a:cxn>
              <a:cxn ang="0">
                <a:pos x="GluePoint988X" y="GluePoint988Y"/>
              </a:cxn>
              <a:cxn ang="0">
                <a:pos x="GluePoint989X" y="GluePoint989Y"/>
              </a:cxn>
              <a:cxn ang="0">
                <a:pos x="GluePoint990X" y="GluePoint990Y"/>
              </a:cxn>
              <a:cxn ang="0">
                <a:pos x="GluePoint991X" y="GluePoint991Y"/>
              </a:cxn>
              <a:cxn ang="0">
                <a:pos x="GluePoint992X" y="GluePoint992Y"/>
              </a:cxn>
              <a:cxn ang="0">
                <a:pos x="GluePoint993X" y="GluePoint993Y"/>
              </a:cxn>
              <a:cxn ang="0">
                <a:pos x="GluePoint994X" y="GluePoint994Y"/>
              </a:cxn>
              <a:cxn ang="0">
                <a:pos x="GluePoint995X" y="GluePoint995Y"/>
              </a:cxn>
              <a:cxn ang="0">
                <a:pos x="GluePoint996X" y="GluePoint996Y"/>
              </a:cxn>
              <a:cxn ang="0">
                <a:pos x="GluePoint997X" y="GluePoint997Y"/>
              </a:cxn>
              <a:cxn ang="0">
                <a:pos x="GluePoint998X" y="GluePoint998Y"/>
              </a:cxn>
              <a:cxn ang="0">
                <a:pos x="GluePoint999X" y="GluePoint999Y"/>
              </a:cxn>
              <a:cxn ang="0">
                <a:pos x="GluePoint1000X" y="GluePoint1000Y"/>
              </a:cxn>
              <a:cxn ang="0">
                <a:pos x="GluePoint1001X" y="GluePoint1001Y"/>
              </a:cxn>
              <a:cxn ang="0">
                <a:pos x="GluePoint1002X" y="GluePoint1002Y"/>
              </a:cxn>
              <a:cxn ang="0">
                <a:pos x="GluePoint1003X" y="GluePoint1003Y"/>
              </a:cxn>
              <a:cxn ang="0">
                <a:pos x="GluePoint1004X" y="GluePoint1004Y"/>
              </a:cxn>
              <a:cxn ang="0">
                <a:pos x="GluePoint1005X" y="GluePoint1005Y"/>
              </a:cxn>
              <a:cxn ang="0">
                <a:pos x="GluePoint1006X" y="GluePoint1006Y"/>
              </a:cxn>
              <a:cxn ang="0">
                <a:pos x="GluePoint1007X" y="GluePoint1007Y"/>
              </a:cxn>
              <a:cxn ang="0">
                <a:pos x="GluePoint1008X" y="GluePoint1008Y"/>
              </a:cxn>
              <a:cxn ang="0">
                <a:pos x="GluePoint1009X" y="GluePoint1009Y"/>
              </a:cxn>
              <a:cxn ang="0">
                <a:pos x="GluePoint1010X" y="GluePoint1010Y"/>
              </a:cxn>
              <a:cxn ang="0">
                <a:pos x="GluePoint1011X" y="GluePoint1011Y"/>
              </a:cxn>
              <a:cxn ang="0">
                <a:pos x="GluePoint1012X" y="GluePoint1012Y"/>
              </a:cxn>
              <a:cxn ang="0">
                <a:pos x="GluePoint1013X" y="GluePoint1013Y"/>
              </a:cxn>
              <a:cxn ang="0">
                <a:pos x="GluePoint1014X" y="GluePoint1014Y"/>
              </a:cxn>
              <a:cxn ang="0">
                <a:pos x="GluePoint1015X" y="GluePoint1015Y"/>
              </a:cxn>
              <a:cxn ang="0">
                <a:pos x="GluePoint1016X" y="GluePoint1016Y"/>
              </a:cxn>
              <a:cxn ang="0">
                <a:pos x="GluePoint1017X" y="GluePoint1017Y"/>
              </a:cxn>
              <a:cxn ang="0">
                <a:pos x="GluePoint1018X" y="GluePoint1018Y"/>
              </a:cxn>
              <a:cxn ang="0">
                <a:pos x="GluePoint1019X" y="GluePoint1019Y"/>
              </a:cxn>
              <a:cxn ang="0">
                <a:pos x="GluePoint1020X" y="GluePoint1020Y"/>
              </a:cxn>
              <a:cxn ang="0">
                <a:pos x="GluePoint1021X" y="GluePoint1021Y"/>
              </a:cxn>
              <a:cxn ang="0">
                <a:pos x="GluePoint1022X" y="GluePoint1022Y"/>
              </a:cxn>
              <a:cxn ang="0">
                <a:pos x="GluePoint1023X" y="GluePoint1023Y"/>
              </a:cxn>
              <a:cxn ang="0">
                <a:pos x="GluePoint1024X" y="GluePoint1024Y"/>
              </a:cxn>
              <a:cxn ang="0">
                <a:pos x="GluePoint1025X" y="GluePoint1025Y"/>
              </a:cxn>
              <a:cxn ang="0">
                <a:pos x="GluePoint1026X" y="GluePoint1026Y"/>
              </a:cxn>
              <a:cxn ang="0">
                <a:pos x="GluePoint1027X" y="GluePoint1027Y"/>
              </a:cxn>
              <a:cxn ang="0">
                <a:pos x="GluePoint1028X" y="GluePoint1028Y"/>
              </a:cxn>
              <a:cxn ang="0">
                <a:pos x="GluePoint1029X" y="GluePoint1029Y"/>
              </a:cxn>
              <a:cxn ang="0">
                <a:pos x="GluePoint1030X" y="GluePoint1030Y"/>
              </a:cxn>
              <a:cxn ang="0">
                <a:pos x="GluePoint1031X" y="GluePoint1031Y"/>
              </a:cxn>
              <a:cxn ang="0">
                <a:pos x="GluePoint1032X" y="GluePoint1032Y"/>
              </a:cxn>
              <a:cxn ang="0">
                <a:pos x="GluePoint1033X" y="GluePoint1033Y"/>
              </a:cxn>
              <a:cxn ang="0">
                <a:pos x="GluePoint1034X" y="GluePoint1034Y"/>
              </a:cxn>
              <a:cxn ang="0">
                <a:pos x="GluePoint1035X" y="GluePoint1035Y"/>
              </a:cxn>
              <a:cxn ang="0">
                <a:pos x="GluePoint1036X" y="GluePoint1036Y"/>
              </a:cxn>
              <a:cxn ang="0">
                <a:pos x="GluePoint1037X" y="GluePoint1037Y"/>
              </a:cxn>
              <a:cxn ang="0">
                <a:pos x="GluePoint1038X" y="GluePoint1038Y"/>
              </a:cxn>
              <a:cxn ang="0">
                <a:pos x="GluePoint1039X" y="GluePoint1039Y"/>
              </a:cxn>
              <a:cxn ang="0">
                <a:pos x="GluePoint1040X" y="GluePoint1040Y"/>
              </a:cxn>
              <a:cxn ang="0">
                <a:pos x="GluePoint1041X" y="GluePoint1041Y"/>
              </a:cxn>
              <a:cxn ang="0">
                <a:pos x="GluePoint1042X" y="GluePoint1042Y"/>
              </a:cxn>
              <a:cxn ang="0">
                <a:pos x="GluePoint1043X" y="GluePoint1043Y"/>
              </a:cxn>
              <a:cxn ang="0">
                <a:pos x="GluePoint1044X" y="GluePoint1044Y"/>
              </a:cxn>
              <a:cxn ang="0">
                <a:pos x="GluePoint1045X" y="GluePoint1045Y"/>
              </a:cxn>
              <a:cxn ang="0">
                <a:pos x="GluePoint1046X" y="GluePoint1046Y"/>
              </a:cxn>
            </a:cxnLst>
            <a:rect l="textAreaLeft" t="textAreaTop" r="textAreaRight" b="textAreaBottom"/>
            <a:pathLst>
              <a:path w="2455568" h="1849556">
                <a:moveTo>
                  <a:pt x="2007864" y="1805143"/>
                </a:moveTo>
                <a:cubicBezTo>
                  <a:pt x="2013996" y="1805143"/>
                  <a:pt x="2019548" y="1807629"/>
                  <a:pt x="2023567" y="1811647"/>
                </a:cubicBezTo>
                <a:lnTo>
                  <a:pt x="2025120" y="1815396"/>
                </a:lnTo>
                <a:lnTo>
                  <a:pt x="1985766" y="1827613"/>
                </a:lnTo>
                <a:lnTo>
                  <a:pt x="1985657" y="1827350"/>
                </a:lnTo>
                <a:cubicBezTo>
                  <a:pt x="1985657" y="1815085"/>
                  <a:pt x="1995600" y="1805143"/>
                  <a:pt x="2007864" y="1805143"/>
                </a:cubicBezTo>
                <a:close/>
                <a:moveTo>
                  <a:pt x="1866032" y="1805143"/>
                </a:moveTo>
                <a:cubicBezTo>
                  <a:pt x="1878296" y="1805143"/>
                  <a:pt x="1888238" y="1815085"/>
                  <a:pt x="1888238" y="1827350"/>
                </a:cubicBezTo>
                <a:cubicBezTo>
                  <a:pt x="1888238" y="1833482"/>
                  <a:pt x="1885753" y="1839034"/>
                  <a:pt x="1881734" y="1843052"/>
                </a:cubicBezTo>
                <a:lnTo>
                  <a:pt x="1867665" y="1848880"/>
                </a:lnTo>
                <a:lnTo>
                  <a:pt x="1865038" y="1849145"/>
                </a:lnTo>
                <a:lnTo>
                  <a:pt x="1850329" y="1843052"/>
                </a:lnTo>
                <a:cubicBezTo>
                  <a:pt x="1846311" y="1839034"/>
                  <a:pt x="1843825" y="1833482"/>
                  <a:pt x="1843825" y="1827350"/>
                </a:cubicBezTo>
                <a:cubicBezTo>
                  <a:pt x="1843825" y="1815085"/>
                  <a:pt x="1853767" y="1805143"/>
                  <a:pt x="1866032" y="1805143"/>
                </a:cubicBezTo>
                <a:close/>
                <a:moveTo>
                  <a:pt x="1724199" y="1805143"/>
                </a:moveTo>
                <a:cubicBezTo>
                  <a:pt x="1736463" y="1805143"/>
                  <a:pt x="1746405" y="1815085"/>
                  <a:pt x="1746405" y="1827350"/>
                </a:cubicBezTo>
                <a:cubicBezTo>
                  <a:pt x="1746405" y="1839614"/>
                  <a:pt x="1736463" y="1849556"/>
                  <a:pt x="1724199" y="1849556"/>
                </a:cubicBezTo>
                <a:cubicBezTo>
                  <a:pt x="1711934" y="1849556"/>
                  <a:pt x="1701992" y="1839614"/>
                  <a:pt x="1701992" y="1827350"/>
                </a:cubicBezTo>
                <a:cubicBezTo>
                  <a:pt x="1701992" y="1815085"/>
                  <a:pt x="1711934" y="1805143"/>
                  <a:pt x="1724199" y="1805143"/>
                </a:cubicBezTo>
                <a:close/>
                <a:moveTo>
                  <a:pt x="1582366" y="1805143"/>
                </a:moveTo>
                <a:cubicBezTo>
                  <a:pt x="1594630" y="1805143"/>
                  <a:pt x="1604573" y="1815085"/>
                  <a:pt x="1604573" y="1827350"/>
                </a:cubicBezTo>
                <a:cubicBezTo>
                  <a:pt x="1604573" y="1839614"/>
                  <a:pt x="1594630" y="1849556"/>
                  <a:pt x="1582366" y="1849556"/>
                </a:cubicBezTo>
                <a:cubicBezTo>
                  <a:pt x="1570102" y="1849556"/>
                  <a:pt x="1560160" y="1839614"/>
                  <a:pt x="1560160" y="1827350"/>
                </a:cubicBezTo>
                <a:cubicBezTo>
                  <a:pt x="1560160" y="1815085"/>
                  <a:pt x="1570102" y="1805143"/>
                  <a:pt x="1582366" y="1805143"/>
                </a:cubicBezTo>
                <a:close/>
                <a:moveTo>
                  <a:pt x="1440534" y="1805143"/>
                </a:moveTo>
                <a:cubicBezTo>
                  <a:pt x="1452798" y="1805143"/>
                  <a:pt x="1462740" y="1815085"/>
                  <a:pt x="1462740" y="1827350"/>
                </a:cubicBezTo>
                <a:cubicBezTo>
                  <a:pt x="1462740" y="1839614"/>
                  <a:pt x="1452798" y="1849556"/>
                  <a:pt x="1440534" y="1849556"/>
                </a:cubicBezTo>
                <a:cubicBezTo>
                  <a:pt x="1428269" y="1849556"/>
                  <a:pt x="1418327" y="1839614"/>
                  <a:pt x="1418327" y="1827350"/>
                </a:cubicBezTo>
                <a:cubicBezTo>
                  <a:pt x="1418327" y="1815085"/>
                  <a:pt x="1428269" y="1805143"/>
                  <a:pt x="1440534" y="1805143"/>
                </a:cubicBezTo>
                <a:close/>
                <a:moveTo>
                  <a:pt x="1298701" y="1805143"/>
                </a:moveTo>
                <a:cubicBezTo>
                  <a:pt x="1310965" y="1805143"/>
                  <a:pt x="1320907" y="1815085"/>
                  <a:pt x="1320907" y="1827350"/>
                </a:cubicBezTo>
                <a:cubicBezTo>
                  <a:pt x="1320907" y="1839614"/>
                  <a:pt x="1310965" y="1849556"/>
                  <a:pt x="1298701" y="1849556"/>
                </a:cubicBezTo>
                <a:cubicBezTo>
                  <a:pt x="1286436" y="1849556"/>
                  <a:pt x="1276494" y="1839614"/>
                  <a:pt x="1276494" y="1827350"/>
                </a:cubicBezTo>
                <a:cubicBezTo>
                  <a:pt x="1276494" y="1815085"/>
                  <a:pt x="1286436" y="1805143"/>
                  <a:pt x="1298701" y="1805143"/>
                </a:cubicBezTo>
                <a:close/>
                <a:moveTo>
                  <a:pt x="1156868" y="1805143"/>
                </a:moveTo>
                <a:cubicBezTo>
                  <a:pt x="1169133" y="1805143"/>
                  <a:pt x="1179075" y="1815085"/>
                  <a:pt x="1179075" y="1827350"/>
                </a:cubicBezTo>
                <a:cubicBezTo>
                  <a:pt x="1179075" y="1839614"/>
                  <a:pt x="1169133" y="1849556"/>
                  <a:pt x="1156868" y="1849556"/>
                </a:cubicBezTo>
                <a:cubicBezTo>
                  <a:pt x="1144604" y="1849556"/>
                  <a:pt x="1134662" y="1839614"/>
                  <a:pt x="1134662" y="1827350"/>
                </a:cubicBezTo>
                <a:cubicBezTo>
                  <a:pt x="1134662" y="1815085"/>
                  <a:pt x="1144604" y="1805143"/>
                  <a:pt x="1156868" y="1805143"/>
                </a:cubicBezTo>
                <a:close/>
                <a:moveTo>
                  <a:pt x="1015036" y="1805143"/>
                </a:moveTo>
                <a:cubicBezTo>
                  <a:pt x="1027300" y="1805143"/>
                  <a:pt x="1037242" y="1815085"/>
                  <a:pt x="1037242" y="1827350"/>
                </a:cubicBezTo>
                <a:cubicBezTo>
                  <a:pt x="1037242" y="1839614"/>
                  <a:pt x="1027300" y="1849556"/>
                  <a:pt x="1015036" y="1849556"/>
                </a:cubicBezTo>
                <a:cubicBezTo>
                  <a:pt x="1002771" y="1849556"/>
                  <a:pt x="992829" y="1839614"/>
                  <a:pt x="992829" y="1827350"/>
                </a:cubicBezTo>
                <a:cubicBezTo>
                  <a:pt x="992829" y="1815085"/>
                  <a:pt x="1002771" y="1805143"/>
                  <a:pt x="1015036" y="1805143"/>
                </a:cubicBezTo>
                <a:close/>
                <a:moveTo>
                  <a:pt x="873203" y="1805143"/>
                </a:moveTo>
                <a:cubicBezTo>
                  <a:pt x="885467" y="1805143"/>
                  <a:pt x="895409" y="1815085"/>
                  <a:pt x="895409" y="1827350"/>
                </a:cubicBezTo>
                <a:cubicBezTo>
                  <a:pt x="895409" y="1839614"/>
                  <a:pt x="885467" y="1849556"/>
                  <a:pt x="873203" y="1849556"/>
                </a:cubicBezTo>
                <a:cubicBezTo>
                  <a:pt x="860938" y="1849556"/>
                  <a:pt x="850996" y="1839614"/>
                  <a:pt x="850996" y="1827350"/>
                </a:cubicBezTo>
                <a:cubicBezTo>
                  <a:pt x="850996" y="1815085"/>
                  <a:pt x="860938" y="1805143"/>
                  <a:pt x="873203" y="1805143"/>
                </a:cubicBezTo>
                <a:close/>
                <a:moveTo>
                  <a:pt x="731370" y="1805143"/>
                </a:moveTo>
                <a:cubicBezTo>
                  <a:pt x="743635" y="1805143"/>
                  <a:pt x="753577" y="1815085"/>
                  <a:pt x="753577" y="1827350"/>
                </a:cubicBezTo>
                <a:cubicBezTo>
                  <a:pt x="753577" y="1839614"/>
                  <a:pt x="743635" y="1849556"/>
                  <a:pt x="731370" y="1849556"/>
                </a:cubicBezTo>
                <a:cubicBezTo>
                  <a:pt x="719106" y="1849556"/>
                  <a:pt x="709164" y="1839614"/>
                  <a:pt x="709164" y="1827350"/>
                </a:cubicBezTo>
                <a:cubicBezTo>
                  <a:pt x="709164" y="1815085"/>
                  <a:pt x="719106" y="1805143"/>
                  <a:pt x="731370" y="1805143"/>
                </a:cubicBezTo>
                <a:close/>
                <a:moveTo>
                  <a:pt x="589538" y="1805143"/>
                </a:moveTo>
                <a:cubicBezTo>
                  <a:pt x="601802" y="1805143"/>
                  <a:pt x="611744" y="1815085"/>
                  <a:pt x="611744" y="1827350"/>
                </a:cubicBezTo>
                <a:cubicBezTo>
                  <a:pt x="611744" y="1839614"/>
                  <a:pt x="601802" y="1849556"/>
                  <a:pt x="589538" y="1849556"/>
                </a:cubicBezTo>
                <a:cubicBezTo>
                  <a:pt x="577273" y="1849556"/>
                  <a:pt x="567331" y="1839614"/>
                  <a:pt x="567331" y="1827350"/>
                </a:cubicBezTo>
                <a:cubicBezTo>
                  <a:pt x="567331" y="1815085"/>
                  <a:pt x="577273" y="1805143"/>
                  <a:pt x="589538" y="1805143"/>
                </a:cubicBezTo>
                <a:close/>
                <a:moveTo>
                  <a:pt x="447705" y="1805143"/>
                </a:moveTo>
                <a:cubicBezTo>
                  <a:pt x="459969" y="1805143"/>
                  <a:pt x="469911" y="1815085"/>
                  <a:pt x="469911" y="1827350"/>
                </a:cubicBezTo>
                <a:cubicBezTo>
                  <a:pt x="469911" y="1839614"/>
                  <a:pt x="459969" y="1849556"/>
                  <a:pt x="447705" y="1849556"/>
                </a:cubicBezTo>
                <a:cubicBezTo>
                  <a:pt x="435440" y="1849556"/>
                  <a:pt x="425498" y="1839614"/>
                  <a:pt x="425498" y="1827350"/>
                </a:cubicBezTo>
                <a:cubicBezTo>
                  <a:pt x="425498" y="1815085"/>
                  <a:pt x="435440" y="1805143"/>
                  <a:pt x="447705" y="1805143"/>
                </a:cubicBezTo>
                <a:close/>
                <a:moveTo>
                  <a:pt x="305872" y="1805143"/>
                </a:moveTo>
                <a:cubicBezTo>
                  <a:pt x="318137" y="1805143"/>
                  <a:pt x="328079" y="1815085"/>
                  <a:pt x="328079" y="1827350"/>
                </a:cubicBezTo>
                <a:cubicBezTo>
                  <a:pt x="328079" y="1839614"/>
                  <a:pt x="318137" y="1849556"/>
                  <a:pt x="305872" y="1849556"/>
                </a:cubicBezTo>
                <a:cubicBezTo>
                  <a:pt x="293608" y="1849556"/>
                  <a:pt x="283666" y="1839614"/>
                  <a:pt x="283666" y="1827350"/>
                </a:cubicBezTo>
                <a:cubicBezTo>
                  <a:pt x="283666" y="1815085"/>
                  <a:pt x="293608" y="1805143"/>
                  <a:pt x="305872" y="1805143"/>
                </a:cubicBezTo>
                <a:close/>
                <a:moveTo>
                  <a:pt x="164040" y="1805143"/>
                </a:moveTo>
                <a:cubicBezTo>
                  <a:pt x="176304" y="1805143"/>
                  <a:pt x="186246" y="1815085"/>
                  <a:pt x="186246" y="1827350"/>
                </a:cubicBezTo>
                <a:cubicBezTo>
                  <a:pt x="186246" y="1839614"/>
                  <a:pt x="176304" y="1849556"/>
                  <a:pt x="164040" y="1849556"/>
                </a:cubicBezTo>
                <a:cubicBezTo>
                  <a:pt x="151775" y="1849556"/>
                  <a:pt x="141833" y="1839614"/>
                  <a:pt x="141833" y="1827350"/>
                </a:cubicBezTo>
                <a:cubicBezTo>
                  <a:pt x="141833" y="1815085"/>
                  <a:pt x="151775" y="1805143"/>
                  <a:pt x="164040" y="1805143"/>
                </a:cubicBezTo>
                <a:close/>
                <a:moveTo>
                  <a:pt x="22207" y="1805143"/>
                </a:moveTo>
                <a:cubicBezTo>
                  <a:pt x="34471" y="1805143"/>
                  <a:pt x="44413" y="1815085"/>
                  <a:pt x="44413" y="1827350"/>
                </a:cubicBezTo>
                <a:cubicBezTo>
                  <a:pt x="44413" y="1839614"/>
                  <a:pt x="34471" y="1849556"/>
                  <a:pt x="22207" y="1849556"/>
                </a:cubicBezTo>
                <a:cubicBezTo>
                  <a:pt x="9942" y="1849556"/>
                  <a:pt x="0" y="1839614"/>
                  <a:pt x="0" y="1827350"/>
                </a:cubicBezTo>
                <a:cubicBezTo>
                  <a:pt x="0" y="1815085"/>
                  <a:pt x="9942" y="1805143"/>
                  <a:pt x="22207" y="1805143"/>
                </a:cubicBezTo>
                <a:close/>
                <a:moveTo>
                  <a:pt x="27433" y="1678369"/>
                </a:moveTo>
                <a:lnTo>
                  <a:pt x="37909" y="1682708"/>
                </a:lnTo>
                <a:cubicBezTo>
                  <a:pt x="41928" y="1686727"/>
                  <a:pt x="44413" y="1692279"/>
                  <a:pt x="44413" y="1698411"/>
                </a:cubicBezTo>
                <a:cubicBezTo>
                  <a:pt x="44413" y="1710675"/>
                  <a:pt x="34471" y="1720617"/>
                  <a:pt x="22207" y="1720617"/>
                </a:cubicBezTo>
                <a:lnTo>
                  <a:pt x="10577" y="1715800"/>
                </a:lnTo>
                <a:close/>
                <a:moveTo>
                  <a:pt x="2149697" y="1676204"/>
                </a:moveTo>
                <a:cubicBezTo>
                  <a:pt x="2161961" y="1676204"/>
                  <a:pt x="2171903" y="1686146"/>
                  <a:pt x="2171903" y="1698411"/>
                </a:cubicBezTo>
                <a:cubicBezTo>
                  <a:pt x="2171903" y="1710675"/>
                  <a:pt x="2161961" y="1720617"/>
                  <a:pt x="2149697" y="1720617"/>
                </a:cubicBezTo>
                <a:cubicBezTo>
                  <a:pt x="2137432" y="1720617"/>
                  <a:pt x="2127491" y="1710675"/>
                  <a:pt x="2127491" y="1698411"/>
                </a:cubicBezTo>
                <a:cubicBezTo>
                  <a:pt x="2127491" y="1686146"/>
                  <a:pt x="2137432" y="1676204"/>
                  <a:pt x="2149697" y="1676204"/>
                </a:cubicBezTo>
                <a:close/>
                <a:moveTo>
                  <a:pt x="2007864" y="1676204"/>
                </a:moveTo>
                <a:cubicBezTo>
                  <a:pt x="2020128" y="1676204"/>
                  <a:pt x="2030072" y="1686146"/>
                  <a:pt x="2030072" y="1698411"/>
                </a:cubicBezTo>
                <a:cubicBezTo>
                  <a:pt x="2030072" y="1710675"/>
                  <a:pt x="2020128" y="1720617"/>
                  <a:pt x="2007864" y="1720617"/>
                </a:cubicBezTo>
                <a:cubicBezTo>
                  <a:pt x="1995600" y="1720617"/>
                  <a:pt x="1985657" y="1710675"/>
                  <a:pt x="1985657" y="1698411"/>
                </a:cubicBezTo>
                <a:cubicBezTo>
                  <a:pt x="1985657" y="1686146"/>
                  <a:pt x="1995600" y="1676204"/>
                  <a:pt x="2007864" y="1676204"/>
                </a:cubicBezTo>
                <a:close/>
                <a:moveTo>
                  <a:pt x="1866032" y="1676204"/>
                </a:moveTo>
                <a:cubicBezTo>
                  <a:pt x="1878296" y="1676204"/>
                  <a:pt x="1888238" y="1686146"/>
                  <a:pt x="1888238" y="1698411"/>
                </a:cubicBezTo>
                <a:cubicBezTo>
                  <a:pt x="1888238" y="1710675"/>
                  <a:pt x="1878296" y="1720617"/>
                  <a:pt x="1866032" y="1720617"/>
                </a:cubicBezTo>
                <a:cubicBezTo>
                  <a:pt x="1853767" y="1720617"/>
                  <a:pt x="1843825" y="1710675"/>
                  <a:pt x="1843825" y="1698411"/>
                </a:cubicBezTo>
                <a:cubicBezTo>
                  <a:pt x="1843825" y="1686146"/>
                  <a:pt x="1853767" y="1676204"/>
                  <a:pt x="1866032" y="1676204"/>
                </a:cubicBezTo>
                <a:close/>
                <a:moveTo>
                  <a:pt x="1724199" y="1676204"/>
                </a:moveTo>
                <a:cubicBezTo>
                  <a:pt x="1736463" y="1676204"/>
                  <a:pt x="1746405" y="1686146"/>
                  <a:pt x="1746405" y="1698411"/>
                </a:cubicBezTo>
                <a:cubicBezTo>
                  <a:pt x="1746405" y="1710675"/>
                  <a:pt x="1736463" y="1720617"/>
                  <a:pt x="1724199" y="1720617"/>
                </a:cubicBezTo>
                <a:cubicBezTo>
                  <a:pt x="1711934" y="1720617"/>
                  <a:pt x="1701992" y="1710675"/>
                  <a:pt x="1701992" y="1698411"/>
                </a:cubicBezTo>
                <a:cubicBezTo>
                  <a:pt x="1701992" y="1686146"/>
                  <a:pt x="1711934" y="1676204"/>
                  <a:pt x="1724199" y="1676204"/>
                </a:cubicBezTo>
                <a:close/>
                <a:moveTo>
                  <a:pt x="1582366" y="1676204"/>
                </a:moveTo>
                <a:cubicBezTo>
                  <a:pt x="1594630" y="1676204"/>
                  <a:pt x="1604573" y="1686146"/>
                  <a:pt x="1604573" y="1698411"/>
                </a:cubicBezTo>
                <a:cubicBezTo>
                  <a:pt x="1604573" y="1710675"/>
                  <a:pt x="1594630" y="1720617"/>
                  <a:pt x="1582366" y="1720617"/>
                </a:cubicBezTo>
                <a:cubicBezTo>
                  <a:pt x="1570102" y="1720617"/>
                  <a:pt x="1560160" y="1710675"/>
                  <a:pt x="1560160" y="1698411"/>
                </a:cubicBezTo>
                <a:cubicBezTo>
                  <a:pt x="1560160" y="1686146"/>
                  <a:pt x="1570102" y="1676204"/>
                  <a:pt x="1582366" y="1676204"/>
                </a:cubicBezTo>
                <a:close/>
                <a:moveTo>
                  <a:pt x="1440534" y="1676204"/>
                </a:moveTo>
                <a:cubicBezTo>
                  <a:pt x="1452798" y="1676204"/>
                  <a:pt x="1462740" y="1686146"/>
                  <a:pt x="1462740" y="1698411"/>
                </a:cubicBezTo>
                <a:cubicBezTo>
                  <a:pt x="1462740" y="1710675"/>
                  <a:pt x="1452798" y="1720617"/>
                  <a:pt x="1440534" y="1720617"/>
                </a:cubicBezTo>
                <a:cubicBezTo>
                  <a:pt x="1428269" y="1720617"/>
                  <a:pt x="1418327" y="1710675"/>
                  <a:pt x="1418327" y="1698411"/>
                </a:cubicBezTo>
                <a:cubicBezTo>
                  <a:pt x="1418327" y="1686146"/>
                  <a:pt x="1428269" y="1676204"/>
                  <a:pt x="1440534" y="1676204"/>
                </a:cubicBezTo>
                <a:close/>
                <a:moveTo>
                  <a:pt x="1298701" y="1676204"/>
                </a:moveTo>
                <a:cubicBezTo>
                  <a:pt x="1310965" y="1676204"/>
                  <a:pt x="1320907" y="1686146"/>
                  <a:pt x="1320907" y="1698411"/>
                </a:cubicBezTo>
                <a:cubicBezTo>
                  <a:pt x="1320907" y="1710675"/>
                  <a:pt x="1310965" y="1720617"/>
                  <a:pt x="1298701" y="1720617"/>
                </a:cubicBezTo>
                <a:cubicBezTo>
                  <a:pt x="1286436" y="1720617"/>
                  <a:pt x="1276494" y="1710675"/>
                  <a:pt x="1276494" y="1698411"/>
                </a:cubicBezTo>
                <a:cubicBezTo>
                  <a:pt x="1276494" y="1686146"/>
                  <a:pt x="1286436" y="1676204"/>
                  <a:pt x="1298701" y="1676204"/>
                </a:cubicBezTo>
                <a:close/>
                <a:moveTo>
                  <a:pt x="1156868" y="1676204"/>
                </a:moveTo>
                <a:cubicBezTo>
                  <a:pt x="1169133" y="1676204"/>
                  <a:pt x="1179075" y="1686146"/>
                  <a:pt x="1179075" y="1698411"/>
                </a:cubicBezTo>
                <a:cubicBezTo>
                  <a:pt x="1179075" y="1710675"/>
                  <a:pt x="1169133" y="1720617"/>
                  <a:pt x="1156868" y="1720617"/>
                </a:cubicBezTo>
                <a:cubicBezTo>
                  <a:pt x="1144604" y="1720617"/>
                  <a:pt x="1134662" y="1710675"/>
                  <a:pt x="1134662" y="1698411"/>
                </a:cubicBezTo>
                <a:cubicBezTo>
                  <a:pt x="1134662" y="1686146"/>
                  <a:pt x="1144604" y="1676204"/>
                  <a:pt x="1156868" y="1676204"/>
                </a:cubicBezTo>
                <a:close/>
                <a:moveTo>
                  <a:pt x="1015036" y="1676204"/>
                </a:moveTo>
                <a:cubicBezTo>
                  <a:pt x="1027300" y="1676204"/>
                  <a:pt x="1037242" y="1686146"/>
                  <a:pt x="1037242" y="1698411"/>
                </a:cubicBezTo>
                <a:cubicBezTo>
                  <a:pt x="1037242" y="1710675"/>
                  <a:pt x="1027300" y="1720617"/>
                  <a:pt x="1015036" y="1720617"/>
                </a:cubicBezTo>
                <a:cubicBezTo>
                  <a:pt x="1002771" y="1720617"/>
                  <a:pt x="992829" y="1710675"/>
                  <a:pt x="992829" y="1698411"/>
                </a:cubicBezTo>
                <a:cubicBezTo>
                  <a:pt x="992829" y="1686146"/>
                  <a:pt x="1002771" y="1676204"/>
                  <a:pt x="1015036" y="1676204"/>
                </a:cubicBezTo>
                <a:close/>
                <a:moveTo>
                  <a:pt x="873203" y="1676204"/>
                </a:moveTo>
                <a:cubicBezTo>
                  <a:pt x="885467" y="1676204"/>
                  <a:pt x="895409" y="1686146"/>
                  <a:pt x="895409" y="1698411"/>
                </a:cubicBezTo>
                <a:cubicBezTo>
                  <a:pt x="895409" y="1710675"/>
                  <a:pt x="885467" y="1720617"/>
                  <a:pt x="873203" y="1720617"/>
                </a:cubicBezTo>
                <a:cubicBezTo>
                  <a:pt x="860938" y="1720617"/>
                  <a:pt x="850996" y="1710675"/>
                  <a:pt x="850996" y="1698411"/>
                </a:cubicBezTo>
                <a:cubicBezTo>
                  <a:pt x="850996" y="1686146"/>
                  <a:pt x="860938" y="1676204"/>
                  <a:pt x="873203" y="1676204"/>
                </a:cubicBezTo>
                <a:close/>
                <a:moveTo>
                  <a:pt x="731370" y="1676204"/>
                </a:moveTo>
                <a:cubicBezTo>
                  <a:pt x="743635" y="1676204"/>
                  <a:pt x="753577" y="1686146"/>
                  <a:pt x="753577" y="1698411"/>
                </a:cubicBezTo>
                <a:cubicBezTo>
                  <a:pt x="753577" y="1710675"/>
                  <a:pt x="743635" y="1720617"/>
                  <a:pt x="731370" y="1720617"/>
                </a:cubicBezTo>
                <a:cubicBezTo>
                  <a:pt x="719106" y="1720617"/>
                  <a:pt x="709164" y="1710675"/>
                  <a:pt x="709164" y="1698411"/>
                </a:cubicBezTo>
                <a:cubicBezTo>
                  <a:pt x="709164" y="1686146"/>
                  <a:pt x="719106" y="1676204"/>
                  <a:pt x="731370" y="1676204"/>
                </a:cubicBezTo>
                <a:close/>
                <a:moveTo>
                  <a:pt x="589538" y="1676204"/>
                </a:moveTo>
                <a:cubicBezTo>
                  <a:pt x="601802" y="1676204"/>
                  <a:pt x="611744" y="1686146"/>
                  <a:pt x="611744" y="1698411"/>
                </a:cubicBezTo>
                <a:cubicBezTo>
                  <a:pt x="611744" y="1710675"/>
                  <a:pt x="601802" y="1720617"/>
                  <a:pt x="589538" y="1720617"/>
                </a:cubicBezTo>
                <a:cubicBezTo>
                  <a:pt x="577273" y="1720617"/>
                  <a:pt x="567331" y="1710675"/>
                  <a:pt x="567331" y="1698411"/>
                </a:cubicBezTo>
                <a:cubicBezTo>
                  <a:pt x="567331" y="1686146"/>
                  <a:pt x="577273" y="1676204"/>
                  <a:pt x="589538" y="1676204"/>
                </a:cubicBezTo>
                <a:close/>
                <a:moveTo>
                  <a:pt x="447705" y="1676204"/>
                </a:moveTo>
                <a:cubicBezTo>
                  <a:pt x="459969" y="1676204"/>
                  <a:pt x="469911" y="1686146"/>
                  <a:pt x="469911" y="1698411"/>
                </a:cubicBezTo>
                <a:cubicBezTo>
                  <a:pt x="469911" y="1710675"/>
                  <a:pt x="459969" y="1720617"/>
                  <a:pt x="447705" y="1720617"/>
                </a:cubicBezTo>
                <a:cubicBezTo>
                  <a:pt x="435440" y="1720617"/>
                  <a:pt x="425498" y="1710675"/>
                  <a:pt x="425498" y="1698411"/>
                </a:cubicBezTo>
                <a:cubicBezTo>
                  <a:pt x="425498" y="1686146"/>
                  <a:pt x="435440" y="1676204"/>
                  <a:pt x="447705" y="1676204"/>
                </a:cubicBezTo>
                <a:close/>
                <a:moveTo>
                  <a:pt x="305872" y="1676204"/>
                </a:moveTo>
                <a:cubicBezTo>
                  <a:pt x="318137" y="1676204"/>
                  <a:pt x="328079" y="1686146"/>
                  <a:pt x="328079" y="1698411"/>
                </a:cubicBezTo>
                <a:cubicBezTo>
                  <a:pt x="328079" y="1710675"/>
                  <a:pt x="318137" y="1720617"/>
                  <a:pt x="305872" y="1720617"/>
                </a:cubicBezTo>
                <a:cubicBezTo>
                  <a:pt x="293608" y="1720617"/>
                  <a:pt x="283666" y="1710675"/>
                  <a:pt x="283666" y="1698411"/>
                </a:cubicBezTo>
                <a:cubicBezTo>
                  <a:pt x="283666" y="1686146"/>
                  <a:pt x="293608" y="1676204"/>
                  <a:pt x="305872" y="1676204"/>
                </a:cubicBezTo>
                <a:close/>
                <a:moveTo>
                  <a:pt x="164040" y="1676204"/>
                </a:moveTo>
                <a:cubicBezTo>
                  <a:pt x="176304" y="1676204"/>
                  <a:pt x="186246" y="1686146"/>
                  <a:pt x="186246" y="1698411"/>
                </a:cubicBezTo>
                <a:cubicBezTo>
                  <a:pt x="186246" y="1710675"/>
                  <a:pt x="176304" y="1720617"/>
                  <a:pt x="164040" y="1720617"/>
                </a:cubicBezTo>
                <a:cubicBezTo>
                  <a:pt x="151775" y="1720617"/>
                  <a:pt x="141833" y="1710675"/>
                  <a:pt x="141833" y="1698411"/>
                </a:cubicBezTo>
                <a:cubicBezTo>
                  <a:pt x="141833" y="1686146"/>
                  <a:pt x="151775" y="1676204"/>
                  <a:pt x="164040" y="1676204"/>
                </a:cubicBezTo>
                <a:close/>
                <a:moveTo>
                  <a:pt x="2291530" y="1547265"/>
                </a:moveTo>
                <a:cubicBezTo>
                  <a:pt x="2303794" y="1547265"/>
                  <a:pt x="2313737" y="1557208"/>
                  <a:pt x="2313737" y="1569472"/>
                </a:cubicBezTo>
                <a:cubicBezTo>
                  <a:pt x="2313737" y="1581736"/>
                  <a:pt x="2303794" y="1591679"/>
                  <a:pt x="2291530" y="1591679"/>
                </a:cubicBezTo>
                <a:cubicBezTo>
                  <a:pt x="2279265" y="1591679"/>
                  <a:pt x="2269322" y="1581736"/>
                  <a:pt x="2269322" y="1569472"/>
                </a:cubicBezTo>
                <a:cubicBezTo>
                  <a:pt x="2269322" y="1557208"/>
                  <a:pt x="2279265" y="1547265"/>
                  <a:pt x="2291530" y="1547265"/>
                </a:cubicBezTo>
                <a:close/>
                <a:moveTo>
                  <a:pt x="2149697" y="1547265"/>
                </a:moveTo>
                <a:cubicBezTo>
                  <a:pt x="2161961" y="1547265"/>
                  <a:pt x="2171903" y="1557208"/>
                  <a:pt x="2171903" y="1569472"/>
                </a:cubicBezTo>
                <a:cubicBezTo>
                  <a:pt x="2171903" y="1581736"/>
                  <a:pt x="2161961" y="1591679"/>
                  <a:pt x="2149697" y="1591679"/>
                </a:cubicBezTo>
                <a:cubicBezTo>
                  <a:pt x="2137432" y="1591679"/>
                  <a:pt x="2127491" y="1581736"/>
                  <a:pt x="2127491" y="1569472"/>
                </a:cubicBezTo>
                <a:cubicBezTo>
                  <a:pt x="2127491" y="1557208"/>
                  <a:pt x="2137432" y="1547265"/>
                  <a:pt x="2149697" y="1547265"/>
                </a:cubicBezTo>
                <a:close/>
                <a:moveTo>
                  <a:pt x="2007864" y="1547265"/>
                </a:moveTo>
                <a:cubicBezTo>
                  <a:pt x="2020128" y="1547265"/>
                  <a:pt x="2030072" y="1557208"/>
                  <a:pt x="2030072" y="1569472"/>
                </a:cubicBezTo>
                <a:cubicBezTo>
                  <a:pt x="2030072" y="1581736"/>
                  <a:pt x="2020128" y="1591679"/>
                  <a:pt x="2007864" y="1591679"/>
                </a:cubicBezTo>
                <a:cubicBezTo>
                  <a:pt x="1995600" y="1591679"/>
                  <a:pt x="1985657" y="1581736"/>
                  <a:pt x="1985657" y="1569472"/>
                </a:cubicBezTo>
                <a:cubicBezTo>
                  <a:pt x="1985657" y="1557208"/>
                  <a:pt x="1995600" y="1547265"/>
                  <a:pt x="2007864" y="1547265"/>
                </a:cubicBezTo>
                <a:close/>
                <a:moveTo>
                  <a:pt x="1866032" y="1547265"/>
                </a:moveTo>
                <a:cubicBezTo>
                  <a:pt x="1878296" y="1547265"/>
                  <a:pt x="1888238" y="1557208"/>
                  <a:pt x="1888238" y="1569472"/>
                </a:cubicBezTo>
                <a:cubicBezTo>
                  <a:pt x="1888238" y="1581736"/>
                  <a:pt x="1878296" y="1591679"/>
                  <a:pt x="1866032" y="1591679"/>
                </a:cubicBezTo>
                <a:cubicBezTo>
                  <a:pt x="1853767" y="1591679"/>
                  <a:pt x="1843825" y="1581736"/>
                  <a:pt x="1843825" y="1569472"/>
                </a:cubicBezTo>
                <a:cubicBezTo>
                  <a:pt x="1843825" y="1557208"/>
                  <a:pt x="1853767" y="1547265"/>
                  <a:pt x="1866032" y="1547265"/>
                </a:cubicBezTo>
                <a:close/>
                <a:moveTo>
                  <a:pt x="1724199" y="1547265"/>
                </a:moveTo>
                <a:cubicBezTo>
                  <a:pt x="1736463" y="1547265"/>
                  <a:pt x="1746405" y="1557208"/>
                  <a:pt x="1746405" y="1569472"/>
                </a:cubicBezTo>
                <a:cubicBezTo>
                  <a:pt x="1746405" y="1581736"/>
                  <a:pt x="1736463" y="1591679"/>
                  <a:pt x="1724199" y="1591679"/>
                </a:cubicBezTo>
                <a:cubicBezTo>
                  <a:pt x="1711934" y="1591679"/>
                  <a:pt x="1701992" y="1581736"/>
                  <a:pt x="1701992" y="1569472"/>
                </a:cubicBezTo>
                <a:cubicBezTo>
                  <a:pt x="1701992" y="1557208"/>
                  <a:pt x="1711934" y="1547265"/>
                  <a:pt x="1724199" y="1547265"/>
                </a:cubicBezTo>
                <a:close/>
                <a:moveTo>
                  <a:pt x="1582366" y="1547265"/>
                </a:moveTo>
                <a:cubicBezTo>
                  <a:pt x="1594630" y="1547265"/>
                  <a:pt x="1604573" y="1557208"/>
                  <a:pt x="1604573" y="1569472"/>
                </a:cubicBezTo>
                <a:cubicBezTo>
                  <a:pt x="1604573" y="1581736"/>
                  <a:pt x="1594630" y="1591679"/>
                  <a:pt x="1582366" y="1591679"/>
                </a:cubicBezTo>
                <a:cubicBezTo>
                  <a:pt x="1570102" y="1591679"/>
                  <a:pt x="1560160" y="1581736"/>
                  <a:pt x="1560160" y="1569472"/>
                </a:cubicBezTo>
                <a:cubicBezTo>
                  <a:pt x="1560160" y="1557208"/>
                  <a:pt x="1570102" y="1547265"/>
                  <a:pt x="1582366" y="1547265"/>
                </a:cubicBezTo>
                <a:close/>
                <a:moveTo>
                  <a:pt x="1440534" y="1547265"/>
                </a:moveTo>
                <a:cubicBezTo>
                  <a:pt x="1452798" y="1547265"/>
                  <a:pt x="1462740" y="1557208"/>
                  <a:pt x="1462740" y="1569472"/>
                </a:cubicBezTo>
                <a:cubicBezTo>
                  <a:pt x="1462740" y="1581736"/>
                  <a:pt x="1452798" y="1591679"/>
                  <a:pt x="1440534" y="1591679"/>
                </a:cubicBezTo>
                <a:cubicBezTo>
                  <a:pt x="1428269" y="1591679"/>
                  <a:pt x="1418327" y="1581736"/>
                  <a:pt x="1418327" y="1569472"/>
                </a:cubicBezTo>
                <a:cubicBezTo>
                  <a:pt x="1418327" y="1557208"/>
                  <a:pt x="1428269" y="1547265"/>
                  <a:pt x="1440534" y="1547265"/>
                </a:cubicBezTo>
                <a:close/>
                <a:moveTo>
                  <a:pt x="1298701" y="1547265"/>
                </a:moveTo>
                <a:cubicBezTo>
                  <a:pt x="1310965" y="1547265"/>
                  <a:pt x="1320907" y="1557208"/>
                  <a:pt x="1320907" y="1569472"/>
                </a:cubicBezTo>
                <a:cubicBezTo>
                  <a:pt x="1320907" y="1581736"/>
                  <a:pt x="1310965" y="1591679"/>
                  <a:pt x="1298701" y="1591679"/>
                </a:cubicBezTo>
                <a:cubicBezTo>
                  <a:pt x="1286436" y="1591679"/>
                  <a:pt x="1276494" y="1581736"/>
                  <a:pt x="1276494" y="1569472"/>
                </a:cubicBezTo>
                <a:cubicBezTo>
                  <a:pt x="1276494" y="1557208"/>
                  <a:pt x="1286436" y="1547265"/>
                  <a:pt x="1298701" y="1547265"/>
                </a:cubicBezTo>
                <a:close/>
                <a:moveTo>
                  <a:pt x="1156868" y="1547265"/>
                </a:moveTo>
                <a:cubicBezTo>
                  <a:pt x="1169133" y="1547265"/>
                  <a:pt x="1179075" y="1557208"/>
                  <a:pt x="1179075" y="1569472"/>
                </a:cubicBezTo>
                <a:cubicBezTo>
                  <a:pt x="1179075" y="1581736"/>
                  <a:pt x="1169133" y="1591679"/>
                  <a:pt x="1156868" y="1591679"/>
                </a:cubicBezTo>
                <a:cubicBezTo>
                  <a:pt x="1144604" y="1591679"/>
                  <a:pt x="1134662" y="1581736"/>
                  <a:pt x="1134662" y="1569472"/>
                </a:cubicBezTo>
                <a:cubicBezTo>
                  <a:pt x="1134662" y="1557208"/>
                  <a:pt x="1144604" y="1547265"/>
                  <a:pt x="1156868" y="1547265"/>
                </a:cubicBezTo>
                <a:close/>
                <a:moveTo>
                  <a:pt x="1015036" y="1547265"/>
                </a:moveTo>
                <a:cubicBezTo>
                  <a:pt x="1027300" y="1547265"/>
                  <a:pt x="1037242" y="1557208"/>
                  <a:pt x="1037242" y="1569472"/>
                </a:cubicBezTo>
                <a:cubicBezTo>
                  <a:pt x="1037242" y="1581736"/>
                  <a:pt x="1027300" y="1591679"/>
                  <a:pt x="1015036" y="1591679"/>
                </a:cubicBezTo>
                <a:cubicBezTo>
                  <a:pt x="1002771" y="1591679"/>
                  <a:pt x="992829" y="1581736"/>
                  <a:pt x="992829" y="1569472"/>
                </a:cubicBezTo>
                <a:cubicBezTo>
                  <a:pt x="992829" y="1557208"/>
                  <a:pt x="1002771" y="1547265"/>
                  <a:pt x="1015036" y="1547265"/>
                </a:cubicBezTo>
                <a:close/>
                <a:moveTo>
                  <a:pt x="873203" y="1547265"/>
                </a:moveTo>
                <a:cubicBezTo>
                  <a:pt x="885467" y="1547265"/>
                  <a:pt x="895409" y="1557208"/>
                  <a:pt x="895409" y="1569472"/>
                </a:cubicBezTo>
                <a:cubicBezTo>
                  <a:pt x="895409" y="1581736"/>
                  <a:pt x="885467" y="1591679"/>
                  <a:pt x="873203" y="1591679"/>
                </a:cubicBezTo>
                <a:cubicBezTo>
                  <a:pt x="860938" y="1591679"/>
                  <a:pt x="850996" y="1581736"/>
                  <a:pt x="850996" y="1569472"/>
                </a:cubicBezTo>
                <a:cubicBezTo>
                  <a:pt x="850996" y="1557208"/>
                  <a:pt x="860938" y="1547265"/>
                  <a:pt x="873203" y="1547265"/>
                </a:cubicBezTo>
                <a:close/>
                <a:moveTo>
                  <a:pt x="731370" y="1547265"/>
                </a:moveTo>
                <a:cubicBezTo>
                  <a:pt x="743635" y="1547265"/>
                  <a:pt x="753577" y="1557208"/>
                  <a:pt x="753577" y="1569472"/>
                </a:cubicBezTo>
                <a:cubicBezTo>
                  <a:pt x="753577" y="1581736"/>
                  <a:pt x="743635" y="1591679"/>
                  <a:pt x="731370" y="1591679"/>
                </a:cubicBezTo>
                <a:cubicBezTo>
                  <a:pt x="719106" y="1591679"/>
                  <a:pt x="709164" y="1581736"/>
                  <a:pt x="709164" y="1569472"/>
                </a:cubicBezTo>
                <a:cubicBezTo>
                  <a:pt x="709164" y="1557208"/>
                  <a:pt x="719106" y="1547265"/>
                  <a:pt x="731370" y="1547265"/>
                </a:cubicBezTo>
                <a:close/>
                <a:moveTo>
                  <a:pt x="589538" y="1547265"/>
                </a:moveTo>
                <a:cubicBezTo>
                  <a:pt x="601802" y="1547265"/>
                  <a:pt x="611744" y="1557208"/>
                  <a:pt x="611744" y="1569472"/>
                </a:cubicBezTo>
                <a:cubicBezTo>
                  <a:pt x="611744" y="1581736"/>
                  <a:pt x="601802" y="1591679"/>
                  <a:pt x="589538" y="1591679"/>
                </a:cubicBezTo>
                <a:cubicBezTo>
                  <a:pt x="577273" y="1591679"/>
                  <a:pt x="567331" y="1581736"/>
                  <a:pt x="567331" y="1569472"/>
                </a:cubicBezTo>
                <a:cubicBezTo>
                  <a:pt x="567331" y="1557208"/>
                  <a:pt x="577273" y="1547265"/>
                  <a:pt x="589538" y="1547265"/>
                </a:cubicBezTo>
                <a:close/>
                <a:moveTo>
                  <a:pt x="447705" y="1547265"/>
                </a:moveTo>
                <a:cubicBezTo>
                  <a:pt x="459969" y="1547265"/>
                  <a:pt x="469911" y="1557208"/>
                  <a:pt x="469911" y="1569472"/>
                </a:cubicBezTo>
                <a:cubicBezTo>
                  <a:pt x="469911" y="1581736"/>
                  <a:pt x="459969" y="1591679"/>
                  <a:pt x="447705" y="1591679"/>
                </a:cubicBezTo>
                <a:cubicBezTo>
                  <a:pt x="435440" y="1591679"/>
                  <a:pt x="425498" y="1581736"/>
                  <a:pt x="425498" y="1569472"/>
                </a:cubicBezTo>
                <a:cubicBezTo>
                  <a:pt x="425498" y="1557208"/>
                  <a:pt x="435440" y="1547265"/>
                  <a:pt x="447705" y="1547265"/>
                </a:cubicBezTo>
                <a:close/>
                <a:moveTo>
                  <a:pt x="305872" y="1547265"/>
                </a:moveTo>
                <a:cubicBezTo>
                  <a:pt x="318137" y="1547265"/>
                  <a:pt x="328079" y="1557208"/>
                  <a:pt x="328079" y="1569472"/>
                </a:cubicBezTo>
                <a:cubicBezTo>
                  <a:pt x="328079" y="1581736"/>
                  <a:pt x="318137" y="1591679"/>
                  <a:pt x="305872" y="1591679"/>
                </a:cubicBezTo>
                <a:cubicBezTo>
                  <a:pt x="293608" y="1591679"/>
                  <a:pt x="283666" y="1581736"/>
                  <a:pt x="283666" y="1569472"/>
                </a:cubicBezTo>
                <a:cubicBezTo>
                  <a:pt x="283666" y="1557208"/>
                  <a:pt x="293608" y="1547265"/>
                  <a:pt x="305872" y="1547265"/>
                </a:cubicBezTo>
                <a:close/>
                <a:moveTo>
                  <a:pt x="164040" y="1547265"/>
                </a:moveTo>
                <a:cubicBezTo>
                  <a:pt x="176304" y="1547265"/>
                  <a:pt x="186246" y="1557208"/>
                  <a:pt x="186246" y="1569472"/>
                </a:cubicBezTo>
                <a:cubicBezTo>
                  <a:pt x="186246" y="1581736"/>
                  <a:pt x="176304" y="1591679"/>
                  <a:pt x="164040" y="1591679"/>
                </a:cubicBezTo>
                <a:cubicBezTo>
                  <a:pt x="151775" y="1591679"/>
                  <a:pt x="141833" y="1581736"/>
                  <a:pt x="141833" y="1569472"/>
                </a:cubicBezTo>
                <a:cubicBezTo>
                  <a:pt x="141833" y="1557208"/>
                  <a:pt x="151775" y="1547265"/>
                  <a:pt x="164040" y="1547265"/>
                </a:cubicBezTo>
                <a:close/>
                <a:moveTo>
                  <a:pt x="2418552" y="1424462"/>
                </a:moveTo>
                <a:lnTo>
                  <a:pt x="2412532" y="1443855"/>
                </a:lnTo>
                <a:lnTo>
                  <a:pt x="2411156" y="1440533"/>
                </a:lnTo>
                <a:cubicBezTo>
                  <a:pt x="2411156" y="1434401"/>
                  <a:pt x="2413641" y="1428849"/>
                  <a:pt x="2417660" y="1424831"/>
                </a:cubicBezTo>
                <a:close/>
                <a:moveTo>
                  <a:pt x="2291530" y="1418327"/>
                </a:moveTo>
                <a:cubicBezTo>
                  <a:pt x="2303794" y="1418327"/>
                  <a:pt x="2313737" y="1428269"/>
                  <a:pt x="2313737" y="1440533"/>
                </a:cubicBezTo>
                <a:cubicBezTo>
                  <a:pt x="2313737" y="1452798"/>
                  <a:pt x="2303794" y="1462740"/>
                  <a:pt x="2291530" y="1462740"/>
                </a:cubicBezTo>
                <a:cubicBezTo>
                  <a:pt x="2279265" y="1462740"/>
                  <a:pt x="2269322" y="1452798"/>
                  <a:pt x="2269322" y="1440533"/>
                </a:cubicBezTo>
                <a:cubicBezTo>
                  <a:pt x="2269322" y="1428269"/>
                  <a:pt x="2279265" y="1418327"/>
                  <a:pt x="2291530" y="1418327"/>
                </a:cubicBezTo>
                <a:close/>
                <a:moveTo>
                  <a:pt x="2149697" y="1418327"/>
                </a:moveTo>
                <a:cubicBezTo>
                  <a:pt x="2161961" y="1418327"/>
                  <a:pt x="2171903" y="1428269"/>
                  <a:pt x="2171903" y="1440533"/>
                </a:cubicBezTo>
                <a:cubicBezTo>
                  <a:pt x="2171903" y="1452798"/>
                  <a:pt x="2161961" y="1462740"/>
                  <a:pt x="2149697" y="1462740"/>
                </a:cubicBezTo>
                <a:cubicBezTo>
                  <a:pt x="2137432" y="1462740"/>
                  <a:pt x="2127491" y="1452798"/>
                  <a:pt x="2127491" y="1440533"/>
                </a:cubicBezTo>
                <a:cubicBezTo>
                  <a:pt x="2127491" y="1428269"/>
                  <a:pt x="2137432" y="1418327"/>
                  <a:pt x="2149697" y="1418327"/>
                </a:cubicBezTo>
                <a:close/>
                <a:moveTo>
                  <a:pt x="2007864" y="1418327"/>
                </a:moveTo>
                <a:cubicBezTo>
                  <a:pt x="2020128" y="1418327"/>
                  <a:pt x="2030072" y="1428269"/>
                  <a:pt x="2030072" y="1440533"/>
                </a:cubicBezTo>
                <a:cubicBezTo>
                  <a:pt x="2030072" y="1452798"/>
                  <a:pt x="2020128" y="1462740"/>
                  <a:pt x="2007864" y="1462740"/>
                </a:cubicBezTo>
                <a:cubicBezTo>
                  <a:pt x="1995600" y="1462740"/>
                  <a:pt x="1985657" y="1452798"/>
                  <a:pt x="1985657" y="1440533"/>
                </a:cubicBezTo>
                <a:cubicBezTo>
                  <a:pt x="1985657" y="1428269"/>
                  <a:pt x="1995600" y="1418327"/>
                  <a:pt x="2007864" y="1418327"/>
                </a:cubicBezTo>
                <a:close/>
                <a:moveTo>
                  <a:pt x="1866032" y="1418327"/>
                </a:moveTo>
                <a:cubicBezTo>
                  <a:pt x="1878296" y="1418327"/>
                  <a:pt x="1888238" y="1428269"/>
                  <a:pt x="1888238" y="1440533"/>
                </a:cubicBezTo>
                <a:cubicBezTo>
                  <a:pt x="1888238" y="1452798"/>
                  <a:pt x="1878296" y="1462740"/>
                  <a:pt x="1866032" y="1462740"/>
                </a:cubicBezTo>
                <a:cubicBezTo>
                  <a:pt x="1853767" y="1462740"/>
                  <a:pt x="1843825" y="1452798"/>
                  <a:pt x="1843825" y="1440533"/>
                </a:cubicBezTo>
                <a:cubicBezTo>
                  <a:pt x="1843825" y="1428269"/>
                  <a:pt x="1853767" y="1418327"/>
                  <a:pt x="1866032" y="1418327"/>
                </a:cubicBezTo>
                <a:close/>
                <a:moveTo>
                  <a:pt x="1724199" y="1418327"/>
                </a:moveTo>
                <a:cubicBezTo>
                  <a:pt x="1736463" y="1418327"/>
                  <a:pt x="1746405" y="1428269"/>
                  <a:pt x="1746405" y="1440533"/>
                </a:cubicBezTo>
                <a:cubicBezTo>
                  <a:pt x="1746405" y="1452798"/>
                  <a:pt x="1736463" y="1462740"/>
                  <a:pt x="1724199" y="1462740"/>
                </a:cubicBezTo>
                <a:cubicBezTo>
                  <a:pt x="1711934" y="1462740"/>
                  <a:pt x="1701992" y="1452798"/>
                  <a:pt x="1701992" y="1440533"/>
                </a:cubicBezTo>
                <a:cubicBezTo>
                  <a:pt x="1701992" y="1428269"/>
                  <a:pt x="1711934" y="1418327"/>
                  <a:pt x="1724199" y="1418327"/>
                </a:cubicBezTo>
                <a:close/>
                <a:moveTo>
                  <a:pt x="1582366" y="1418327"/>
                </a:moveTo>
                <a:cubicBezTo>
                  <a:pt x="1594630" y="1418327"/>
                  <a:pt x="1604573" y="1428269"/>
                  <a:pt x="1604573" y="1440533"/>
                </a:cubicBezTo>
                <a:cubicBezTo>
                  <a:pt x="1604573" y="1452798"/>
                  <a:pt x="1594630" y="1462740"/>
                  <a:pt x="1582366" y="1462740"/>
                </a:cubicBezTo>
                <a:cubicBezTo>
                  <a:pt x="1570102" y="1462740"/>
                  <a:pt x="1560160" y="1452798"/>
                  <a:pt x="1560160" y="1440533"/>
                </a:cubicBezTo>
                <a:cubicBezTo>
                  <a:pt x="1560160" y="1428269"/>
                  <a:pt x="1570102" y="1418327"/>
                  <a:pt x="1582366" y="1418327"/>
                </a:cubicBezTo>
                <a:close/>
                <a:moveTo>
                  <a:pt x="1440534" y="1418327"/>
                </a:moveTo>
                <a:cubicBezTo>
                  <a:pt x="1452798" y="1418327"/>
                  <a:pt x="1462740" y="1428269"/>
                  <a:pt x="1462740" y="1440533"/>
                </a:cubicBezTo>
                <a:cubicBezTo>
                  <a:pt x="1462740" y="1452798"/>
                  <a:pt x="1452798" y="1462740"/>
                  <a:pt x="1440534" y="1462740"/>
                </a:cubicBezTo>
                <a:cubicBezTo>
                  <a:pt x="1428269" y="1462740"/>
                  <a:pt x="1418327" y="1452798"/>
                  <a:pt x="1418327" y="1440533"/>
                </a:cubicBezTo>
                <a:cubicBezTo>
                  <a:pt x="1418327" y="1428269"/>
                  <a:pt x="1428269" y="1418327"/>
                  <a:pt x="1440534" y="1418327"/>
                </a:cubicBezTo>
                <a:close/>
                <a:moveTo>
                  <a:pt x="1298701" y="1418327"/>
                </a:moveTo>
                <a:cubicBezTo>
                  <a:pt x="1310965" y="1418327"/>
                  <a:pt x="1320907" y="1428269"/>
                  <a:pt x="1320907" y="1440533"/>
                </a:cubicBezTo>
                <a:cubicBezTo>
                  <a:pt x="1320907" y="1452798"/>
                  <a:pt x="1310965" y="1462740"/>
                  <a:pt x="1298701" y="1462740"/>
                </a:cubicBezTo>
                <a:cubicBezTo>
                  <a:pt x="1286436" y="1462740"/>
                  <a:pt x="1276494" y="1452798"/>
                  <a:pt x="1276494" y="1440533"/>
                </a:cubicBezTo>
                <a:cubicBezTo>
                  <a:pt x="1276494" y="1428269"/>
                  <a:pt x="1286436" y="1418327"/>
                  <a:pt x="1298701" y="1418327"/>
                </a:cubicBezTo>
                <a:close/>
                <a:moveTo>
                  <a:pt x="1156868" y="1418327"/>
                </a:moveTo>
                <a:cubicBezTo>
                  <a:pt x="1169133" y="1418327"/>
                  <a:pt x="1179075" y="1428269"/>
                  <a:pt x="1179075" y="1440533"/>
                </a:cubicBezTo>
                <a:cubicBezTo>
                  <a:pt x="1179075" y="1452798"/>
                  <a:pt x="1169133" y="1462740"/>
                  <a:pt x="1156868" y="1462740"/>
                </a:cubicBezTo>
                <a:cubicBezTo>
                  <a:pt x="1144604" y="1462740"/>
                  <a:pt x="1134662" y="1452798"/>
                  <a:pt x="1134662" y="1440533"/>
                </a:cubicBezTo>
                <a:cubicBezTo>
                  <a:pt x="1134662" y="1428269"/>
                  <a:pt x="1144604" y="1418327"/>
                  <a:pt x="1156868" y="1418327"/>
                </a:cubicBezTo>
                <a:close/>
                <a:moveTo>
                  <a:pt x="1015036" y="1418327"/>
                </a:moveTo>
                <a:cubicBezTo>
                  <a:pt x="1027300" y="1418327"/>
                  <a:pt x="1037242" y="1428269"/>
                  <a:pt x="1037242" y="1440533"/>
                </a:cubicBezTo>
                <a:cubicBezTo>
                  <a:pt x="1037242" y="1452798"/>
                  <a:pt x="1027300" y="1462740"/>
                  <a:pt x="1015036" y="1462740"/>
                </a:cubicBezTo>
                <a:cubicBezTo>
                  <a:pt x="1002771" y="1462740"/>
                  <a:pt x="992829" y="1452798"/>
                  <a:pt x="992829" y="1440533"/>
                </a:cubicBezTo>
                <a:cubicBezTo>
                  <a:pt x="992829" y="1428269"/>
                  <a:pt x="1002771" y="1418327"/>
                  <a:pt x="1015036" y="1418327"/>
                </a:cubicBezTo>
                <a:close/>
                <a:moveTo>
                  <a:pt x="873203" y="1418327"/>
                </a:moveTo>
                <a:cubicBezTo>
                  <a:pt x="885467" y="1418327"/>
                  <a:pt x="895409" y="1428269"/>
                  <a:pt x="895409" y="1440533"/>
                </a:cubicBezTo>
                <a:cubicBezTo>
                  <a:pt x="895409" y="1452798"/>
                  <a:pt x="885467" y="1462740"/>
                  <a:pt x="873203" y="1462740"/>
                </a:cubicBezTo>
                <a:cubicBezTo>
                  <a:pt x="860938" y="1462740"/>
                  <a:pt x="850996" y="1452798"/>
                  <a:pt x="850996" y="1440533"/>
                </a:cubicBezTo>
                <a:cubicBezTo>
                  <a:pt x="850996" y="1428269"/>
                  <a:pt x="860938" y="1418327"/>
                  <a:pt x="873203" y="1418327"/>
                </a:cubicBezTo>
                <a:close/>
                <a:moveTo>
                  <a:pt x="731370" y="1418327"/>
                </a:moveTo>
                <a:cubicBezTo>
                  <a:pt x="743635" y="1418327"/>
                  <a:pt x="753577" y="1428269"/>
                  <a:pt x="753577" y="1440533"/>
                </a:cubicBezTo>
                <a:cubicBezTo>
                  <a:pt x="753577" y="1452798"/>
                  <a:pt x="743635" y="1462740"/>
                  <a:pt x="731370" y="1462740"/>
                </a:cubicBezTo>
                <a:cubicBezTo>
                  <a:pt x="719106" y="1462740"/>
                  <a:pt x="709164" y="1452798"/>
                  <a:pt x="709164" y="1440533"/>
                </a:cubicBezTo>
                <a:cubicBezTo>
                  <a:pt x="709164" y="1428269"/>
                  <a:pt x="719106" y="1418327"/>
                  <a:pt x="731370" y="1418327"/>
                </a:cubicBezTo>
                <a:close/>
                <a:moveTo>
                  <a:pt x="589538" y="1418327"/>
                </a:moveTo>
                <a:cubicBezTo>
                  <a:pt x="601802" y="1418327"/>
                  <a:pt x="611744" y="1428269"/>
                  <a:pt x="611744" y="1440533"/>
                </a:cubicBezTo>
                <a:cubicBezTo>
                  <a:pt x="611744" y="1452798"/>
                  <a:pt x="601802" y="1462740"/>
                  <a:pt x="589538" y="1462740"/>
                </a:cubicBezTo>
                <a:cubicBezTo>
                  <a:pt x="577273" y="1462740"/>
                  <a:pt x="567331" y="1452798"/>
                  <a:pt x="567331" y="1440533"/>
                </a:cubicBezTo>
                <a:cubicBezTo>
                  <a:pt x="567331" y="1428269"/>
                  <a:pt x="577273" y="1418327"/>
                  <a:pt x="589538" y="1418327"/>
                </a:cubicBezTo>
                <a:close/>
                <a:moveTo>
                  <a:pt x="447705" y="1418327"/>
                </a:moveTo>
                <a:cubicBezTo>
                  <a:pt x="459969" y="1418327"/>
                  <a:pt x="469911" y="1428269"/>
                  <a:pt x="469911" y="1440533"/>
                </a:cubicBezTo>
                <a:cubicBezTo>
                  <a:pt x="469911" y="1452798"/>
                  <a:pt x="459969" y="1462740"/>
                  <a:pt x="447705" y="1462740"/>
                </a:cubicBezTo>
                <a:cubicBezTo>
                  <a:pt x="435440" y="1462740"/>
                  <a:pt x="425498" y="1452798"/>
                  <a:pt x="425498" y="1440533"/>
                </a:cubicBezTo>
                <a:cubicBezTo>
                  <a:pt x="425498" y="1428269"/>
                  <a:pt x="435440" y="1418327"/>
                  <a:pt x="447705" y="1418327"/>
                </a:cubicBezTo>
                <a:close/>
                <a:moveTo>
                  <a:pt x="305872" y="1418327"/>
                </a:moveTo>
                <a:cubicBezTo>
                  <a:pt x="318137" y="1418327"/>
                  <a:pt x="328079" y="1428269"/>
                  <a:pt x="328079" y="1440533"/>
                </a:cubicBezTo>
                <a:cubicBezTo>
                  <a:pt x="328079" y="1452798"/>
                  <a:pt x="318137" y="1462740"/>
                  <a:pt x="305872" y="1462740"/>
                </a:cubicBezTo>
                <a:cubicBezTo>
                  <a:pt x="293608" y="1462740"/>
                  <a:pt x="283666" y="1452798"/>
                  <a:pt x="283666" y="1440533"/>
                </a:cubicBezTo>
                <a:cubicBezTo>
                  <a:pt x="283666" y="1428269"/>
                  <a:pt x="293608" y="1418327"/>
                  <a:pt x="305872" y="1418327"/>
                </a:cubicBezTo>
                <a:close/>
                <a:moveTo>
                  <a:pt x="164040" y="1418327"/>
                </a:moveTo>
                <a:cubicBezTo>
                  <a:pt x="176304" y="1418327"/>
                  <a:pt x="186246" y="1428269"/>
                  <a:pt x="186246" y="1440533"/>
                </a:cubicBezTo>
                <a:cubicBezTo>
                  <a:pt x="186246" y="1452798"/>
                  <a:pt x="176304" y="1462740"/>
                  <a:pt x="164040" y="1462740"/>
                </a:cubicBezTo>
                <a:cubicBezTo>
                  <a:pt x="151775" y="1462740"/>
                  <a:pt x="141833" y="1452798"/>
                  <a:pt x="141833" y="1440533"/>
                </a:cubicBezTo>
                <a:cubicBezTo>
                  <a:pt x="141833" y="1428269"/>
                  <a:pt x="151775" y="1418327"/>
                  <a:pt x="164040" y="1418327"/>
                </a:cubicBezTo>
                <a:close/>
                <a:moveTo>
                  <a:pt x="2433362" y="1289388"/>
                </a:moveTo>
                <a:cubicBezTo>
                  <a:pt x="2439494" y="1289388"/>
                  <a:pt x="2445045" y="1291874"/>
                  <a:pt x="2449064" y="1295892"/>
                </a:cubicBezTo>
                <a:lnTo>
                  <a:pt x="2449722" y="1297480"/>
                </a:lnTo>
                <a:lnTo>
                  <a:pt x="2446613" y="1328312"/>
                </a:lnTo>
                <a:lnTo>
                  <a:pt x="2433362" y="1333801"/>
                </a:lnTo>
                <a:cubicBezTo>
                  <a:pt x="2421098" y="1333801"/>
                  <a:pt x="2411156" y="1323859"/>
                  <a:pt x="2411156" y="1311594"/>
                </a:cubicBezTo>
                <a:cubicBezTo>
                  <a:pt x="2411156" y="1299330"/>
                  <a:pt x="2421098" y="1289388"/>
                  <a:pt x="2433362" y="1289388"/>
                </a:cubicBezTo>
                <a:close/>
                <a:moveTo>
                  <a:pt x="2291530" y="1289388"/>
                </a:moveTo>
                <a:cubicBezTo>
                  <a:pt x="2303794" y="1289388"/>
                  <a:pt x="2313737" y="1299330"/>
                  <a:pt x="2313737" y="1311594"/>
                </a:cubicBezTo>
                <a:cubicBezTo>
                  <a:pt x="2313737" y="1323859"/>
                  <a:pt x="2303794" y="1333801"/>
                  <a:pt x="2291530" y="1333801"/>
                </a:cubicBezTo>
                <a:cubicBezTo>
                  <a:pt x="2279265" y="1333801"/>
                  <a:pt x="2269322" y="1323859"/>
                  <a:pt x="2269322" y="1311594"/>
                </a:cubicBezTo>
                <a:cubicBezTo>
                  <a:pt x="2269322" y="1299330"/>
                  <a:pt x="2279265" y="1289388"/>
                  <a:pt x="2291530" y="1289388"/>
                </a:cubicBezTo>
                <a:close/>
                <a:moveTo>
                  <a:pt x="2149697" y="1289388"/>
                </a:moveTo>
                <a:cubicBezTo>
                  <a:pt x="2161961" y="1289388"/>
                  <a:pt x="2171903" y="1299330"/>
                  <a:pt x="2171903" y="1311594"/>
                </a:cubicBezTo>
                <a:cubicBezTo>
                  <a:pt x="2171903" y="1323859"/>
                  <a:pt x="2161961" y="1333801"/>
                  <a:pt x="2149697" y="1333801"/>
                </a:cubicBezTo>
                <a:cubicBezTo>
                  <a:pt x="2137432" y="1333801"/>
                  <a:pt x="2127491" y="1323859"/>
                  <a:pt x="2127491" y="1311594"/>
                </a:cubicBezTo>
                <a:cubicBezTo>
                  <a:pt x="2127491" y="1299330"/>
                  <a:pt x="2137432" y="1289388"/>
                  <a:pt x="2149697" y="1289388"/>
                </a:cubicBezTo>
                <a:close/>
                <a:moveTo>
                  <a:pt x="2007864" y="1289388"/>
                </a:moveTo>
                <a:cubicBezTo>
                  <a:pt x="2020128" y="1289388"/>
                  <a:pt x="2030072" y="1299330"/>
                  <a:pt x="2030072" y="1311594"/>
                </a:cubicBezTo>
                <a:cubicBezTo>
                  <a:pt x="2030072" y="1323859"/>
                  <a:pt x="2020128" y="1333801"/>
                  <a:pt x="2007864" y="1333801"/>
                </a:cubicBezTo>
                <a:cubicBezTo>
                  <a:pt x="1995600" y="1333801"/>
                  <a:pt x="1985657" y="1323859"/>
                  <a:pt x="1985657" y="1311594"/>
                </a:cubicBezTo>
                <a:cubicBezTo>
                  <a:pt x="1985657" y="1299330"/>
                  <a:pt x="1995600" y="1289388"/>
                  <a:pt x="2007864" y="1289388"/>
                </a:cubicBezTo>
                <a:close/>
                <a:moveTo>
                  <a:pt x="1866032" y="1289388"/>
                </a:moveTo>
                <a:cubicBezTo>
                  <a:pt x="1878296" y="1289388"/>
                  <a:pt x="1888238" y="1299330"/>
                  <a:pt x="1888238" y="1311594"/>
                </a:cubicBezTo>
                <a:cubicBezTo>
                  <a:pt x="1888238" y="1323859"/>
                  <a:pt x="1878296" y="1333801"/>
                  <a:pt x="1866032" y="1333801"/>
                </a:cubicBezTo>
                <a:cubicBezTo>
                  <a:pt x="1853767" y="1333801"/>
                  <a:pt x="1843825" y="1323859"/>
                  <a:pt x="1843825" y="1311594"/>
                </a:cubicBezTo>
                <a:cubicBezTo>
                  <a:pt x="1843825" y="1299330"/>
                  <a:pt x="1853767" y="1289388"/>
                  <a:pt x="1866032" y="1289388"/>
                </a:cubicBezTo>
                <a:close/>
                <a:moveTo>
                  <a:pt x="1724199" y="1289388"/>
                </a:moveTo>
                <a:cubicBezTo>
                  <a:pt x="1736463" y="1289388"/>
                  <a:pt x="1746405" y="1299330"/>
                  <a:pt x="1746405" y="1311594"/>
                </a:cubicBezTo>
                <a:cubicBezTo>
                  <a:pt x="1746405" y="1323859"/>
                  <a:pt x="1736463" y="1333801"/>
                  <a:pt x="1724199" y="1333801"/>
                </a:cubicBezTo>
                <a:cubicBezTo>
                  <a:pt x="1711934" y="1333801"/>
                  <a:pt x="1701992" y="1323859"/>
                  <a:pt x="1701992" y="1311594"/>
                </a:cubicBezTo>
                <a:cubicBezTo>
                  <a:pt x="1701992" y="1299330"/>
                  <a:pt x="1711934" y="1289388"/>
                  <a:pt x="1724199" y="1289388"/>
                </a:cubicBezTo>
                <a:close/>
                <a:moveTo>
                  <a:pt x="1582366" y="1289388"/>
                </a:moveTo>
                <a:cubicBezTo>
                  <a:pt x="1594630" y="1289388"/>
                  <a:pt x="1604573" y="1299330"/>
                  <a:pt x="1604573" y="1311594"/>
                </a:cubicBezTo>
                <a:cubicBezTo>
                  <a:pt x="1604573" y="1323859"/>
                  <a:pt x="1594630" y="1333801"/>
                  <a:pt x="1582366" y="1333801"/>
                </a:cubicBezTo>
                <a:cubicBezTo>
                  <a:pt x="1570102" y="1333801"/>
                  <a:pt x="1560160" y="1323859"/>
                  <a:pt x="1560160" y="1311594"/>
                </a:cubicBezTo>
                <a:cubicBezTo>
                  <a:pt x="1560160" y="1299330"/>
                  <a:pt x="1570102" y="1289388"/>
                  <a:pt x="1582366" y="1289388"/>
                </a:cubicBezTo>
                <a:close/>
                <a:moveTo>
                  <a:pt x="1440534" y="1289388"/>
                </a:moveTo>
                <a:cubicBezTo>
                  <a:pt x="1452798" y="1289388"/>
                  <a:pt x="1462740" y="1299330"/>
                  <a:pt x="1462740" y="1311594"/>
                </a:cubicBezTo>
                <a:cubicBezTo>
                  <a:pt x="1462740" y="1323859"/>
                  <a:pt x="1452798" y="1333801"/>
                  <a:pt x="1440534" y="1333801"/>
                </a:cubicBezTo>
                <a:cubicBezTo>
                  <a:pt x="1428269" y="1333801"/>
                  <a:pt x="1418327" y="1323859"/>
                  <a:pt x="1418327" y="1311594"/>
                </a:cubicBezTo>
                <a:cubicBezTo>
                  <a:pt x="1418327" y="1299330"/>
                  <a:pt x="1428269" y="1289388"/>
                  <a:pt x="1440534" y="1289388"/>
                </a:cubicBezTo>
                <a:close/>
                <a:moveTo>
                  <a:pt x="1298701" y="1289388"/>
                </a:moveTo>
                <a:cubicBezTo>
                  <a:pt x="1310965" y="1289388"/>
                  <a:pt x="1320907" y="1299330"/>
                  <a:pt x="1320907" y="1311594"/>
                </a:cubicBezTo>
                <a:cubicBezTo>
                  <a:pt x="1320907" y="1323859"/>
                  <a:pt x="1310965" y="1333801"/>
                  <a:pt x="1298701" y="1333801"/>
                </a:cubicBezTo>
                <a:cubicBezTo>
                  <a:pt x="1286436" y="1333801"/>
                  <a:pt x="1276494" y="1323859"/>
                  <a:pt x="1276494" y="1311594"/>
                </a:cubicBezTo>
                <a:cubicBezTo>
                  <a:pt x="1276494" y="1299330"/>
                  <a:pt x="1286436" y="1289388"/>
                  <a:pt x="1298701" y="1289388"/>
                </a:cubicBezTo>
                <a:close/>
                <a:moveTo>
                  <a:pt x="1156868" y="1289388"/>
                </a:moveTo>
                <a:cubicBezTo>
                  <a:pt x="1169133" y="1289388"/>
                  <a:pt x="1179075" y="1299330"/>
                  <a:pt x="1179075" y="1311594"/>
                </a:cubicBezTo>
                <a:cubicBezTo>
                  <a:pt x="1179075" y="1323859"/>
                  <a:pt x="1169133" y="1333801"/>
                  <a:pt x="1156868" y="1333801"/>
                </a:cubicBezTo>
                <a:cubicBezTo>
                  <a:pt x="1144604" y="1333801"/>
                  <a:pt x="1134662" y="1323859"/>
                  <a:pt x="1134662" y="1311594"/>
                </a:cubicBezTo>
                <a:cubicBezTo>
                  <a:pt x="1134662" y="1299330"/>
                  <a:pt x="1144604" y="1289388"/>
                  <a:pt x="1156868" y="1289388"/>
                </a:cubicBezTo>
                <a:close/>
                <a:moveTo>
                  <a:pt x="1015036" y="1289388"/>
                </a:moveTo>
                <a:cubicBezTo>
                  <a:pt x="1027300" y="1289388"/>
                  <a:pt x="1037242" y="1299330"/>
                  <a:pt x="1037242" y="1311594"/>
                </a:cubicBezTo>
                <a:cubicBezTo>
                  <a:pt x="1037242" y="1323859"/>
                  <a:pt x="1027300" y="1333801"/>
                  <a:pt x="1015036" y="1333801"/>
                </a:cubicBezTo>
                <a:cubicBezTo>
                  <a:pt x="1002771" y="1333801"/>
                  <a:pt x="992829" y="1323859"/>
                  <a:pt x="992829" y="1311594"/>
                </a:cubicBezTo>
                <a:cubicBezTo>
                  <a:pt x="992829" y="1299330"/>
                  <a:pt x="1002771" y="1289388"/>
                  <a:pt x="1015036" y="1289388"/>
                </a:cubicBezTo>
                <a:close/>
                <a:moveTo>
                  <a:pt x="873203" y="1289388"/>
                </a:moveTo>
                <a:cubicBezTo>
                  <a:pt x="885467" y="1289388"/>
                  <a:pt x="895409" y="1299330"/>
                  <a:pt x="895409" y="1311594"/>
                </a:cubicBezTo>
                <a:cubicBezTo>
                  <a:pt x="895409" y="1323859"/>
                  <a:pt x="885467" y="1333801"/>
                  <a:pt x="873203" y="1333801"/>
                </a:cubicBezTo>
                <a:cubicBezTo>
                  <a:pt x="860938" y="1333801"/>
                  <a:pt x="850996" y="1323859"/>
                  <a:pt x="850996" y="1311594"/>
                </a:cubicBezTo>
                <a:cubicBezTo>
                  <a:pt x="850996" y="1299330"/>
                  <a:pt x="860938" y="1289388"/>
                  <a:pt x="873203" y="1289388"/>
                </a:cubicBezTo>
                <a:close/>
                <a:moveTo>
                  <a:pt x="731370" y="1289388"/>
                </a:moveTo>
                <a:cubicBezTo>
                  <a:pt x="743635" y="1289388"/>
                  <a:pt x="753577" y="1299330"/>
                  <a:pt x="753577" y="1311594"/>
                </a:cubicBezTo>
                <a:cubicBezTo>
                  <a:pt x="753577" y="1323859"/>
                  <a:pt x="743635" y="1333801"/>
                  <a:pt x="731370" y="1333801"/>
                </a:cubicBezTo>
                <a:cubicBezTo>
                  <a:pt x="719106" y="1333801"/>
                  <a:pt x="709164" y="1323859"/>
                  <a:pt x="709164" y="1311594"/>
                </a:cubicBezTo>
                <a:cubicBezTo>
                  <a:pt x="709164" y="1299330"/>
                  <a:pt x="719106" y="1289388"/>
                  <a:pt x="731370" y="1289388"/>
                </a:cubicBezTo>
                <a:close/>
                <a:moveTo>
                  <a:pt x="589538" y="1289388"/>
                </a:moveTo>
                <a:cubicBezTo>
                  <a:pt x="601802" y="1289388"/>
                  <a:pt x="611744" y="1299330"/>
                  <a:pt x="611744" y="1311594"/>
                </a:cubicBezTo>
                <a:cubicBezTo>
                  <a:pt x="611744" y="1323859"/>
                  <a:pt x="601802" y="1333801"/>
                  <a:pt x="589538" y="1333801"/>
                </a:cubicBezTo>
                <a:cubicBezTo>
                  <a:pt x="577273" y="1333801"/>
                  <a:pt x="567331" y="1323859"/>
                  <a:pt x="567331" y="1311594"/>
                </a:cubicBezTo>
                <a:cubicBezTo>
                  <a:pt x="567331" y="1299330"/>
                  <a:pt x="577273" y="1289388"/>
                  <a:pt x="589538" y="1289388"/>
                </a:cubicBezTo>
                <a:close/>
                <a:moveTo>
                  <a:pt x="447705" y="1289388"/>
                </a:moveTo>
                <a:cubicBezTo>
                  <a:pt x="459969" y="1289388"/>
                  <a:pt x="469911" y="1299330"/>
                  <a:pt x="469911" y="1311594"/>
                </a:cubicBezTo>
                <a:cubicBezTo>
                  <a:pt x="469911" y="1323859"/>
                  <a:pt x="459969" y="1333801"/>
                  <a:pt x="447705" y="1333801"/>
                </a:cubicBezTo>
                <a:cubicBezTo>
                  <a:pt x="435440" y="1333801"/>
                  <a:pt x="425498" y="1323859"/>
                  <a:pt x="425498" y="1311594"/>
                </a:cubicBezTo>
                <a:cubicBezTo>
                  <a:pt x="425498" y="1299330"/>
                  <a:pt x="435440" y="1289388"/>
                  <a:pt x="447705" y="1289388"/>
                </a:cubicBezTo>
                <a:close/>
                <a:moveTo>
                  <a:pt x="305872" y="1289388"/>
                </a:moveTo>
                <a:cubicBezTo>
                  <a:pt x="318137" y="1289388"/>
                  <a:pt x="328079" y="1299330"/>
                  <a:pt x="328079" y="1311594"/>
                </a:cubicBezTo>
                <a:cubicBezTo>
                  <a:pt x="328079" y="1323859"/>
                  <a:pt x="318137" y="1333801"/>
                  <a:pt x="305872" y="1333801"/>
                </a:cubicBezTo>
                <a:cubicBezTo>
                  <a:pt x="293608" y="1333801"/>
                  <a:pt x="283666" y="1323859"/>
                  <a:pt x="283666" y="1311594"/>
                </a:cubicBezTo>
                <a:cubicBezTo>
                  <a:pt x="283666" y="1299330"/>
                  <a:pt x="293608" y="1289388"/>
                  <a:pt x="305872" y="1289388"/>
                </a:cubicBezTo>
                <a:close/>
                <a:moveTo>
                  <a:pt x="164040" y="1289388"/>
                </a:moveTo>
                <a:cubicBezTo>
                  <a:pt x="176304" y="1289388"/>
                  <a:pt x="186246" y="1299330"/>
                  <a:pt x="186246" y="1311594"/>
                </a:cubicBezTo>
                <a:cubicBezTo>
                  <a:pt x="186246" y="1323859"/>
                  <a:pt x="176304" y="1333801"/>
                  <a:pt x="164040" y="1333801"/>
                </a:cubicBezTo>
                <a:cubicBezTo>
                  <a:pt x="151775" y="1333801"/>
                  <a:pt x="141833" y="1323859"/>
                  <a:pt x="141833" y="1311594"/>
                </a:cubicBezTo>
                <a:cubicBezTo>
                  <a:pt x="141833" y="1299330"/>
                  <a:pt x="151775" y="1289388"/>
                  <a:pt x="164040" y="1289388"/>
                </a:cubicBezTo>
                <a:close/>
                <a:moveTo>
                  <a:pt x="2433362" y="1160449"/>
                </a:moveTo>
                <a:cubicBezTo>
                  <a:pt x="2445626" y="1160449"/>
                  <a:pt x="2455568" y="1170391"/>
                  <a:pt x="2455568" y="1182656"/>
                </a:cubicBezTo>
                <a:cubicBezTo>
                  <a:pt x="2455568" y="1194920"/>
                  <a:pt x="2445626" y="1204862"/>
                  <a:pt x="2433362" y="1204862"/>
                </a:cubicBezTo>
                <a:cubicBezTo>
                  <a:pt x="2421098" y="1204862"/>
                  <a:pt x="2411156" y="1194920"/>
                  <a:pt x="2411156" y="1182656"/>
                </a:cubicBezTo>
                <a:cubicBezTo>
                  <a:pt x="2411156" y="1170391"/>
                  <a:pt x="2421098" y="1160449"/>
                  <a:pt x="2433362" y="1160449"/>
                </a:cubicBezTo>
                <a:close/>
                <a:moveTo>
                  <a:pt x="2291530" y="1160449"/>
                </a:moveTo>
                <a:cubicBezTo>
                  <a:pt x="2303794" y="1160449"/>
                  <a:pt x="2313737" y="1170391"/>
                  <a:pt x="2313737" y="1182656"/>
                </a:cubicBezTo>
                <a:cubicBezTo>
                  <a:pt x="2313737" y="1194920"/>
                  <a:pt x="2303794" y="1204862"/>
                  <a:pt x="2291530" y="1204862"/>
                </a:cubicBezTo>
                <a:cubicBezTo>
                  <a:pt x="2279265" y="1204862"/>
                  <a:pt x="2269322" y="1194920"/>
                  <a:pt x="2269322" y="1182656"/>
                </a:cubicBezTo>
                <a:cubicBezTo>
                  <a:pt x="2269322" y="1170391"/>
                  <a:pt x="2279265" y="1160449"/>
                  <a:pt x="2291530" y="1160449"/>
                </a:cubicBezTo>
                <a:close/>
                <a:moveTo>
                  <a:pt x="2149697" y="1160449"/>
                </a:moveTo>
                <a:cubicBezTo>
                  <a:pt x="2161961" y="1160449"/>
                  <a:pt x="2171903" y="1170391"/>
                  <a:pt x="2171903" y="1182656"/>
                </a:cubicBezTo>
                <a:cubicBezTo>
                  <a:pt x="2171903" y="1194920"/>
                  <a:pt x="2161961" y="1204862"/>
                  <a:pt x="2149697" y="1204862"/>
                </a:cubicBezTo>
                <a:cubicBezTo>
                  <a:pt x="2137432" y="1204862"/>
                  <a:pt x="2127491" y="1194920"/>
                  <a:pt x="2127491" y="1182656"/>
                </a:cubicBezTo>
                <a:cubicBezTo>
                  <a:pt x="2127491" y="1170391"/>
                  <a:pt x="2137432" y="1160449"/>
                  <a:pt x="2149697" y="1160449"/>
                </a:cubicBezTo>
                <a:close/>
                <a:moveTo>
                  <a:pt x="2007864" y="1160449"/>
                </a:moveTo>
                <a:cubicBezTo>
                  <a:pt x="2020128" y="1160449"/>
                  <a:pt x="2030072" y="1170391"/>
                  <a:pt x="2030072" y="1182656"/>
                </a:cubicBezTo>
                <a:cubicBezTo>
                  <a:pt x="2030072" y="1194920"/>
                  <a:pt x="2020128" y="1204862"/>
                  <a:pt x="2007864" y="1204862"/>
                </a:cubicBezTo>
                <a:cubicBezTo>
                  <a:pt x="1995600" y="1204862"/>
                  <a:pt x="1985657" y="1194920"/>
                  <a:pt x="1985657" y="1182656"/>
                </a:cubicBezTo>
                <a:cubicBezTo>
                  <a:pt x="1985657" y="1170391"/>
                  <a:pt x="1995600" y="1160449"/>
                  <a:pt x="2007864" y="1160449"/>
                </a:cubicBezTo>
                <a:close/>
                <a:moveTo>
                  <a:pt x="1866032" y="1160449"/>
                </a:moveTo>
                <a:cubicBezTo>
                  <a:pt x="1878296" y="1160449"/>
                  <a:pt x="1888238" y="1170391"/>
                  <a:pt x="1888238" y="1182656"/>
                </a:cubicBezTo>
                <a:cubicBezTo>
                  <a:pt x="1888238" y="1194920"/>
                  <a:pt x="1878296" y="1204862"/>
                  <a:pt x="1866032" y="1204862"/>
                </a:cubicBezTo>
                <a:cubicBezTo>
                  <a:pt x="1853767" y="1204862"/>
                  <a:pt x="1843825" y="1194920"/>
                  <a:pt x="1843825" y="1182656"/>
                </a:cubicBezTo>
                <a:cubicBezTo>
                  <a:pt x="1843825" y="1170391"/>
                  <a:pt x="1853767" y="1160449"/>
                  <a:pt x="1866032" y="1160449"/>
                </a:cubicBezTo>
                <a:close/>
                <a:moveTo>
                  <a:pt x="1724199" y="1160449"/>
                </a:moveTo>
                <a:cubicBezTo>
                  <a:pt x="1736463" y="1160449"/>
                  <a:pt x="1746405" y="1170391"/>
                  <a:pt x="1746405" y="1182656"/>
                </a:cubicBezTo>
                <a:cubicBezTo>
                  <a:pt x="1746405" y="1194920"/>
                  <a:pt x="1736463" y="1204862"/>
                  <a:pt x="1724199" y="1204862"/>
                </a:cubicBezTo>
                <a:cubicBezTo>
                  <a:pt x="1711934" y="1204862"/>
                  <a:pt x="1701992" y="1194920"/>
                  <a:pt x="1701992" y="1182656"/>
                </a:cubicBezTo>
                <a:cubicBezTo>
                  <a:pt x="1701992" y="1170391"/>
                  <a:pt x="1711934" y="1160449"/>
                  <a:pt x="1724199" y="1160449"/>
                </a:cubicBezTo>
                <a:close/>
                <a:moveTo>
                  <a:pt x="1582366" y="1160449"/>
                </a:moveTo>
                <a:cubicBezTo>
                  <a:pt x="1594630" y="1160449"/>
                  <a:pt x="1604573" y="1170391"/>
                  <a:pt x="1604573" y="1182656"/>
                </a:cubicBezTo>
                <a:cubicBezTo>
                  <a:pt x="1604573" y="1194920"/>
                  <a:pt x="1594630" y="1204862"/>
                  <a:pt x="1582366" y="1204862"/>
                </a:cubicBezTo>
                <a:cubicBezTo>
                  <a:pt x="1570102" y="1204862"/>
                  <a:pt x="1560160" y="1194920"/>
                  <a:pt x="1560160" y="1182656"/>
                </a:cubicBezTo>
                <a:cubicBezTo>
                  <a:pt x="1560160" y="1170391"/>
                  <a:pt x="1570102" y="1160449"/>
                  <a:pt x="1582366" y="1160449"/>
                </a:cubicBezTo>
                <a:close/>
                <a:moveTo>
                  <a:pt x="1440534" y="1160449"/>
                </a:moveTo>
                <a:cubicBezTo>
                  <a:pt x="1452798" y="1160449"/>
                  <a:pt x="1462740" y="1170391"/>
                  <a:pt x="1462740" y="1182656"/>
                </a:cubicBezTo>
                <a:cubicBezTo>
                  <a:pt x="1462740" y="1194920"/>
                  <a:pt x="1452798" y="1204862"/>
                  <a:pt x="1440534" y="1204862"/>
                </a:cubicBezTo>
                <a:cubicBezTo>
                  <a:pt x="1428269" y="1204862"/>
                  <a:pt x="1418327" y="1194920"/>
                  <a:pt x="1418327" y="1182656"/>
                </a:cubicBezTo>
                <a:cubicBezTo>
                  <a:pt x="1418327" y="1170391"/>
                  <a:pt x="1428269" y="1160449"/>
                  <a:pt x="1440534" y="1160449"/>
                </a:cubicBezTo>
                <a:close/>
                <a:moveTo>
                  <a:pt x="1298701" y="1160449"/>
                </a:moveTo>
                <a:cubicBezTo>
                  <a:pt x="1310965" y="1160449"/>
                  <a:pt x="1320907" y="1170391"/>
                  <a:pt x="1320907" y="1182656"/>
                </a:cubicBezTo>
                <a:cubicBezTo>
                  <a:pt x="1320907" y="1194920"/>
                  <a:pt x="1310965" y="1204862"/>
                  <a:pt x="1298701" y="1204862"/>
                </a:cubicBezTo>
                <a:cubicBezTo>
                  <a:pt x="1286436" y="1204862"/>
                  <a:pt x="1276494" y="1194920"/>
                  <a:pt x="1276494" y="1182656"/>
                </a:cubicBezTo>
                <a:cubicBezTo>
                  <a:pt x="1276494" y="1170391"/>
                  <a:pt x="1286436" y="1160449"/>
                  <a:pt x="1298701" y="1160449"/>
                </a:cubicBezTo>
                <a:close/>
                <a:moveTo>
                  <a:pt x="1156868" y="1160449"/>
                </a:moveTo>
                <a:cubicBezTo>
                  <a:pt x="1169133" y="1160449"/>
                  <a:pt x="1179075" y="1170391"/>
                  <a:pt x="1179075" y="1182656"/>
                </a:cubicBezTo>
                <a:cubicBezTo>
                  <a:pt x="1179075" y="1194920"/>
                  <a:pt x="1169133" y="1204862"/>
                  <a:pt x="1156868" y="1204862"/>
                </a:cubicBezTo>
                <a:cubicBezTo>
                  <a:pt x="1144604" y="1204862"/>
                  <a:pt x="1134662" y="1194920"/>
                  <a:pt x="1134662" y="1182656"/>
                </a:cubicBezTo>
                <a:cubicBezTo>
                  <a:pt x="1134662" y="1170391"/>
                  <a:pt x="1144604" y="1160449"/>
                  <a:pt x="1156868" y="1160449"/>
                </a:cubicBezTo>
                <a:close/>
                <a:moveTo>
                  <a:pt x="1015036" y="1160449"/>
                </a:moveTo>
                <a:cubicBezTo>
                  <a:pt x="1027300" y="1160449"/>
                  <a:pt x="1037242" y="1170391"/>
                  <a:pt x="1037242" y="1182656"/>
                </a:cubicBezTo>
                <a:cubicBezTo>
                  <a:pt x="1037242" y="1194920"/>
                  <a:pt x="1027300" y="1204862"/>
                  <a:pt x="1015036" y="1204862"/>
                </a:cubicBezTo>
                <a:cubicBezTo>
                  <a:pt x="1002771" y="1204862"/>
                  <a:pt x="992829" y="1194920"/>
                  <a:pt x="992829" y="1182656"/>
                </a:cubicBezTo>
                <a:cubicBezTo>
                  <a:pt x="992829" y="1170391"/>
                  <a:pt x="1002771" y="1160449"/>
                  <a:pt x="1015036" y="1160449"/>
                </a:cubicBezTo>
                <a:close/>
                <a:moveTo>
                  <a:pt x="873203" y="1160449"/>
                </a:moveTo>
                <a:cubicBezTo>
                  <a:pt x="885467" y="1160449"/>
                  <a:pt x="895409" y="1170391"/>
                  <a:pt x="895409" y="1182656"/>
                </a:cubicBezTo>
                <a:cubicBezTo>
                  <a:pt x="895409" y="1194920"/>
                  <a:pt x="885467" y="1204862"/>
                  <a:pt x="873203" y="1204862"/>
                </a:cubicBezTo>
                <a:cubicBezTo>
                  <a:pt x="860938" y="1204862"/>
                  <a:pt x="850996" y="1194920"/>
                  <a:pt x="850996" y="1182656"/>
                </a:cubicBezTo>
                <a:cubicBezTo>
                  <a:pt x="850996" y="1170391"/>
                  <a:pt x="860938" y="1160449"/>
                  <a:pt x="873203" y="1160449"/>
                </a:cubicBezTo>
                <a:close/>
                <a:moveTo>
                  <a:pt x="731370" y="1160449"/>
                </a:moveTo>
                <a:cubicBezTo>
                  <a:pt x="743635" y="1160449"/>
                  <a:pt x="753577" y="1170391"/>
                  <a:pt x="753577" y="1182656"/>
                </a:cubicBezTo>
                <a:cubicBezTo>
                  <a:pt x="753577" y="1194920"/>
                  <a:pt x="743635" y="1204862"/>
                  <a:pt x="731370" y="1204862"/>
                </a:cubicBezTo>
                <a:cubicBezTo>
                  <a:pt x="719106" y="1204862"/>
                  <a:pt x="709164" y="1194920"/>
                  <a:pt x="709164" y="1182656"/>
                </a:cubicBezTo>
                <a:cubicBezTo>
                  <a:pt x="709164" y="1170391"/>
                  <a:pt x="719106" y="1160449"/>
                  <a:pt x="731370" y="1160449"/>
                </a:cubicBezTo>
                <a:close/>
                <a:moveTo>
                  <a:pt x="589538" y="1160449"/>
                </a:moveTo>
                <a:cubicBezTo>
                  <a:pt x="601802" y="1160449"/>
                  <a:pt x="611744" y="1170391"/>
                  <a:pt x="611744" y="1182656"/>
                </a:cubicBezTo>
                <a:cubicBezTo>
                  <a:pt x="611744" y="1194920"/>
                  <a:pt x="601802" y="1204862"/>
                  <a:pt x="589538" y="1204862"/>
                </a:cubicBezTo>
                <a:cubicBezTo>
                  <a:pt x="577273" y="1204862"/>
                  <a:pt x="567331" y="1194920"/>
                  <a:pt x="567331" y="1182656"/>
                </a:cubicBezTo>
                <a:cubicBezTo>
                  <a:pt x="567331" y="1170391"/>
                  <a:pt x="577273" y="1160449"/>
                  <a:pt x="589538" y="1160449"/>
                </a:cubicBezTo>
                <a:close/>
                <a:moveTo>
                  <a:pt x="447705" y="1160449"/>
                </a:moveTo>
                <a:cubicBezTo>
                  <a:pt x="459969" y="1160449"/>
                  <a:pt x="469911" y="1170391"/>
                  <a:pt x="469911" y="1182656"/>
                </a:cubicBezTo>
                <a:cubicBezTo>
                  <a:pt x="469911" y="1194920"/>
                  <a:pt x="459969" y="1204862"/>
                  <a:pt x="447705" y="1204862"/>
                </a:cubicBezTo>
                <a:cubicBezTo>
                  <a:pt x="435440" y="1204862"/>
                  <a:pt x="425498" y="1194920"/>
                  <a:pt x="425498" y="1182656"/>
                </a:cubicBezTo>
                <a:cubicBezTo>
                  <a:pt x="425498" y="1170391"/>
                  <a:pt x="435440" y="1160449"/>
                  <a:pt x="447705" y="1160449"/>
                </a:cubicBezTo>
                <a:close/>
                <a:moveTo>
                  <a:pt x="305872" y="1160449"/>
                </a:moveTo>
                <a:cubicBezTo>
                  <a:pt x="318137" y="1160449"/>
                  <a:pt x="328079" y="1170391"/>
                  <a:pt x="328079" y="1182656"/>
                </a:cubicBezTo>
                <a:cubicBezTo>
                  <a:pt x="328079" y="1194920"/>
                  <a:pt x="318137" y="1204862"/>
                  <a:pt x="305872" y="1204862"/>
                </a:cubicBezTo>
                <a:cubicBezTo>
                  <a:pt x="293608" y="1204862"/>
                  <a:pt x="283666" y="1194920"/>
                  <a:pt x="283666" y="1182656"/>
                </a:cubicBezTo>
                <a:cubicBezTo>
                  <a:pt x="283666" y="1170391"/>
                  <a:pt x="293608" y="1160449"/>
                  <a:pt x="305872" y="1160449"/>
                </a:cubicBezTo>
                <a:close/>
                <a:moveTo>
                  <a:pt x="164040" y="1160449"/>
                </a:moveTo>
                <a:cubicBezTo>
                  <a:pt x="176304" y="1160449"/>
                  <a:pt x="186246" y="1170391"/>
                  <a:pt x="186246" y="1182656"/>
                </a:cubicBezTo>
                <a:cubicBezTo>
                  <a:pt x="186246" y="1194920"/>
                  <a:pt x="176304" y="1204862"/>
                  <a:pt x="164040" y="1204862"/>
                </a:cubicBezTo>
                <a:cubicBezTo>
                  <a:pt x="157908" y="1204862"/>
                  <a:pt x="152356" y="1202377"/>
                  <a:pt x="148337" y="1198358"/>
                </a:cubicBezTo>
                <a:lnTo>
                  <a:pt x="145034" y="1190383"/>
                </a:lnTo>
                <a:lnTo>
                  <a:pt x="145293" y="1174303"/>
                </a:lnTo>
                <a:lnTo>
                  <a:pt x="148337" y="1166953"/>
                </a:lnTo>
                <a:cubicBezTo>
                  <a:pt x="152356" y="1162935"/>
                  <a:pt x="157908" y="1160449"/>
                  <a:pt x="164040" y="1160449"/>
                </a:cubicBezTo>
                <a:close/>
                <a:moveTo>
                  <a:pt x="2432265" y="1031965"/>
                </a:moveTo>
                <a:lnTo>
                  <a:pt x="2444481" y="1071318"/>
                </a:lnTo>
                <a:lnTo>
                  <a:pt x="2433362" y="1075923"/>
                </a:lnTo>
                <a:cubicBezTo>
                  <a:pt x="2421098" y="1075923"/>
                  <a:pt x="2411156" y="1065981"/>
                  <a:pt x="2411156" y="1053717"/>
                </a:cubicBezTo>
                <a:cubicBezTo>
                  <a:pt x="2411156" y="1047584"/>
                  <a:pt x="2413641" y="1042033"/>
                  <a:pt x="2417660" y="1038014"/>
                </a:cubicBezTo>
                <a:close/>
                <a:moveTo>
                  <a:pt x="2291530" y="1031510"/>
                </a:moveTo>
                <a:cubicBezTo>
                  <a:pt x="2303794" y="1031510"/>
                  <a:pt x="2313737" y="1041452"/>
                  <a:pt x="2313737" y="1053717"/>
                </a:cubicBezTo>
                <a:cubicBezTo>
                  <a:pt x="2313737" y="1065981"/>
                  <a:pt x="2303794" y="1075923"/>
                  <a:pt x="2291530" y="1075923"/>
                </a:cubicBezTo>
                <a:cubicBezTo>
                  <a:pt x="2279265" y="1075923"/>
                  <a:pt x="2269322" y="1065981"/>
                  <a:pt x="2269322" y="1053717"/>
                </a:cubicBezTo>
                <a:cubicBezTo>
                  <a:pt x="2269322" y="1041452"/>
                  <a:pt x="2279265" y="1031510"/>
                  <a:pt x="2291530" y="1031510"/>
                </a:cubicBezTo>
                <a:close/>
                <a:moveTo>
                  <a:pt x="2149697" y="1031510"/>
                </a:moveTo>
                <a:cubicBezTo>
                  <a:pt x="2161961" y="1031510"/>
                  <a:pt x="2171903" y="1041452"/>
                  <a:pt x="2171903" y="1053717"/>
                </a:cubicBezTo>
                <a:cubicBezTo>
                  <a:pt x="2171903" y="1065981"/>
                  <a:pt x="2161961" y="1075923"/>
                  <a:pt x="2149697" y="1075923"/>
                </a:cubicBezTo>
                <a:cubicBezTo>
                  <a:pt x="2137432" y="1075923"/>
                  <a:pt x="2127491" y="1065981"/>
                  <a:pt x="2127491" y="1053717"/>
                </a:cubicBezTo>
                <a:cubicBezTo>
                  <a:pt x="2127491" y="1041452"/>
                  <a:pt x="2137432" y="1031510"/>
                  <a:pt x="2149697" y="1031510"/>
                </a:cubicBezTo>
                <a:close/>
                <a:moveTo>
                  <a:pt x="2007864" y="1031510"/>
                </a:moveTo>
                <a:cubicBezTo>
                  <a:pt x="2020128" y="1031510"/>
                  <a:pt x="2030072" y="1041452"/>
                  <a:pt x="2030072" y="1053717"/>
                </a:cubicBezTo>
                <a:cubicBezTo>
                  <a:pt x="2030072" y="1065981"/>
                  <a:pt x="2020128" y="1075923"/>
                  <a:pt x="2007864" y="1075923"/>
                </a:cubicBezTo>
                <a:cubicBezTo>
                  <a:pt x="1995600" y="1075923"/>
                  <a:pt x="1985657" y="1065981"/>
                  <a:pt x="1985657" y="1053717"/>
                </a:cubicBezTo>
                <a:cubicBezTo>
                  <a:pt x="1985657" y="1041452"/>
                  <a:pt x="1995600" y="1031510"/>
                  <a:pt x="2007864" y="1031510"/>
                </a:cubicBezTo>
                <a:close/>
                <a:moveTo>
                  <a:pt x="1866032" y="1031510"/>
                </a:moveTo>
                <a:cubicBezTo>
                  <a:pt x="1878296" y="1031510"/>
                  <a:pt x="1888238" y="1041452"/>
                  <a:pt x="1888238" y="1053717"/>
                </a:cubicBezTo>
                <a:cubicBezTo>
                  <a:pt x="1888238" y="1065981"/>
                  <a:pt x="1878296" y="1075923"/>
                  <a:pt x="1866032" y="1075923"/>
                </a:cubicBezTo>
                <a:cubicBezTo>
                  <a:pt x="1853767" y="1075923"/>
                  <a:pt x="1843825" y="1065981"/>
                  <a:pt x="1843825" y="1053717"/>
                </a:cubicBezTo>
                <a:cubicBezTo>
                  <a:pt x="1843825" y="1041452"/>
                  <a:pt x="1853767" y="1031510"/>
                  <a:pt x="1866032" y="1031510"/>
                </a:cubicBezTo>
                <a:close/>
                <a:moveTo>
                  <a:pt x="1724199" y="1031510"/>
                </a:moveTo>
                <a:cubicBezTo>
                  <a:pt x="1736463" y="1031510"/>
                  <a:pt x="1746405" y="1041452"/>
                  <a:pt x="1746405" y="1053717"/>
                </a:cubicBezTo>
                <a:cubicBezTo>
                  <a:pt x="1746405" y="1065981"/>
                  <a:pt x="1736463" y="1075923"/>
                  <a:pt x="1724199" y="1075923"/>
                </a:cubicBezTo>
                <a:cubicBezTo>
                  <a:pt x="1711934" y="1075923"/>
                  <a:pt x="1701992" y="1065981"/>
                  <a:pt x="1701992" y="1053717"/>
                </a:cubicBezTo>
                <a:cubicBezTo>
                  <a:pt x="1701992" y="1041452"/>
                  <a:pt x="1711934" y="1031510"/>
                  <a:pt x="1724199" y="1031510"/>
                </a:cubicBezTo>
                <a:close/>
                <a:moveTo>
                  <a:pt x="1582366" y="1031510"/>
                </a:moveTo>
                <a:cubicBezTo>
                  <a:pt x="1594630" y="1031510"/>
                  <a:pt x="1604573" y="1041452"/>
                  <a:pt x="1604573" y="1053717"/>
                </a:cubicBezTo>
                <a:cubicBezTo>
                  <a:pt x="1604573" y="1065981"/>
                  <a:pt x="1594630" y="1075923"/>
                  <a:pt x="1582366" y="1075923"/>
                </a:cubicBezTo>
                <a:cubicBezTo>
                  <a:pt x="1570102" y="1075923"/>
                  <a:pt x="1560160" y="1065981"/>
                  <a:pt x="1560160" y="1053717"/>
                </a:cubicBezTo>
                <a:cubicBezTo>
                  <a:pt x="1560160" y="1041452"/>
                  <a:pt x="1570102" y="1031510"/>
                  <a:pt x="1582366" y="1031510"/>
                </a:cubicBezTo>
                <a:close/>
                <a:moveTo>
                  <a:pt x="1440534" y="1031510"/>
                </a:moveTo>
                <a:cubicBezTo>
                  <a:pt x="1452798" y="1031510"/>
                  <a:pt x="1462740" y="1041452"/>
                  <a:pt x="1462740" y="1053717"/>
                </a:cubicBezTo>
                <a:cubicBezTo>
                  <a:pt x="1462740" y="1065981"/>
                  <a:pt x="1452798" y="1075923"/>
                  <a:pt x="1440534" y="1075923"/>
                </a:cubicBezTo>
                <a:cubicBezTo>
                  <a:pt x="1428269" y="1075923"/>
                  <a:pt x="1418327" y="1065981"/>
                  <a:pt x="1418327" y="1053717"/>
                </a:cubicBezTo>
                <a:cubicBezTo>
                  <a:pt x="1418327" y="1041452"/>
                  <a:pt x="1428269" y="1031510"/>
                  <a:pt x="1440534" y="1031510"/>
                </a:cubicBezTo>
                <a:close/>
                <a:moveTo>
                  <a:pt x="1298701" y="1031510"/>
                </a:moveTo>
                <a:cubicBezTo>
                  <a:pt x="1310965" y="1031510"/>
                  <a:pt x="1320907" y="1041452"/>
                  <a:pt x="1320907" y="1053717"/>
                </a:cubicBezTo>
                <a:cubicBezTo>
                  <a:pt x="1320907" y="1065981"/>
                  <a:pt x="1310965" y="1075923"/>
                  <a:pt x="1298701" y="1075923"/>
                </a:cubicBezTo>
                <a:cubicBezTo>
                  <a:pt x="1286436" y="1075923"/>
                  <a:pt x="1276494" y="1065981"/>
                  <a:pt x="1276494" y="1053717"/>
                </a:cubicBezTo>
                <a:cubicBezTo>
                  <a:pt x="1276494" y="1041452"/>
                  <a:pt x="1286436" y="1031510"/>
                  <a:pt x="1298701" y="1031510"/>
                </a:cubicBezTo>
                <a:close/>
                <a:moveTo>
                  <a:pt x="1156868" y="1031510"/>
                </a:moveTo>
                <a:cubicBezTo>
                  <a:pt x="1169133" y="1031510"/>
                  <a:pt x="1179075" y="1041452"/>
                  <a:pt x="1179075" y="1053717"/>
                </a:cubicBezTo>
                <a:cubicBezTo>
                  <a:pt x="1179075" y="1065981"/>
                  <a:pt x="1169133" y="1075923"/>
                  <a:pt x="1156868" y="1075923"/>
                </a:cubicBezTo>
                <a:cubicBezTo>
                  <a:pt x="1144604" y="1075923"/>
                  <a:pt x="1134662" y="1065981"/>
                  <a:pt x="1134662" y="1053717"/>
                </a:cubicBezTo>
                <a:cubicBezTo>
                  <a:pt x="1134662" y="1041452"/>
                  <a:pt x="1144604" y="1031510"/>
                  <a:pt x="1156868" y="1031510"/>
                </a:cubicBezTo>
                <a:close/>
                <a:moveTo>
                  <a:pt x="1015036" y="1031510"/>
                </a:moveTo>
                <a:cubicBezTo>
                  <a:pt x="1027300" y="1031510"/>
                  <a:pt x="1037242" y="1041452"/>
                  <a:pt x="1037242" y="1053717"/>
                </a:cubicBezTo>
                <a:cubicBezTo>
                  <a:pt x="1037242" y="1065981"/>
                  <a:pt x="1027300" y="1075923"/>
                  <a:pt x="1015036" y="1075923"/>
                </a:cubicBezTo>
                <a:cubicBezTo>
                  <a:pt x="1002771" y="1075923"/>
                  <a:pt x="992829" y="1065981"/>
                  <a:pt x="992829" y="1053717"/>
                </a:cubicBezTo>
                <a:cubicBezTo>
                  <a:pt x="992829" y="1041452"/>
                  <a:pt x="1002771" y="1031510"/>
                  <a:pt x="1015036" y="1031510"/>
                </a:cubicBezTo>
                <a:close/>
                <a:moveTo>
                  <a:pt x="873203" y="1031510"/>
                </a:moveTo>
                <a:cubicBezTo>
                  <a:pt x="885467" y="1031510"/>
                  <a:pt x="895409" y="1041452"/>
                  <a:pt x="895409" y="1053717"/>
                </a:cubicBezTo>
                <a:cubicBezTo>
                  <a:pt x="895409" y="1065981"/>
                  <a:pt x="885467" y="1075923"/>
                  <a:pt x="873203" y="1075923"/>
                </a:cubicBezTo>
                <a:cubicBezTo>
                  <a:pt x="860938" y="1075923"/>
                  <a:pt x="850996" y="1065981"/>
                  <a:pt x="850996" y="1053717"/>
                </a:cubicBezTo>
                <a:cubicBezTo>
                  <a:pt x="850996" y="1041452"/>
                  <a:pt x="860938" y="1031510"/>
                  <a:pt x="873203" y="1031510"/>
                </a:cubicBezTo>
                <a:close/>
                <a:moveTo>
                  <a:pt x="731370" y="1031510"/>
                </a:moveTo>
                <a:cubicBezTo>
                  <a:pt x="743635" y="1031510"/>
                  <a:pt x="753577" y="1041452"/>
                  <a:pt x="753577" y="1053717"/>
                </a:cubicBezTo>
                <a:cubicBezTo>
                  <a:pt x="753577" y="1065981"/>
                  <a:pt x="743635" y="1075923"/>
                  <a:pt x="731370" y="1075923"/>
                </a:cubicBezTo>
                <a:cubicBezTo>
                  <a:pt x="719106" y="1075923"/>
                  <a:pt x="709164" y="1065981"/>
                  <a:pt x="709164" y="1053717"/>
                </a:cubicBezTo>
                <a:cubicBezTo>
                  <a:pt x="709164" y="1041452"/>
                  <a:pt x="719106" y="1031510"/>
                  <a:pt x="731370" y="1031510"/>
                </a:cubicBezTo>
                <a:close/>
                <a:moveTo>
                  <a:pt x="589538" y="1031510"/>
                </a:moveTo>
                <a:cubicBezTo>
                  <a:pt x="601802" y="1031510"/>
                  <a:pt x="611744" y="1041452"/>
                  <a:pt x="611744" y="1053717"/>
                </a:cubicBezTo>
                <a:cubicBezTo>
                  <a:pt x="611744" y="1065981"/>
                  <a:pt x="601802" y="1075923"/>
                  <a:pt x="589538" y="1075923"/>
                </a:cubicBezTo>
                <a:cubicBezTo>
                  <a:pt x="577273" y="1075923"/>
                  <a:pt x="567331" y="1065981"/>
                  <a:pt x="567331" y="1053717"/>
                </a:cubicBezTo>
                <a:cubicBezTo>
                  <a:pt x="567331" y="1041452"/>
                  <a:pt x="577273" y="1031510"/>
                  <a:pt x="589538" y="1031510"/>
                </a:cubicBezTo>
                <a:close/>
                <a:moveTo>
                  <a:pt x="447705" y="1031510"/>
                </a:moveTo>
                <a:cubicBezTo>
                  <a:pt x="459969" y="1031510"/>
                  <a:pt x="469911" y="1041452"/>
                  <a:pt x="469911" y="1053717"/>
                </a:cubicBezTo>
                <a:cubicBezTo>
                  <a:pt x="469911" y="1065981"/>
                  <a:pt x="459969" y="1075923"/>
                  <a:pt x="447705" y="1075923"/>
                </a:cubicBezTo>
                <a:cubicBezTo>
                  <a:pt x="435440" y="1075923"/>
                  <a:pt x="425498" y="1065981"/>
                  <a:pt x="425498" y="1053717"/>
                </a:cubicBezTo>
                <a:cubicBezTo>
                  <a:pt x="425498" y="1041452"/>
                  <a:pt x="435440" y="1031510"/>
                  <a:pt x="447705" y="1031510"/>
                </a:cubicBezTo>
                <a:close/>
                <a:moveTo>
                  <a:pt x="305872" y="1031510"/>
                </a:moveTo>
                <a:cubicBezTo>
                  <a:pt x="318137" y="1031510"/>
                  <a:pt x="328079" y="1041452"/>
                  <a:pt x="328079" y="1053717"/>
                </a:cubicBezTo>
                <a:cubicBezTo>
                  <a:pt x="328079" y="1065981"/>
                  <a:pt x="318137" y="1075923"/>
                  <a:pt x="305872" y="1075923"/>
                </a:cubicBezTo>
                <a:cubicBezTo>
                  <a:pt x="293608" y="1075923"/>
                  <a:pt x="283666" y="1065981"/>
                  <a:pt x="283666" y="1053717"/>
                </a:cubicBezTo>
                <a:cubicBezTo>
                  <a:pt x="283666" y="1041452"/>
                  <a:pt x="293608" y="1031510"/>
                  <a:pt x="305872" y="1031510"/>
                </a:cubicBezTo>
                <a:close/>
                <a:moveTo>
                  <a:pt x="164040" y="1031510"/>
                </a:moveTo>
                <a:cubicBezTo>
                  <a:pt x="176304" y="1031510"/>
                  <a:pt x="186246" y="1041452"/>
                  <a:pt x="186246" y="1053717"/>
                </a:cubicBezTo>
                <a:cubicBezTo>
                  <a:pt x="186246" y="1065981"/>
                  <a:pt x="176304" y="1075923"/>
                  <a:pt x="164040" y="1075923"/>
                </a:cubicBezTo>
                <a:cubicBezTo>
                  <a:pt x="157908" y="1075923"/>
                  <a:pt x="152356" y="1073438"/>
                  <a:pt x="148337" y="1069419"/>
                </a:cubicBezTo>
                <a:lnTo>
                  <a:pt x="147034" y="1066274"/>
                </a:lnTo>
                <a:lnTo>
                  <a:pt x="147455" y="1040143"/>
                </a:lnTo>
                <a:lnTo>
                  <a:pt x="148337" y="1038014"/>
                </a:lnTo>
                <a:cubicBezTo>
                  <a:pt x="152356" y="1033996"/>
                  <a:pt x="157908" y="1031510"/>
                  <a:pt x="164040" y="1031510"/>
                </a:cubicBezTo>
                <a:close/>
                <a:moveTo>
                  <a:pt x="2291530" y="902571"/>
                </a:moveTo>
                <a:cubicBezTo>
                  <a:pt x="2303794" y="902571"/>
                  <a:pt x="2313737" y="912514"/>
                  <a:pt x="2313737" y="924778"/>
                </a:cubicBezTo>
                <a:cubicBezTo>
                  <a:pt x="2313737" y="937042"/>
                  <a:pt x="2303794" y="946985"/>
                  <a:pt x="2291530" y="946985"/>
                </a:cubicBezTo>
                <a:cubicBezTo>
                  <a:pt x="2279265" y="946985"/>
                  <a:pt x="2269322" y="937042"/>
                  <a:pt x="2269322" y="924778"/>
                </a:cubicBezTo>
                <a:cubicBezTo>
                  <a:pt x="2269322" y="912514"/>
                  <a:pt x="2279265" y="902571"/>
                  <a:pt x="2291530" y="902571"/>
                </a:cubicBezTo>
                <a:close/>
                <a:moveTo>
                  <a:pt x="2149697" y="902571"/>
                </a:moveTo>
                <a:cubicBezTo>
                  <a:pt x="2161961" y="902571"/>
                  <a:pt x="2171903" y="912514"/>
                  <a:pt x="2171903" y="924778"/>
                </a:cubicBezTo>
                <a:cubicBezTo>
                  <a:pt x="2171903" y="937042"/>
                  <a:pt x="2161961" y="946985"/>
                  <a:pt x="2149697" y="946985"/>
                </a:cubicBezTo>
                <a:cubicBezTo>
                  <a:pt x="2137432" y="946985"/>
                  <a:pt x="2127491" y="937042"/>
                  <a:pt x="2127491" y="924778"/>
                </a:cubicBezTo>
                <a:cubicBezTo>
                  <a:pt x="2127491" y="912514"/>
                  <a:pt x="2137432" y="902571"/>
                  <a:pt x="2149697" y="902571"/>
                </a:cubicBezTo>
                <a:close/>
                <a:moveTo>
                  <a:pt x="2007864" y="902571"/>
                </a:moveTo>
                <a:cubicBezTo>
                  <a:pt x="2020128" y="902571"/>
                  <a:pt x="2030072" y="912514"/>
                  <a:pt x="2030072" y="924778"/>
                </a:cubicBezTo>
                <a:cubicBezTo>
                  <a:pt x="2030072" y="937042"/>
                  <a:pt x="2020128" y="946985"/>
                  <a:pt x="2007864" y="946985"/>
                </a:cubicBezTo>
                <a:cubicBezTo>
                  <a:pt x="1995600" y="946985"/>
                  <a:pt x="1985657" y="937042"/>
                  <a:pt x="1985657" y="924778"/>
                </a:cubicBezTo>
                <a:cubicBezTo>
                  <a:pt x="1985657" y="912514"/>
                  <a:pt x="1995600" y="902571"/>
                  <a:pt x="2007864" y="902571"/>
                </a:cubicBezTo>
                <a:close/>
                <a:moveTo>
                  <a:pt x="1866032" y="902571"/>
                </a:moveTo>
                <a:cubicBezTo>
                  <a:pt x="1878296" y="902571"/>
                  <a:pt x="1888238" y="912514"/>
                  <a:pt x="1888238" y="924778"/>
                </a:cubicBezTo>
                <a:cubicBezTo>
                  <a:pt x="1888238" y="937042"/>
                  <a:pt x="1878296" y="946985"/>
                  <a:pt x="1866032" y="946985"/>
                </a:cubicBezTo>
                <a:cubicBezTo>
                  <a:pt x="1853767" y="946985"/>
                  <a:pt x="1843825" y="937042"/>
                  <a:pt x="1843825" y="924778"/>
                </a:cubicBezTo>
                <a:cubicBezTo>
                  <a:pt x="1843825" y="912514"/>
                  <a:pt x="1853767" y="902571"/>
                  <a:pt x="1866032" y="902571"/>
                </a:cubicBezTo>
                <a:close/>
                <a:moveTo>
                  <a:pt x="1724199" y="902571"/>
                </a:moveTo>
                <a:cubicBezTo>
                  <a:pt x="1736463" y="902571"/>
                  <a:pt x="1746405" y="912514"/>
                  <a:pt x="1746405" y="924778"/>
                </a:cubicBezTo>
                <a:cubicBezTo>
                  <a:pt x="1746405" y="937042"/>
                  <a:pt x="1736463" y="946985"/>
                  <a:pt x="1724199" y="946985"/>
                </a:cubicBezTo>
                <a:cubicBezTo>
                  <a:pt x="1711934" y="946985"/>
                  <a:pt x="1701992" y="937042"/>
                  <a:pt x="1701992" y="924778"/>
                </a:cubicBezTo>
                <a:cubicBezTo>
                  <a:pt x="1701992" y="912514"/>
                  <a:pt x="1711934" y="902571"/>
                  <a:pt x="1724199" y="902571"/>
                </a:cubicBezTo>
                <a:close/>
                <a:moveTo>
                  <a:pt x="1582366" y="902571"/>
                </a:moveTo>
                <a:cubicBezTo>
                  <a:pt x="1594630" y="902571"/>
                  <a:pt x="1604573" y="912514"/>
                  <a:pt x="1604573" y="924778"/>
                </a:cubicBezTo>
                <a:cubicBezTo>
                  <a:pt x="1604573" y="937042"/>
                  <a:pt x="1594630" y="946985"/>
                  <a:pt x="1582366" y="946985"/>
                </a:cubicBezTo>
                <a:cubicBezTo>
                  <a:pt x="1570102" y="946985"/>
                  <a:pt x="1560160" y="937042"/>
                  <a:pt x="1560160" y="924778"/>
                </a:cubicBezTo>
                <a:cubicBezTo>
                  <a:pt x="1560160" y="912514"/>
                  <a:pt x="1570102" y="902571"/>
                  <a:pt x="1582366" y="902571"/>
                </a:cubicBezTo>
                <a:close/>
                <a:moveTo>
                  <a:pt x="1440534" y="902571"/>
                </a:moveTo>
                <a:cubicBezTo>
                  <a:pt x="1452798" y="902571"/>
                  <a:pt x="1462740" y="912514"/>
                  <a:pt x="1462740" y="924778"/>
                </a:cubicBezTo>
                <a:cubicBezTo>
                  <a:pt x="1462740" y="937042"/>
                  <a:pt x="1452798" y="946985"/>
                  <a:pt x="1440534" y="946985"/>
                </a:cubicBezTo>
                <a:cubicBezTo>
                  <a:pt x="1428269" y="946985"/>
                  <a:pt x="1418327" y="937042"/>
                  <a:pt x="1418327" y="924778"/>
                </a:cubicBezTo>
                <a:cubicBezTo>
                  <a:pt x="1418327" y="912514"/>
                  <a:pt x="1428269" y="902571"/>
                  <a:pt x="1440534" y="902571"/>
                </a:cubicBezTo>
                <a:close/>
                <a:moveTo>
                  <a:pt x="1298701" y="902571"/>
                </a:moveTo>
                <a:cubicBezTo>
                  <a:pt x="1310965" y="902571"/>
                  <a:pt x="1320907" y="912514"/>
                  <a:pt x="1320907" y="924778"/>
                </a:cubicBezTo>
                <a:cubicBezTo>
                  <a:pt x="1320907" y="937042"/>
                  <a:pt x="1310965" y="946985"/>
                  <a:pt x="1298701" y="946985"/>
                </a:cubicBezTo>
                <a:cubicBezTo>
                  <a:pt x="1286436" y="946985"/>
                  <a:pt x="1276494" y="937042"/>
                  <a:pt x="1276494" y="924778"/>
                </a:cubicBezTo>
                <a:cubicBezTo>
                  <a:pt x="1276494" y="912514"/>
                  <a:pt x="1286436" y="902571"/>
                  <a:pt x="1298701" y="902571"/>
                </a:cubicBezTo>
                <a:close/>
                <a:moveTo>
                  <a:pt x="1156868" y="902571"/>
                </a:moveTo>
                <a:cubicBezTo>
                  <a:pt x="1169133" y="902571"/>
                  <a:pt x="1179075" y="912514"/>
                  <a:pt x="1179075" y="924778"/>
                </a:cubicBezTo>
                <a:cubicBezTo>
                  <a:pt x="1179075" y="937042"/>
                  <a:pt x="1169133" y="946985"/>
                  <a:pt x="1156868" y="946985"/>
                </a:cubicBezTo>
                <a:cubicBezTo>
                  <a:pt x="1144604" y="946985"/>
                  <a:pt x="1134662" y="937042"/>
                  <a:pt x="1134662" y="924778"/>
                </a:cubicBezTo>
                <a:cubicBezTo>
                  <a:pt x="1134662" y="912514"/>
                  <a:pt x="1144604" y="902571"/>
                  <a:pt x="1156868" y="902571"/>
                </a:cubicBezTo>
                <a:close/>
                <a:moveTo>
                  <a:pt x="1015036" y="902571"/>
                </a:moveTo>
                <a:cubicBezTo>
                  <a:pt x="1027300" y="902571"/>
                  <a:pt x="1037242" y="912514"/>
                  <a:pt x="1037242" y="924778"/>
                </a:cubicBezTo>
                <a:cubicBezTo>
                  <a:pt x="1037242" y="937042"/>
                  <a:pt x="1027300" y="946985"/>
                  <a:pt x="1015036" y="946985"/>
                </a:cubicBezTo>
                <a:cubicBezTo>
                  <a:pt x="1002771" y="946985"/>
                  <a:pt x="992829" y="937042"/>
                  <a:pt x="992829" y="924778"/>
                </a:cubicBezTo>
                <a:cubicBezTo>
                  <a:pt x="992829" y="912514"/>
                  <a:pt x="1002771" y="902571"/>
                  <a:pt x="1015036" y="902571"/>
                </a:cubicBezTo>
                <a:close/>
                <a:moveTo>
                  <a:pt x="873203" y="902571"/>
                </a:moveTo>
                <a:cubicBezTo>
                  <a:pt x="885467" y="902571"/>
                  <a:pt x="895409" y="912514"/>
                  <a:pt x="895409" y="924778"/>
                </a:cubicBezTo>
                <a:cubicBezTo>
                  <a:pt x="895409" y="937042"/>
                  <a:pt x="885467" y="946985"/>
                  <a:pt x="873203" y="946985"/>
                </a:cubicBezTo>
                <a:cubicBezTo>
                  <a:pt x="860938" y="946985"/>
                  <a:pt x="850996" y="937042"/>
                  <a:pt x="850996" y="924778"/>
                </a:cubicBezTo>
                <a:cubicBezTo>
                  <a:pt x="850996" y="912514"/>
                  <a:pt x="860938" y="902571"/>
                  <a:pt x="873203" y="902571"/>
                </a:cubicBezTo>
                <a:close/>
                <a:moveTo>
                  <a:pt x="731370" y="902571"/>
                </a:moveTo>
                <a:cubicBezTo>
                  <a:pt x="743635" y="902571"/>
                  <a:pt x="753577" y="912514"/>
                  <a:pt x="753577" y="924778"/>
                </a:cubicBezTo>
                <a:cubicBezTo>
                  <a:pt x="753577" y="937042"/>
                  <a:pt x="743635" y="946985"/>
                  <a:pt x="731370" y="946985"/>
                </a:cubicBezTo>
                <a:cubicBezTo>
                  <a:pt x="719106" y="946985"/>
                  <a:pt x="709164" y="937042"/>
                  <a:pt x="709164" y="924778"/>
                </a:cubicBezTo>
                <a:cubicBezTo>
                  <a:pt x="709164" y="912514"/>
                  <a:pt x="719106" y="902571"/>
                  <a:pt x="731370" y="902571"/>
                </a:cubicBezTo>
                <a:close/>
                <a:moveTo>
                  <a:pt x="589538" y="902571"/>
                </a:moveTo>
                <a:cubicBezTo>
                  <a:pt x="601802" y="902571"/>
                  <a:pt x="611744" y="912514"/>
                  <a:pt x="611744" y="924778"/>
                </a:cubicBezTo>
                <a:cubicBezTo>
                  <a:pt x="611744" y="937042"/>
                  <a:pt x="601802" y="946985"/>
                  <a:pt x="589538" y="946985"/>
                </a:cubicBezTo>
                <a:cubicBezTo>
                  <a:pt x="577273" y="946985"/>
                  <a:pt x="567331" y="937042"/>
                  <a:pt x="567331" y="924778"/>
                </a:cubicBezTo>
                <a:cubicBezTo>
                  <a:pt x="567331" y="912514"/>
                  <a:pt x="577273" y="902571"/>
                  <a:pt x="589538" y="902571"/>
                </a:cubicBezTo>
                <a:close/>
                <a:moveTo>
                  <a:pt x="447705" y="902571"/>
                </a:moveTo>
                <a:cubicBezTo>
                  <a:pt x="459969" y="902571"/>
                  <a:pt x="469911" y="912514"/>
                  <a:pt x="469911" y="924778"/>
                </a:cubicBezTo>
                <a:cubicBezTo>
                  <a:pt x="469911" y="937042"/>
                  <a:pt x="459969" y="946985"/>
                  <a:pt x="447705" y="946985"/>
                </a:cubicBezTo>
                <a:cubicBezTo>
                  <a:pt x="435440" y="946985"/>
                  <a:pt x="425498" y="937042"/>
                  <a:pt x="425498" y="924778"/>
                </a:cubicBezTo>
                <a:cubicBezTo>
                  <a:pt x="425498" y="912514"/>
                  <a:pt x="435440" y="902571"/>
                  <a:pt x="447705" y="902571"/>
                </a:cubicBezTo>
                <a:close/>
                <a:moveTo>
                  <a:pt x="305872" y="902571"/>
                </a:moveTo>
                <a:cubicBezTo>
                  <a:pt x="318137" y="902571"/>
                  <a:pt x="328079" y="912514"/>
                  <a:pt x="328079" y="924778"/>
                </a:cubicBezTo>
                <a:cubicBezTo>
                  <a:pt x="328079" y="937042"/>
                  <a:pt x="318137" y="946985"/>
                  <a:pt x="305872" y="946985"/>
                </a:cubicBezTo>
                <a:cubicBezTo>
                  <a:pt x="293608" y="946985"/>
                  <a:pt x="283666" y="937042"/>
                  <a:pt x="283666" y="924778"/>
                </a:cubicBezTo>
                <a:cubicBezTo>
                  <a:pt x="283666" y="912514"/>
                  <a:pt x="293608" y="902571"/>
                  <a:pt x="305872" y="902571"/>
                </a:cubicBezTo>
                <a:close/>
                <a:moveTo>
                  <a:pt x="164040" y="902571"/>
                </a:moveTo>
                <a:cubicBezTo>
                  <a:pt x="176304" y="902571"/>
                  <a:pt x="186246" y="912514"/>
                  <a:pt x="186246" y="924778"/>
                </a:cubicBezTo>
                <a:cubicBezTo>
                  <a:pt x="186246" y="937042"/>
                  <a:pt x="176304" y="946985"/>
                  <a:pt x="164040" y="946985"/>
                </a:cubicBezTo>
                <a:lnTo>
                  <a:pt x="149057" y="940779"/>
                </a:lnTo>
                <a:lnTo>
                  <a:pt x="149576" y="908562"/>
                </a:lnTo>
                <a:close/>
                <a:moveTo>
                  <a:pt x="2290767" y="773949"/>
                </a:moveTo>
                <a:lnTo>
                  <a:pt x="2312096" y="799800"/>
                </a:lnTo>
                <a:lnTo>
                  <a:pt x="2307232" y="811542"/>
                </a:lnTo>
                <a:cubicBezTo>
                  <a:pt x="2303214" y="815560"/>
                  <a:pt x="2297662" y="818046"/>
                  <a:pt x="2291530" y="818046"/>
                </a:cubicBezTo>
                <a:cubicBezTo>
                  <a:pt x="2279265" y="818046"/>
                  <a:pt x="2269322" y="808104"/>
                  <a:pt x="2269322" y="795839"/>
                </a:cubicBezTo>
                <a:cubicBezTo>
                  <a:pt x="2269322" y="789707"/>
                  <a:pt x="2271808" y="784155"/>
                  <a:pt x="2275827" y="780137"/>
                </a:cubicBezTo>
                <a:close/>
                <a:moveTo>
                  <a:pt x="2149697" y="773633"/>
                </a:moveTo>
                <a:cubicBezTo>
                  <a:pt x="2161961" y="773633"/>
                  <a:pt x="2171903" y="783575"/>
                  <a:pt x="2171903" y="795839"/>
                </a:cubicBezTo>
                <a:cubicBezTo>
                  <a:pt x="2171903" y="808104"/>
                  <a:pt x="2161961" y="818046"/>
                  <a:pt x="2149697" y="818046"/>
                </a:cubicBezTo>
                <a:cubicBezTo>
                  <a:pt x="2137432" y="818046"/>
                  <a:pt x="2127491" y="808104"/>
                  <a:pt x="2127491" y="795839"/>
                </a:cubicBezTo>
                <a:cubicBezTo>
                  <a:pt x="2127491" y="783575"/>
                  <a:pt x="2137432" y="773633"/>
                  <a:pt x="2149697" y="773633"/>
                </a:cubicBezTo>
                <a:close/>
                <a:moveTo>
                  <a:pt x="2007864" y="773633"/>
                </a:moveTo>
                <a:cubicBezTo>
                  <a:pt x="2020128" y="773633"/>
                  <a:pt x="2030072" y="783575"/>
                  <a:pt x="2030072" y="795839"/>
                </a:cubicBezTo>
                <a:cubicBezTo>
                  <a:pt x="2030072" y="808104"/>
                  <a:pt x="2020128" y="818046"/>
                  <a:pt x="2007864" y="818046"/>
                </a:cubicBezTo>
                <a:cubicBezTo>
                  <a:pt x="1995600" y="818046"/>
                  <a:pt x="1985657" y="808104"/>
                  <a:pt x="1985657" y="795839"/>
                </a:cubicBezTo>
                <a:cubicBezTo>
                  <a:pt x="1985657" y="783575"/>
                  <a:pt x="1995600" y="773633"/>
                  <a:pt x="2007864" y="773633"/>
                </a:cubicBezTo>
                <a:close/>
                <a:moveTo>
                  <a:pt x="1866032" y="773633"/>
                </a:moveTo>
                <a:cubicBezTo>
                  <a:pt x="1878296" y="773633"/>
                  <a:pt x="1888238" y="783575"/>
                  <a:pt x="1888238" y="795839"/>
                </a:cubicBezTo>
                <a:cubicBezTo>
                  <a:pt x="1888238" y="808104"/>
                  <a:pt x="1878296" y="818046"/>
                  <a:pt x="1866032" y="818046"/>
                </a:cubicBezTo>
                <a:cubicBezTo>
                  <a:pt x="1853767" y="818046"/>
                  <a:pt x="1843825" y="808104"/>
                  <a:pt x="1843825" y="795839"/>
                </a:cubicBezTo>
                <a:cubicBezTo>
                  <a:pt x="1843825" y="783575"/>
                  <a:pt x="1853767" y="773633"/>
                  <a:pt x="1866032" y="773633"/>
                </a:cubicBezTo>
                <a:close/>
                <a:moveTo>
                  <a:pt x="1724199" y="773633"/>
                </a:moveTo>
                <a:cubicBezTo>
                  <a:pt x="1736463" y="773633"/>
                  <a:pt x="1746405" y="783575"/>
                  <a:pt x="1746405" y="795839"/>
                </a:cubicBezTo>
                <a:cubicBezTo>
                  <a:pt x="1746405" y="808104"/>
                  <a:pt x="1736463" y="818046"/>
                  <a:pt x="1724199" y="818046"/>
                </a:cubicBezTo>
                <a:cubicBezTo>
                  <a:pt x="1711934" y="818046"/>
                  <a:pt x="1701992" y="808104"/>
                  <a:pt x="1701992" y="795839"/>
                </a:cubicBezTo>
                <a:cubicBezTo>
                  <a:pt x="1701992" y="783575"/>
                  <a:pt x="1711934" y="773633"/>
                  <a:pt x="1724199" y="773633"/>
                </a:cubicBezTo>
                <a:close/>
                <a:moveTo>
                  <a:pt x="1582366" y="773633"/>
                </a:moveTo>
                <a:cubicBezTo>
                  <a:pt x="1594630" y="773633"/>
                  <a:pt x="1604573" y="783575"/>
                  <a:pt x="1604573" y="795839"/>
                </a:cubicBezTo>
                <a:cubicBezTo>
                  <a:pt x="1604573" y="808104"/>
                  <a:pt x="1594630" y="818046"/>
                  <a:pt x="1582366" y="818046"/>
                </a:cubicBezTo>
                <a:cubicBezTo>
                  <a:pt x="1570102" y="818046"/>
                  <a:pt x="1560160" y="808104"/>
                  <a:pt x="1560160" y="795839"/>
                </a:cubicBezTo>
                <a:cubicBezTo>
                  <a:pt x="1560160" y="783575"/>
                  <a:pt x="1570102" y="773633"/>
                  <a:pt x="1582366" y="773633"/>
                </a:cubicBezTo>
                <a:close/>
                <a:moveTo>
                  <a:pt x="1440534" y="773633"/>
                </a:moveTo>
                <a:cubicBezTo>
                  <a:pt x="1452798" y="773633"/>
                  <a:pt x="1462740" y="783575"/>
                  <a:pt x="1462740" y="795839"/>
                </a:cubicBezTo>
                <a:cubicBezTo>
                  <a:pt x="1462740" y="808104"/>
                  <a:pt x="1452798" y="818046"/>
                  <a:pt x="1440534" y="818046"/>
                </a:cubicBezTo>
                <a:cubicBezTo>
                  <a:pt x="1428269" y="818046"/>
                  <a:pt x="1418327" y="808104"/>
                  <a:pt x="1418327" y="795839"/>
                </a:cubicBezTo>
                <a:cubicBezTo>
                  <a:pt x="1418327" y="783575"/>
                  <a:pt x="1428269" y="773633"/>
                  <a:pt x="1440534" y="773633"/>
                </a:cubicBezTo>
                <a:close/>
                <a:moveTo>
                  <a:pt x="1298701" y="773633"/>
                </a:moveTo>
                <a:cubicBezTo>
                  <a:pt x="1310965" y="773633"/>
                  <a:pt x="1320907" y="783575"/>
                  <a:pt x="1320907" y="795839"/>
                </a:cubicBezTo>
                <a:cubicBezTo>
                  <a:pt x="1320907" y="808104"/>
                  <a:pt x="1310965" y="818046"/>
                  <a:pt x="1298701" y="818046"/>
                </a:cubicBezTo>
                <a:cubicBezTo>
                  <a:pt x="1286436" y="818046"/>
                  <a:pt x="1276494" y="808104"/>
                  <a:pt x="1276494" y="795839"/>
                </a:cubicBezTo>
                <a:cubicBezTo>
                  <a:pt x="1276494" y="783575"/>
                  <a:pt x="1286436" y="773633"/>
                  <a:pt x="1298701" y="773633"/>
                </a:cubicBezTo>
                <a:close/>
                <a:moveTo>
                  <a:pt x="1156868" y="773633"/>
                </a:moveTo>
                <a:cubicBezTo>
                  <a:pt x="1169133" y="773633"/>
                  <a:pt x="1179075" y="783575"/>
                  <a:pt x="1179075" y="795839"/>
                </a:cubicBezTo>
                <a:cubicBezTo>
                  <a:pt x="1179075" y="808104"/>
                  <a:pt x="1169133" y="818046"/>
                  <a:pt x="1156868" y="818046"/>
                </a:cubicBezTo>
                <a:cubicBezTo>
                  <a:pt x="1144604" y="818046"/>
                  <a:pt x="1134662" y="808104"/>
                  <a:pt x="1134662" y="795839"/>
                </a:cubicBezTo>
                <a:cubicBezTo>
                  <a:pt x="1134662" y="783575"/>
                  <a:pt x="1144604" y="773633"/>
                  <a:pt x="1156868" y="773633"/>
                </a:cubicBezTo>
                <a:close/>
                <a:moveTo>
                  <a:pt x="1015036" y="773633"/>
                </a:moveTo>
                <a:cubicBezTo>
                  <a:pt x="1027300" y="773633"/>
                  <a:pt x="1037242" y="783575"/>
                  <a:pt x="1037242" y="795839"/>
                </a:cubicBezTo>
                <a:cubicBezTo>
                  <a:pt x="1037242" y="808104"/>
                  <a:pt x="1027300" y="818046"/>
                  <a:pt x="1015036" y="818046"/>
                </a:cubicBezTo>
                <a:cubicBezTo>
                  <a:pt x="1002771" y="818046"/>
                  <a:pt x="992829" y="808104"/>
                  <a:pt x="992829" y="795839"/>
                </a:cubicBezTo>
                <a:cubicBezTo>
                  <a:pt x="992829" y="783575"/>
                  <a:pt x="1002771" y="773633"/>
                  <a:pt x="1015036" y="773633"/>
                </a:cubicBezTo>
                <a:close/>
                <a:moveTo>
                  <a:pt x="873203" y="773633"/>
                </a:moveTo>
                <a:cubicBezTo>
                  <a:pt x="885467" y="773633"/>
                  <a:pt x="895409" y="783575"/>
                  <a:pt x="895409" y="795839"/>
                </a:cubicBezTo>
                <a:cubicBezTo>
                  <a:pt x="895409" y="808104"/>
                  <a:pt x="885467" y="818046"/>
                  <a:pt x="873203" y="818046"/>
                </a:cubicBezTo>
                <a:cubicBezTo>
                  <a:pt x="860938" y="818046"/>
                  <a:pt x="850996" y="808104"/>
                  <a:pt x="850996" y="795839"/>
                </a:cubicBezTo>
                <a:cubicBezTo>
                  <a:pt x="850996" y="783575"/>
                  <a:pt x="860938" y="773633"/>
                  <a:pt x="873203" y="773633"/>
                </a:cubicBezTo>
                <a:close/>
                <a:moveTo>
                  <a:pt x="731370" y="773633"/>
                </a:moveTo>
                <a:cubicBezTo>
                  <a:pt x="743635" y="773633"/>
                  <a:pt x="753577" y="783575"/>
                  <a:pt x="753577" y="795839"/>
                </a:cubicBezTo>
                <a:cubicBezTo>
                  <a:pt x="753577" y="808104"/>
                  <a:pt x="743635" y="818046"/>
                  <a:pt x="731370" y="818046"/>
                </a:cubicBezTo>
                <a:cubicBezTo>
                  <a:pt x="719106" y="818046"/>
                  <a:pt x="709164" y="808104"/>
                  <a:pt x="709164" y="795839"/>
                </a:cubicBezTo>
                <a:cubicBezTo>
                  <a:pt x="709164" y="783575"/>
                  <a:pt x="719106" y="773633"/>
                  <a:pt x="731370" y="773633"/>
                </a:cubicBezTo>
                <a:close/>
                <a:moveTo>
                  <a:pt x="589538" y="773633"/>
                </a:moveTo>
                <a:cubicBezTo>
                  <a:pt x="601802" y="773633"/>
                  <a:pt x="611744" y="783575"/>
                  <a:pt x="611744" y="795839"/>
                </a:cubicBezTo>
                <a:cubicBezTo>
                  <a:pt x="611744" y="808104"/>
                  <a:pt x="601802" y="818046"/>
                  <a:pt x="589538" y="818046"/>
                </a:cubicBezTo>
                <a:cubicBezTo>
                  <a:pt x="577273" y="818046"/>
                  <a:pt x="567331" y="808104"/>
                  <a:pt x="567331" y="795839"/>
                </a:cubicBezTo>
                <a:cubicBezTo>
                  <a:pt x="567331" y="783575"/>
                  <a:pt x="577273" y="773633"/>
                  <a:pt x="589538" y="773633"/>
                </a:cubicBezTo>
                <a:close/>
                <a:moveTo>
                  <a:pt x="447705" y="773633"/>
                </a:moveTo>
                <a:cubicBezTo>
                  <a:pt x="459969" y="773633"/>
                  <a:pt x="469911" y="783575"/>
                  <a:pt x="469911" y="795839"/>
                </a:cubicBezTo>
                <a:cubicBezTo>
                  <a:pt x="469911" y="808104"/>
                  <a:pt x="459969" y="818046"/>
                  <a:pt x="447705" y="818046"/>
                </a:cubicBezTo>
                <a:cubicBezTo>
                  <a:pt x="435440" y="818046"/>
                  <a:pt x="425498" y="808104"/>
                  <a:pt x="425498" y="795839"/>
                </a:cubicBezTo>
                <a:cubicBezTo>
                  <a:pt x="425498" y="783575"/>
                  <a:pt x="435440" y="773633"/>
                  <a:pt x="447705" y="773633"/>
                </a:cubicBezTo>
                <a:close/>
                <a:moveTo>
                  <a:pt x="305872" y="773633"/>
                </a:moveTo>
                <a:cubicBezTo>
                  <a:pt x="318137" y="773633"/>
                  <a:pt x="328079" y="783575"/>
                  <a:pt x="328079" y="795839"/>
                </a:cubicBezTo>
                <a:cubicBezTo>
                  <a:pt x="328079" y="808104"/>
                  <a:pt x="318137" y="818046"/>
                  <a:pt x="305872" y="818046"/>
                </a:cubicBezTo>
                <a:cubicBezTo>
                  <a:pt x="293608" y="818046"/>
                  <a:pt x="283666" y="808104"/>
                  <a:pt x="283666" y="795839"/>
                </a:cubicBezTo>
                <a:cubicBezTo>
                  <a:pt x="283666" y="783575"/>
                  <a:pt x="293608" y="773633"/>
                  <a:pt x="305872" y="773633"/>
                </a:cubicBezTo>
                <a:close/>
                <a:moveTo>
                  <a:pt x="164040" y="773633"/>
                </a:moveTo>
                <a:cubicBezTo>
                  <a:pt x="176304" y="773633"/>
                  <a:pt x="186246" y="783575"/>
                  <a:pt x="186246" y="795839"/>
                </a:cubicBezTo>
                <a:cubicBezTo>
                  <a:pt x="186246" y="808104"/>
                  <a:pt x="176304" y="818046"/>
                  <a:pt x="164040" y="818046"/>
                </a:cubicBezTo>
                <a:lnTo>
                  <a:pt x="151122" y="812695"/>
                </a:lnTo>
                <a:lnTo>
                  <a:pt x="151669" y="778757"/>
                </a:lnTo>
                <a:close/>
                <a:moveTo>
                  <a:pt x="2138192" y="649459"/>
                </a:moveTo>
                <a:lnTo>
                  <a:pt x="2171613" y="667600"/>
                </a:lnTo>
                <a:lnTo>
                  <a:pt x="2165399" y="682603"/>
                </a:lnTo>
                <a:cubicBezTo>
                  <a:pt x="2161380" y="686622"/>
                  <a:pt x="2155829" y="689107"/>
                  <a:pt x="2149697" y="689107"/>
                </a:cubicBezTo>
                <a:cubicBezTo>
                  <a:pt x="2137432" y="689107"/>
                  <a:pt x="2127491" y="679165"/>
                  <a:pt x="2127491" y="666900"/>
                </a:cubicBezTo>
                <a:cubicBezTo>
                  <a:pt x="2127491" y="660768"/>
                  <a:pt x="2129976" y="655217"/>
                  <a:pt x="2133995" y="651198"/>
                </a:cubicBezTo>
                <a:close/>
                <a:moveTo>
                  <a:pt x="2007864" y="644694"/>
                </a:moveTo>
                <a:cubicBezTo>
                  <a:pt x="2020128" y="644694"/>
                  <a:pt x="2030072" y="654636"/>
                  <a:pt x="2030072" y="666900"/>
                </a:cubicBezTo>
                <a:cubicBezTo>
                  <a:pt x="2030072" y="679165"/>
                  <a:pt x="2020128" y="689107"/>
                  <a:pt x="2007864" y="689107"/>
                </a:cubicBezTo>
                <a:cubicBezTo>
                  <a:pt x="1995600" y="689107"/>
                  <a:pt x="1985657" y="679165"/>
                  <a:pt x="1985657" y="666900"/>
                </a:cubicBezTo>
                <a:cubicBezTo>
                  <a:pt x="1985657" y="654636"/>
                  <a:pt x="1995600" y="644694"/>
                  <a:pt x="2007864" y="644694"/>
                </a:cubicBezTo>
                <a:close/>
                <a:moveTo>
                  <a:pt x="1866032" y="644694"/>
                </a:moveTo>
                <a:cubicBezTo>
                  <a:pt x="1878296" y="644694"/>
                  <a:pt x="1888238" y="654636"/>
                  <a:pt x="1888238" y="666900"/>
                </a:cubicBezTo>
                <a:cubicBezTo>
                  <a:pt x="1888238" y="679165"/>
                  <a:pt x="1878296" y="689107"/>
                  <a:pt x="1866032" y="689107"/>
                </a:cubicBezTo>
                <a:cubicBezTo>
                  <a:pt x="1853767" y="689107"/>
                  <a:pt x="1843825" y="679165"/>
                  <a:pt x="1843825" y="666900"/>
                </a:cubicBezTo>
                <a:cubicBezTo>
                  <a:pt x="1843825" y="654636"/>
                  <a:pt x="1853767" y="644694"/>
                  <a:pt x="1866032" y="644694"/>
                </a:cubicBezTo>
                <a:close/>
                <a:moveTo>
                  <a:pt x="1724199" y="644694"/>
                </a:moveTo>
                <a:cubicBezTo>
                  <a:pt x="1736463" y="644694"/>
                  <a:pt x="1746405" y="654636"/>
                  <a:pt x="1746405" y="666900"/>
                </a:cubicBezTo>
                <a:cubicBezTo>
                  <a:pt x="1746405" y="679165"/>
                  <a:pt x="1736463" y="689107"/>
                  <a:pt x="1724199" y="689107"/>
                </a:cubicBezTo>
                <a:cubicBezTo>
                  <a:pt x="1711934" y="689107"/>
                  <a:pt x="1701992" y="679165"/>
                  <a:pt x="1701992" y="666900"/>
                </a:cubicBezTo>
                <a:cubicBezTo>
                  <a:pt x="1701992" y="654636"/>
                  <a:pt x="1711934" y="644694"/>
                  <a:pt x="1724199" y="644694"/>
                </a:cubicBezTo>
                <a:close/>
                <a:moveTo>
                  <a:pt x="1582366" y="644694"/>
                </a:moveTo>
                <a:cubicBezTo>
                  <a:pt x="1594630" y="644694"/>
                  <a:pt x="1604573" y="654636"/>
                  <a:pt x="1604573" y="666900"/>
                </a:cubicBezTo>
                <a:cubicBezTo>
                  <a:pt x="1604573" y="679165"/>
                  <a:pt x="1594630" y="689107"/>
                  <a:pt x="1582366" y="689107"/>
                </a:cubicBezTo>
                <a:cubicBezTo>
                  <a:pt x="1570102" y="689107"/>
                  <a:pt x="1560160" y="679165"/>
                  <a:pt x="1560160" y="666900"/>
                </a:cubicBezTo>
                <a:cubicBezTo>
                  <a:pt x="1560160" y="654636"/>
                  <a:pt x="1570102" y="644694"/>
                  <a:pt x="1582366" y="644694"/>
                </a:cubicBezTo>
                <a:close/>
                <a:moveTo>
                  <a:pt x="1440534" y="644694"/>
                </a:moveTo>
                <a:cubicBezTo>
                  <a:pt x="1452798" y="644694"/>
                  <a:pt x="1462740" y="654636"/>
                  <a:pt x="1462740" y="666900"/>
                </a:cubicBezTo>
                <a:cubicBezTo>
                  <a:pt x="1462740" y="679165"/>
                  <a:pt x="1452798" y="689107"/>
                  <a:pt x="1440534" y="689107"/>
                </a:cubicBezTo>
                <a:cubicBezTo>
                  <a:pt x="1428269" y="689107"/>
                  <a:pt x="1418327" y="679165"/>
                  <a:pt x="1418327" y="666900"/>
                </a:cubicBezTo>
                <a:cubicBezTo>
                  <a:pt x="1418327" y="654636"/>
                  <a:pt x="1428269" y="644694"/>
                  <a:pt x="1440534" y="644694"/>
                </a:cubicBezTo>
                <a:close/>
                <a:moveTo>
                  <a:pt x="1298701" y="644694"/>
                </a:moveTo>
                <a:cubicBezTo>
                  <a:pt x="1310965" y="644694"/>
                  <a:pt x="1320907" y="654636"/>
                  <a:pt x="1320907" y="666900"/>
                </a:cubicBezTo>
                <a:cubicBezTo>
                  <a:pt x="1320907" y="679165"/>
                  <a:pt x="1310965" y="689107"/>
                  <a:pt x="1298701" y="689107"/>
                </a:cubicBezTo>
                <a:cubicBezTo>
                  <a:pt x="1286436" y="689107"/>
                  <a:pt x="1276494" y="679165"/>
                  <a:pt x="1276494" y="666900"/>
                </a:cubicBezTo>
                <a:cubicBezTo>
                  <a:pt x="1276494" y="654636"/>
                  <a:pt x="1286436" y="644694"/>
                  <a:pt x="1298701" y="644694"/>
                </a:cubicBezTo>
                <a:close/>
                <a:moveTo>
                  <a:pt x="1156868" y="644694"/>
                </a:moveTo>
                <a:cubicBezTo>
                  <a:pt x="1169133" y="644694"/>
                  <a:pt x="1179075" y="654636"/>
                  <a:pt x="1179075" y="666900"/>
                </a:cubicBezTo>
                <a:cubicBezTo>
                  <a:pt x="1179075" y="679165"/>
                  <a:pt x="1169133" y="689107"/>
                  <a:pt x="1156868" y="689107"/>
                </a:cubicBezTo>
                <a:cubicBezTo>
                  <a:pt x="1144604" y="689107"/>
                  <a:pt x="1134662" y="679165"/>
                  <a:pt x="1134662" y="666900"/>
                </a:cubicBezTo>
                <a:cubicBezTo>
                  <a:pt x="1134662" y="654636"/>
                  <a:pt x="1144604" y="644694"/>
                  <a:pt x="1156868" y="644694"/>
                </a:cubicBezTo>
                <a:close/>
                <a:moveTo>
                  <a:pt x="1015036" y="644694"/>
                </a:moveTo>
                <a:cubicBezTo>
                  <a:pt x="1027300" y="644694"/>
                  <a:pt x="1037242" y="654636"/>
                  <a:pt x="1037242" y="666900"/>
                </a:cubicBezTo>
                <a:cubicBezTo>
                  <a:pt x="1037242" y="679165"/>
                  <a:pt x="1027300" y="689107"/>
                  <a:pt x="1015036" y="689107"/>
                </a:cubicBezTo>
                <a:cubicBezTo>
                  <a:pt x="1002771" y="689107"/>
                  <a:pt x="992829" y="679165"/>
                  <a:pt x="992829" y="666900"/>
                </a:cubicBezTo>
                <a:cubicBezTo>
                  <a:pt x="992829" y="654636"/>
                  <a:pt x="1002771" y="644694"/>
                  <a:pt x="1015036" y="644694"/>
                </a:cubicBezTo>
                <a:close/>
                <a:moveTo>
                  <a:pt x="873203" y="644694"/>
                </a:moveTo>
                <a:cubicBezTo>
                  <a:pt x="885467" y="644694"/>
                  <a:pt x="895409" y="654636"/>
                  <a:pt x="895409" y="666900"/>
                </a:cubicBezTo>
                <a:cubicBezTo>
                  <a:pt x="895409" y="679165"/>
                  <a:pt x="885467" y="689107"/>
                  <a:pt x="873203" y="689107"/>
                </a:cubicBezTo>
                <a:cubicBezTo>
                  <a:pt x="860938" y="689107"/>
                  <a:pt x="850996" y="679165"/>
                  <a:pt x="850996" y="666900"/>
                </a:cubicBezTo>
                <a:cubicBezTo>
                  <a:pt x="850996" y="654636"/>
                  <a:pt x="860938" y="644694"/>
                  <a:pt x="873203" y="644694"/>
                </a:cubicBezTo>
                <a:close/>
                <a:moveTo>
                  <a:pt x="731370" y="644694"/>
                </a:moveTo>
                <a:cubicBezTo>
                  <a:pt x="743635" y="644694"/>
                  <a:pt x="753577" y="654636"/>
                  <a:pt x="753577" y="666900"/>
                </a:cubicBezTo>
                <a:cubicBezTo>
                  <a:pt x="753577" y="679165"/>
                  <a:pt x="743635" y="689107"/>
                  <a:pt x="731370" y="689107"/>
                </a:cubicBezTo>
                <a:cubicBezTo>
                  <a:pt x="719106" y="689107"/>
                  <a:pt x="709164" y="679165"/>
                  <a:pt x="709164" y="666900"/>
                </a:cubicBezTo>
                <a:cubicBezTo>
                  <a:pt x="709164" y="654636"/>
                  <a:pt x="719106" y="644694"/>
                  <a:pt x="731370" y="644694"/>
                </a:cubicBezTo>
                <a:close/>
                <a:moveTo>
                  <a:pt x="589538" y="644694"/>
                </a:moveTo>
                <a:cubicBezTo>
                  <a:pt x="601802" y="644694"/>
                  <a:pt x="611744" y="654636"/>
                  <a:pt x="611744" y="666900"/>
                </a:cubicBezTo>
                <a:cubicBezTo>
                  <a:pt x="611744" y="679165"/>
                  <a:pt x="601802" y="689107"/>
                  <a:pt x="589538" y="689107"/>
                </a:cubicBezTo>
                <a:cubicBezTo>
                  <a:pt x="577273" y="689107"/>
                  <a:pt x="567331" y="679165"/>
                  <a:pt x="567331" y="666900"/>
                </a:cubicBezTo>
                <a:cubicBezTo>
                  <a:pt x="567331" y="654636"/>
                  <a:pt x="577273" y="644694"/>
                  <a:pt x="589538" y="644694"/>
                </a:cubicBezTo>
                <a:close/>
                <a:moveTo>
                  <a:pt x="447705" y="644694"/>
                </a:moveTo>
                <a:cubicBezTo>
                  <a:pt x="459969" y="644694"/>
                  <a:pt x="469911" y="654636"/>
                  <a:pt x="469911" y="666900"/>
                </a:cubicBezTo>
                <a:cubicBezTo>
                  <a:pt x="469911" y="679165"/>
                  <a:pt x="459969" y="689107"/>
                  <a:pt x="447705" y="689107"/>
                </a:cubicBezTo>
                <a:cubicBezTo>
                  <a:pt x="435440" y="689107"/>
                  <a:pt x="425498" y="679165"/>
                  <a:pt x="425498" y="666900"/>
                </a:cubicBezTo>
                <a:cubicBezTo>
                  <a:pt x="425498" y="654636"/>
                  <a:pt x="435440" y="644694"/>
                  <a:pt x="447705" y="644694"/>
                </a:cubicBezTo>
                <a:close/>
                <a:moveTo>
                  <a:pt x="305872" y="644694"/>
                </a:moveTo>
                <a:cubicBezTo>
                  <a:pt x="318137" y="644694"/>
                  <a:pt x="328079" y="654636"/>
                  <a:pt x="328079" y="666900"/>
                </a:cubicBezTo>
                <a:cubicBezTo>
                  <a:pt x="328079" y="679165"/>
                  <a:pt x="318137" y="689107"/>
                  <a:pt x="305872" y="689107"/>
                </a:cubicBezTo>
                <a:cubicBezTo>
                  <a:pt x="293608" y="689107"/>
                  <a:pt x="283666" y="679165"/>
                  <a:pt x="283666" y="666900"/>
                </a:cubicBezTo>
                <a:cubicBezTo>
                  <a:pt x="283666" y="654636"/>
                  <a:pt x="293608" y="644694"/>
                  <a:pt x="305872" y="644694"/>
                </a:cubicBezTo>
                <a:close/>
                <a:moveTo>
                  <a:pt x="164040" y="644694"/>
                </a:moveTo>
                <a:cubicBezTo>
                  <a:pt x="176304" y="644694"/>
                  <a:pt x="186246" y="654636"/>
                  <a:pt x="186246" y="666900"/>
                </a:cubicBezTo>
                <a:cubicBezTo>
                  <a:pt x="186246" y="679165"/>
                  <a:pt x="176304" y="689107"/>
                  <a:pt x="164040" y="689107"/>
                </a:cubicBezTo>
                <a:lnTo>
                  <a:pt x="153187" y="684612"/>
                </a:lnTo>
                <a:lnTo>
                  <a:pt x="153761" y="648951"/>
                </a:lnTo>
                <a:close/>
                <a:moveTo>
                  <a:pt x="1717987" y="557595"/>
                </a:moveTo>
                <a:lnTo>
                  <a:pt x="1730411" y="557595"/>
                </a:lnTo>
                <a:lnTo>
                  <a:pt x="1724199" y="560168"/>
                </a:lnTo>
                <a:close/>
                <a:moveTo>
                  <a:pt x="1576154" y="557595"/>
                </a:moveTo>
                <a:lnTo>
                  <a:pt x="1588578" y="557595"/>
                </a:lnTo>
                <a:lnTo>
                  <a:pt x="1582366" y="560168"/>
                </a:lnTo>
                <a:close/>
                <a:moveTo>
                  <a:pt x="1440534" y="515755"/>
                </a:moveTo>
                <a:lnTo>
                  <a:pt x="1446154" y="518083"/>
                </a:lnTo>
                <a:lnTo>
                  <a:pt x="1450001" y="556247"/>
                </a:lnTo>
                <a:lnTo>
                  <a:pt x="1440534" y="560168"/>
                </a:lnTo>
                <a:cubicBezTo>
                  <a:pt x="1428269" y="560168"/>
                  <a:pt x="1418327" y="550226"/>
                  <a:pt x="1418327" y="537962"/>
                </a:cubicBezTo>
                <a:cubicBezTo>
                  <a:pt x="1418327" y="525697"/>
                  <a:pt x="1428269" y="515755"/>
                  <a:pt x="1440534" y="515755"/>
                </a:cubicBezTo>
                <a:close/>
                <a:moveTo>
                  <a:pt x="1298701" y="515755"/>
                </a:moveTo>
                <a:cubicBezTo>
                  <a:pt x="1310965" y="515755"/>
                  <a:pt x="1320907" y="525697"/>
                  <a:pt x="1320907" y="537962"/>
                </a:cubicBezTo>
                <a:cubicBezTo>
                  <a:pt x="1320907" y="550226"/>
                  <a:pt x="1310965" y="560168"/>
                  <a:pt x="1298701" y="560168"/>
                </a:cubicBezTo>
                <a:cubicBezTo>
                  <a:pt x="1286436" y="560168"/>
                  <a:pt x="1276494" y="550226"/>
                  <a:pt x="1276494" y="537962"/>
                </a:cubicBezTo>
                <a:cubicBezTo>
                  <a:pt x="1276494" y="525697"/>
                  <a:pt x="1286436" y="515755"/>
                  <a:pt x="1298701" y="515755"/>
                </a:cubicBezTo>
                <a:close/>
                <a:moveTo>
                  <a:pt x="1156868" y="515755"/>
                </a:moveTo>
                <a:cubicBezTo>
                  <a:pt x="1169133" y="515755"/>
                  <a:pt x="1179075" y="525697"/>
                  <a:pt x="1179075" y="537962"/>
                </a:cubicBezTo>
                <a:cubicBezTo>
                  <a:pt x="1179075" y="550226"/>
                  <a:pt x="1169133" y="560168"/>
                  <a:pt x="1156868" y="560168"/>
                </a:cubicBezTo>
                <a:cubicBezTo>
                  <a:pt x="1144604" y="560168"/>
                  <a:pt x="1134662" y="550226"/>
                  <a:pt x="1134662" y="537962"/>
                </a:cubicBezTo>
                <a:cubicBezTo>
                  <a:pt x="1134662" y="525697"/>
                  <a:pt x="1144604" y="515755"/>
                  <a:pt x="1156868" y="515755"/>
                </a:cubicBezTo>
                <a:close/>
                <a:moveTo>
                  <a:pt x="1015036" y="515755"/>
                </a:moveTo>
                <a:cubicBezTo>
                  <a:pt x="1027300" y="515755"/>
                  <a:pt x="1037242" y="525697"/>
                  <a:pt x="1037242" y="537962"/>
                </a:cubicBezTo>
                <a:cubicBezTo>
                  <a:pt x="1037242" y="550226"/>
                  <a:pt x="1027300" y="560168"/>
                  <a:pt x="1015036" y="560168"/>
                </a:cubicBezTo>
                <a:cubicBezTo>
                  <a:pt x="1002771" y="560168"/>
                  <a:pt x="992829" y="550226"/>
                  <a:pt x="992829" y="537962"/>
                </a:cubicBezTo>
                <a:cubicBezTo>
                  <a:pt x="992829" y="525697"/>
                  <a:pt x="1002771" y="515755"/>
                  <a:pt x="1015036" y="515755"/>
                </a:cubicBezTo>
                <a:close/>
                <a:moveTo>
                  <a:pt x="873203" y="515755"/>
                </a:moveTo>
                <a:cubicBezTo>
                  <a:pt x="885467" y="515755"/>
                  <a:pt x="895409" y="525697"/>
                  <a:pt x="895409" y="537962"/>
                </a:cubicBezTo>
                <a:cubicBezTo>
                  <a:pt x="895409" y="550226"/>
                  <a:pt x="885467" y="560168"/>
                  <a:pt x="873203" y="560168"/>
                </a:cubicBezTo>
                <a:cubicBezTo>
                  <a:pt x="860938" y="560168"/>
                  <a:pt x="850996" y="550226"/>
                  <a:pt x="850996" y="537962"/>
                </a:cubicBezTo>
                <a:cubicBezTo>
                  <a:pt x="850996" y="525697"/>
                  <a:pt x="860938" y="515755"/>
                  <a:pt x="873203" y="515755"/>
                </a:cubicBezTo>
                <a:close/>
                <a:moveTo>
                  <a:pt x="731370" y="515755"/>
                </a:moveTo>
                <a:cubicBezTo>
                  <a:pt x="743635" y="515755"/>
                  <a:pt x="753577" y="525697"/>
                  <a:pt x="753577" y="537962"/>
                </a:cubicBezTo>
                <a:cubicBezTo>
                  <a:pt x="753577" y="550226"/>
                  <a:pt x="743635" y="560168"/>
                  <a:pt x="731370" y="560168"/>
                </a:cubicBezTo>
                <a:cubicBezTo>
                  <a:pt x="719106" y="560168"/>
                  <a:pt x="709164" y="550226"/>
                  <a:pt x="709164" y="537962"/>
                </a:cubicBezTo>
                <a:cubicBezTo>
                  <a:pt x="709164" y="525697"/>
                  <a:pt x="719106" y="515755"/>
                  <a:pt x="731370" y="515755"/>
                </a:cubicBezTo>
                <a:close/>
                <a:moveTo>
                  <a:pt x="589538" y="515755"/>
                </a:moveTo>
                <a:cubicBezTo>
                  <a:pt x="601802" y="515755"/>
                  <a:pt x="611744" y="525697"/>
                  <a:pt x="611744" y="537962"/>
                </a:cubicBezTo>
                <a:cubicBezTo>
                  <a:pt x="611744" y="550226"/>
                  <a:pt x="601802" y="560168"/>
                  <a:pt x="589538" y="560168"/>
                </a:cubicBezTo>
                <a:cubicBezTo>
                  <a:pt x="577273" y="560168"/>
                  <a:pt x="567331" y="550226"/>
                  <a:pt x="567331" y="537962"/>
                </a:cubicBezTo>
                <a:cubicBezTo>
                  <a:pt x="567331" y="525697"/>
                  <a:pt x="577273" y="515755"/>
                  <a:pt x="589538" y="515755"/>
                </a:cubicBezTo>
                <a:close/>
                <a:moveTo>
                  <a:pt x="447705" y="515755"/>
                </a:moveTo>
                <a:cubicBezTo>
                  <a:pt x="459969" y="515755"/>
                  <a:pt x="469911" y="525697"/>
                  <a:pt x="469911" y="537962"/>
                </a:cubicBezTo>
                <a:cubicBezTo>
                  <a:pt x="469911" y="550226"/>
                  <a:pt x="459969" y="560168"/>
                  <a:pt x="447705" y="560168"/>
                </a:cubicBezTo>
                <a:cubicBezTo>
                  <a:pt x="435440" y="560168"/>
                  <a:pt x="425498" y="550226"/>
                  <a:pt x="425498" y="537962"/>
                </a:cubicBezTo>
                <a:cubicBezTo>
                  <a:pt x="425498" y="525697"/>
                  <a:pt x="435440" y="515755"/>
                  <a:pt x="447705" y="515755"/>
                </a:cubicBezTo>
                <a:close/>
                <a:moveTo>
                  <a:pt x="305872" y="515755"/>
                </a:moveTo>
                <a:cubicBezTo>
                  <a:pt x="318137" y="515755"/>
                  <a:pt x="328079" y="525697"/>
                  <a:pt x="328079" y="537962"/>
                </a:cubicBezTo>
                <a:cubicBezTo>
                  <a:pt x="328079" y="550226"/>
                  <a:pt x="318137" y="560168"/>
                  <a:pt x="305872" y="560168"/>
                </a:cubicBezTo>
                <a:cubicBezTo>
                  <a:pt x="293608" y="560168"/>
                  <a:pt x="283666" y="550226"/>
                  <a:pt x="283666" y="537962"/>
                </a:cubicBezTo>
                <a:cubicBezTo>
                  <a:pt x="283666" y="525697"/>
                  <a:pt x="293608" y="515755"/>
                  <a:pt x="305872" y="515755"/>
                </a:cubicBezTo>
                <a:close/>
                <a:moveTo>
                  <a:pt x="164040" y="515755"/>
                </a:moveTo>
                <a:cubicBezTo>
                  <a:pt x="176304" y="515755"/>
                  <a:pt x="186246" y="525697"/>
                  <a:pt x="186246" y="537962"/>
                </a:cubicBezTo>
                <a:cubicBezTo>
                  <a:pt x="186246" y="550226"/>
                  <a:pt x="176304" y="560168"/>
                  <a:pt x="164040" y="560168"/>
                </a:cubicBezTo>
                <a:lnTo>
                  <a:pt x="153269" y="555707"/>
                </a:lnTo>
                <a:lnTo>
                  <a:pt x="157003" y="518670"/>
                </a:lnTo>
                <a:close/>
                <a:moveTo>
                  <a:pt x="1426345" y="392693"/>
                </a:moveTo>
                <a:lnTo>
                  <a:pt x="1436961" y="426894"/>
                </a:lnTo>
                <a:lnTo>
                  <a:pt x="1437262" y="429874"/>
                </a:lnTo>
                <a:lnTo>
                  <a:pt x="1424831" y="424725"/>
                </a:lnTo>
                <a:cubicBezTo>
                  <a:pt x="1420812" y="420707"/>
                  <a:pt x="1418327" y="415155"/>
                  <a:pt x="1418327" y="409023"/>
                </a:cubicBezTo>
                <a:cubicBezTo>
                  <a:pt x="1418327" y="402891"/>
                  <a:pt x="1420812" y="397339"/>
                  <a:pt x="1424831" y="393320"/>
                </a:cubicBezTo>
                <a:close/>
                <a:moveTo>
                  <a:pt x="177026" y="392195"/>
                </a:moveTo>
                <a:lnTo>
                  <a:pt x="179742" y="393320"/>
                </a:lnTo>
                <a:cubicBezTo>
                  <a:pt x="183761" y="397339"/>
                  <a:pt x="186246" y="402891"/>
                  <a:pt x="186246" y="409023"/>
                </a:cubicBezTo>
                <a:cubicBezTo>
                  <a:pt x="186246" y="415155"/>
                  <a:pt x="183761" y="420707"/>
                  <a:pt x="179742" y="424725"/>
                </a:cubicBezTo>
                <a:lnTo>
                  <a:pt x="165895" y="430461"/>
                </a:lnTo>
                <a:lnTo>
                  <a:pt x="166255" y="426894"/>
                </a:lnTo>
                <a:close/>
                <a:moveTo>
                  <a:pt x="1298701" y="386816"/>
                </a:moveTo>
                <a:cubicBezTo>
                  <a:pt x="1310965" y="386816"/>
                  <a:pt x="1320907" y="396758"/>
                  <a:pt x="1320907" y="409023"/>
                </a:cubicBezTo>
                <a:cubicBezTo>
                  <a:pt x="1320907" y="421287"/>
                  <a:pt x="1310965" y="431229"/>
                  <a:pt x="1298701" y="431229"/>
                </a:cubicBezTo>
                <a:cubicBezTo>
                  <a:pt x="1286436" y="431229"/>
                  <a:pt x="1276494" y="421287"/>
                  <a:pt x="1276494" y="409023"/>
                </a:cubicBezTo>
                <a:cubicBezTo>
                  <a:pt x="1276494" y="396758"/>
                  <a:pt x="1286436" y="386816"/>
                  <a:pt x="1298701" y="386816"/>
                </a:cubicBezTo>
                <a:close/>
                <a:moveTo>
                  <a:pt x="1156868" y="386816"/>
                </a:moveTo>
                <a:cubicBezTo>
                  <a:pt x="1169133" y="386816"/>
                  <a:pt x="1179075" y="396758"/>
                  <a:pt x="1179075" y="409023"/>
                </a:cubicBezTo>
                <a:cubicBezTo>
                  <a:pt x="1179075" y="421287"/>
                  <a:pt x="1169133" y="431229"/>
                  <a:pt x="1156868" y="431229"/>
                </a:cubicBezTo>
                <a:cubicBezTo>
                  <a:pt x="1144604" y="431229"/>
                  <a:pt x="1134662" y="421287"/>
                  <a:pt x="1134662" y="409023"/>
                </a:cubicBezTo>
                <a:cubicBezTo>
                  <a:pt x="1134662" y="396758"/>
                  <a:pt x="1144604" y="386816"/>
                  <a:pt x="1156868" y="386816"/>
                </a:cubicBezTo>
                <a:close/>
                <a:moveTo>
                  <a:pt x="1015036" y="386816"/>
                </a:moveTo>
                <a:cubicBezTo>
                  <a:pt x="1027300" y="386816"/>
                  <a:pt x="1037242" y="396758"/>
                  <a:pt x="1037242" y="409023"/>
                </a:cubicBezTo>
                <a:cubicBezTo>
                  <a:pt x="1037242" y="421287"/>
                  <a:pt x="1027300" y="431229"/>
                  <a:pt x="1015036" y="431229"/>
                </a:cubicBezTo>
                <a:cubicBezTo>
                  <a:pt x="1002771" y="431229"/>
                  <a:pt x="992829" y="421287"/>
                  <a:pt x="992829" y="409023"/>
                </a:cubicBezTo>
                <a:cubicBezTo>
                  <a:pt x="992829" y="396758"/>
                  <a:pt x="1002771" y="386816"/>
                  <a:pt x="1015036" y="386816"/>
                </a:cubicBezTo>
                <a:close/>
                <a:moveTo>
                  <a:pt x="873203" y="386816"/>
                </a:moveTo>
                <a:cubicBezTo>
                  <a:pt x="885467" y="386816"/>
                  <a:pt x="895409" y="396758"/>
                  <a:pt x="895409" y="409023"/>
                </a:cubicBezTo>
                <a:cubicBezTo>
                  <a:pt x="895409" y="421287"/>
                  <a:pt x="885467" y="431229"/>
                  <a:pt x="873203" y="431229"/>
                </a:cubicBezTo>
                <a:cubicBezTo>
                  <a:pt x="860938" y="431229"/>
                  <a:pt x="850996" y="421287"/>
                  <a:pt x="850996" y="409023"/>
                </a:cubicBezTo>
                <a:cubicBezTo>
                  <a:pt x="850996" y="396758"/>
                  <a:pt x="860938" y="386816"/>
                  <a:pt x="873203" y="386816"/>
                </a:cubicBezTo>
                <a:close/>
                <a:moveTo>
                  <a:pt x="731370" y="386816"/>
                </a:moveTo>
                <a:cubicBezTo>
                  <a:pt x="743635" y="386816"/>
                  <a:pt x="753577" y="396758"/>
                  <a:pt x="753577" y="409023"/>
                </a:cubicBezTo>
                <a:cubicBezTo>
                  <a:pt x="753577" y="421287"/>
                  <a:pt x="743635" y="431229"/>
                  <a:pt x="731370" y="431229"/>
                </a:cubicBezTo>
                <a:cubicBezTo>
                  <a:pt x="719106" y="431229"/>
                  <a:pt x="709164" y="421287"/>
                  <a:pt x="709164" y="409023"/>
                </a:cubicBezTo>
                <a:cubicBezTo>
                  <a:pt x="709164" y="396758"/>
                  <a:pt x="719106" y="386816"/>
                  <a:pt x="731370" y="386816"/>
                </a:cubicBezTo>
                <a:close/>
                <a:moveTo>
                  <a:pt x="589538" y="386816"/>
                </a:moveTo>
                <a:cubicBezTo>
                  <a:pt x="601802" y="386816"/>
                  <a:pt x="611744" y="396758"/>
                  <a:pt x="611744" y="409023"/>
                </a:cubicBezTo>
                <a:cubicBezTo>
                  <a:pt x="611744" y="421287"/>
                  <a:pt x="601802" y="431229"/>
                  <a:pt x="589538" y="431229"/>
                </a:cubicBezTo>
                <a:cubicBezTo>
                  <a:pt x="577273" y="431229"/>
                  <a:pt x="567331" y="421287"/>
                  <a:pt x="567331" y="409023"/>
                </a:cubicBezTo>
                <a:cubicBezTo>
                  <a:pt x="567331" y="396758"/>
                  <a:pt x="577273" y="386816"/>
                  <a:pt x="589538" y="386816"/>
                </a:cubicBezTo>
                <a:close/>
                <a:moveTo>
                  <a:pt x="447705" y="386816"/>
                </a:moveTo>
                <a:cubicBezTo>
                  <a:pt x="459969" y="386816"/>
                  <a:pt x="469911" y="396758"/>
                  <a:pt x="469911" y="409023"/>
                </a:cubicBezTo>
                <a:cubicBezTo>
                  <a:pt x="469911" y="421287"/>
                  <a:pt x="459969" y="431229"/>
                  <a:pt x="447705" y="431229"/>
                </a:cubicBezTo>
                <a:cubicBezTo>
                  <a:pt x="435440" y="431229"/>
                  <a:pt x="425498" y="421287"/>
                  <a:pt x="425498" y="409023"/>
                </a:cubicBezTo>
                <a:cubicBezTo>
                  <a:pt x="425498" y="396758"/>
                  <a:pt x="435440" y="386816"/>
                  <a:pt x="447705" y="386816"/>
                </a:cubicBezTo>
                <a:close/>
                <a:moveTo>
                  <a:pt x="305872" y="386816"/>
                </a:moveTo>
                <a:cubicBezTo>
                  <a:pt x="318137" y="386816"/>
                  <a:pt x="328079" y="396758"/>
                  <a:pt x="328079" y="409023"/>
                </a:cubicBezTo>
                <a:cubicBezTo>
                  <a:pt x="328079" y="421287"/>
                  <a:pt x="318137" y="431229"/>
                  <a:pt x="305872" y="431229"/>
                </a:cubicBezTo>
                <a:cubicBezTo>
                  <a:pt x="293608" y="431229"/>
                  <a:pt x="283666" y="421287"/>
                  <a:pt x="283666" y="409023"/>
                </a:cubicBezTo>
                <a:cubicBezTo>
                  <a:pt x="283666" y="396758"/>
                  <a:pt x="293608" y="386816"/>
                  <a:pt x="305872" y="386816"/>
                </a:cubicBezTo>
                <a:close/>
                <a:moveTo>
                  <a:pt x="1298701" y="257878"/>
                </a:moveTo>
                <a:cubicBezTo>
                  <a:pt x="1310965" y="257878"/>
                  <a:pt x="1320907" y="267820"/>
                  <a:pt x="1320907" y="280084"/>
                </a:cubicBezTo>
                <a:cubicBezTo>
                  <a:pt x="1320907" y="292349"/>
                  <a:pt x="1310965" y="302291"/>
                  <a:pt x="1298701" y="302291"/>
                </a:cubicBezTo>
                <a:cubicBezTo>
                  <a:pt x="1286436" y="302291"/>
                  <a:pt x="1276494" y="292349"/>
                  <a:pt x="1276494" y="280084"/>
                </a:cubicBezTo>
                <a:cubicBezTo>
                  <a:pt x="1276494" y="267820"/>
                  <a:pt x="1286436" y="257878"/>
                  <a:pt x="1298701" y="257878"/>
                </a:cubicBezTo>
                <a:close/>
                <a:moveTo>
                  <a:pt x="1156868" y="257878"/>
                </a:moveTo>
                <a:cubicBezTo>
                  <a:pt x="1169133" y="257878"/>
                  <a:pt x="1179075" y="267820"/>
                  <a:pt x="1179075" y="280084"/>
                </a:cubicBezTo>
                <a:cubicBezTo>
                  <a:pt x="1179075" y="292349"/>
                  <a:pt x="1169133" y="302291"/>
                  <a:pt x="1156868" y="302291"/>
                </a:cubicBezTo>
                <a:cubicBezTo>
                  <a:pt x="1144604" y="302291"/>
                  <a:pt x="1134662" y="292349"/>
                  <a:pt x="1134662" y="280084"/>
                </a:cubicBezTo>
                <a:cubicBezTo>
                  <a:pt x="1134662" y="267820"/>
                  <a:pt x="1144604" y="257878"/>
                  <a:pt x="1156868" y="257878"/>
                </a:cubicBezTo>
                <a:close/>
                <a:moveTo>
                  <a:pt x="1015036" y="257878"/>
                </a:moveTo>
                <a:cubicBezTo>
                  <a:pt x="1027300" y="257878"/>
                  <a:pt x="1037242" y="267820"/>
                  <a:pt x="1037242" y="280084"/>
                </a:cubicBezTo>
                <a:cubicBezTo>
                  <a:pt x="1037242" y="292349"/>
                  <a:pt x="1027300" y="302291"/>
                  <a:pt x="1015036" y="302291"/>
                </a:cubicBezTo>
                <a:cubicBezTo>
                  <a:pt x="1002771" y="302291"/>
                  <a:pt x="992829" y="292349"/>
                  <a:pt x="992829" y="280084"/>
                </a:cubicBezTo>
                <a:cubicBezTo>
                  <a:pt x="992829" y="267820"/>
                  <a:pt x="1002771" y="257878"/>
                  <a:pt x="1015036" y="257878"/>
                </a:cubicBezTo>
                <a:close/>
                <a:moveTo>
                  <a:pt x="873203" y="257878"/>
                </a:moveTo>
                <a:cubicBezTo>
                  <a:pt x="885467" y="257878"/>
                  <a:pt x="895409" y="267820"/>
                  <a:pt x="895409" y="280084"/>
                </a:cubicBezTo>
                <a:cubicBezTo>
                  <a:pt x="895409" y="292349"/>
                  <a:pt x="885467" y="302291"/>
                  <a:pt x="873203" y="302291"/>
                </a:cubicBezTo>
                <a:cubicBezTo>
                  <a:pt x="860938" y="302291"/>
                  <a:pt x="850996" y="292349"/>
                  <a:pt x="850996" y="280084"/>
                </a:cubicBezTo>
                <a:cubicBezTo>
                  <a:pt x="850996" y="267820"/>
                  <a:pt x="860938" y="257878"/>
                  <a:pt x="873203" y="257878"/>
                </a:cubicBezTo>
                <a:close/>
                <a:moveTo>
                  <a:pt x="731370" y="257878"/>
                </a:moveTo>
                <a:cubicBezTo>
                  <a:pt x="743635" y="257878"/>
                  <a:pt x="753577" y="267820"/>
                  <a:pt x="753577" y="280084"/>
                </a:cubicBezTo>
                <a:cubicBezTo>
                  <a:pt x="753577" y="292349"/>
                  <a:pt x="743635" y="302291"/>
                  <a:pt x="731370" y="302291"/>
                </a:cubicBezTo>
                <a:cubicBezTo>
                  <a:pt x="719106" y="302291"/>
                  <a:pt x="709164" y="292349"/>
                  <a:pt x="709164" y="280084"/>
                </a:cubicBezTo>
                <a:cubicBezTo>
                  <a:pt x="709164" y="267820"/>
                  <a:pt x="719106" y="257878"/>
                  <a:pt x="731370" y="257878"/>
                </a:cubicBezTo>
                <a:close/>
                <a:moveTo>
                  <a:pt x="589538" y="257878"/>
                </a:moveTo>
                <a:cubicBezTo>
                  <a:pt x="601802" y="257878"/>
                  <a:pt x="611744" y="267820"/>
                  <a:pt x="611744" y="280084"/>
                </a:cubicBezTo>
                <a:cubicBezTo>
                  <a:pt x="611744" y="292349"/>
                  <a:pt x="601802" y="302291"/>
                  <a:pt x="589538" y="302291"/>
                </a:cubicBezTo>
                <a:cubicBezTo>
                  <a:pt x="577273" y="302291"/>
                  <a:pt x="567331" y="292349"/>
                  <a:pt x="567331" y="280084"/>
                </a:cubicBezTo>
                <a:cubicBezTo>
                  <a:pt x="567331" y="267820"/>
                  <a:pt x="577273" y="257878"/>
                  <a:pt x="589538" y="257878"/>
                </a:cubicBezTo>
                <a:close/>
                <a:moveTo>
                  <a:pt x="447705" y="257878"/>
                </a:moveTo>
                <a:cubicBezTo>
                  <a:pt x="459969" y="257878"/>
                  <a:pt x="469911" y="267820"/>
                  <a:pt x="469911" y="280084"/>
                </a:cubicBezTo>
                <a:cubicBezTo>
                  <a:pt x="469911" y="292349"/>
                  <a:pt x="459969" y="302291"/>
                  <a:pt x="447705" y="302291"/>
                </a:cubicBezTo>
                <a:cubicBezTo>
                  <a:pt x="435440" y="302291"/>
                  <a:pt x="425498" y="292349"/>
                  <a:pt x="425498" y="280084"/>
                </a:cubicBezTo>
                <a:cubicBezTo>
                  <a:pt x="425498" y="267820"/>
                  <a:pt x="435440" y="257878"/>
                  <a:pt x="447705" y="257878"/>
                </a:cubicBezTo>
                <a:close/>
                <a:moveTo>
                  <a:pt x="305872" y="257878"/>
                </a:moveTo>
                <a:cubicBezTo>
                  <a:pt x="318137" y="257878"/>
                  <a:pt x="328079" y="267820"/>
                  <a:pt x="328079" y="280084"/>
                </a:cubicBezTo>
                <a:cubicBezTo>
                  <a:pt x="328079" y="292349"/>
                  <a:pt x="318137" y="302291"/>
                  <a:pt x="305872" y="302291"/>
                </a:cubicBezTo>
                <a:cubicBezTo>
                  <a:pt x="293608" y="302291"/>
                  <a:pt x="283666" y="292349"/>
                  <a:pt x="283666" y="280084"/>
                </a:cubicBezTo>
                <a:cubicBezTo>
                  <a:pt x="283666" y="267820"/>
                  <a:pt x="293608" y="257878"/>
                  <a:pt x="305872" y="257878"/>
                </a:cubicBezTo>
                <a:close/>
                <a:moveTo>
                  <a:pt x="1288398" y="133206"/>
                </a:moveTo>
                <a:lnTo>
                  <a:pt x="1314988" y="165434"/>
                </a:lnTo>
                <a:lnTo>
                  <a:pt x="1314403" y="166848"/>
                </a:lnTo>
                <a:cubicBezTo>
                  <a:pt x="1310384" y="170866"/>
                  <a:pt x="1304833" y="173352"/>
                  <a:pt x="1298701" y="173352"/>
                </a:cubicBezTo>
                <a:cubicBezTo>
                  <a:pt x="1286436" y="173352"/>
                  <a:pt x="1276494" y="163410"/>
                  <a:pt x="1276494" y="151145"/>
                </a:cubicBezTo>
                <a:cubicBezTo>
                  <a:pt x="1276494" y="145013"/>
                  <a:pt x="1278980" y="139461"/>
                  <a:pt x="1282998" y="135443"/>
                </a:cubicBezTo>
                <a:close/>
                <a:moveTo>
                  <a:pt x="315164" y="132787"/>
                </a:moveTo>
                <a:lnTo>
                  <a:pt x="321575" y="135443"/>
                </a:lnTo>
                <a:cubicBezTo>
                  <a:pt x="325594" y="139461"/>
                  <a:pt x="328079" y="145013"/>
                  <a:pt x="328079" y="151145"/>
                </a:cubicBezTo>
                <a:cubicBezTo>
                  <a:pt x="328079" y="163410"/>
                  <a:pt x="318137" y="173352"/>
                  <a:pt x="305872" y="173352"/>
                </a:cubicBezTo>
                <a:cubicBezTo>
                  <a:pt x="299740" y="173352"/>
                  <a:pt x="294189" y="170866"/>
                  <a:pt x="290170" y="166848"/>
                </a:cubicBezTo>
                <a:lnTo>
                  <a:pt x="289131" y="164339"/>
                </a:lnTo>
                <a:close/>
                <a:moveTo>
                  <a:pt x="1156868" y="128939"/>
                </a:moveTo>
                <a:cubicBezTo>
                  <a:pt x="1169133" y="128939"/>
                  <a:pt x="1179075" y="138881"/>
                  <a:pt x="1179075" y="151145"/>
                </a:cubicBezTo>
                <a:cubicBezTo>
                  <a:pt x="1179075" y="163410"/>
                  <a:pt x="1169133" y="173352"/>
                  <a:pt x="1156868" y="173352"/>
                </a:cubicBezTo>
                <a:cubicBezTo>
                  <a:pt x="1144604" y="173352"/>
                  <a:pt x="1134662" y="163410"/>
                  <a:pt x="1134662" y="151145"/>
                </a:cubicBezTo>
                <a:cubicBezTo>
                  <a:pt x="1134662" y="138881"/>
                  <a:pt x="1144604" y="128939"/>
                  <a:pt x="1156868" y="128939"/>
                </a:cubicBezTo>
                <a:close/>
                <a:moveTo>
                  <a:pt x="1015036" y="128939"/>
                </a:moveTo>
                <a:cubicBezTo>
                  <a:pt x="1027300" y="128939"/>
                  <a:pt x="1037242" y="138881"/>
                  <a:pt x="1037242" y="151145"/>
                </a:cubicBezTo>
                <a:cubicBezTo>
                  <a:pt x="1037242" y="163410"/>
                  <a:pt x="1027300" y="173352"/>
                  <a:pt x="1015036" y="173352"/>
                </a:cubicBezTo>
                <a:cubicBezTo>
                  <a:pt x="1002771" y="173352"/>
                  <a:pt x="992829" y="163410"/>
                  <a:pt x="992829" y="151145"/>
                </a:cubicBezTo>
                <a:cubicBezTo>
                  <a:pt x="992829" y="138881"/>
                  <a:pt x="1002771" y="128939"/>
                  <a:pt x="1015036" y="128939"/>
                </a:cubicBezTo>
                <a:close/>
                <a:moveTo>
                  <a:pt x="873203" y="128939"/>
                </a:moveTo>
                <a:cubicBezTo>
                  <a:pt x="885467" y="128939"/>
                  <a:pt x="895409" y="138881"/>
                  <a:pt x="895409" y="151145"/>
                </a:cubicBezTo>
                <a:cubicBezTo>
                  <a:pt x="895409" y="163410"/>
                  <a:pt x="885467" y="173352"/>
                  <a:pt x="873203" y="173352"/>
                </a:cubicBezTo>
                <a:cubicBezTo>
                  <a:pt x="860938" y="173352"/>
                  <a:pt x="850996" y="163410"/>
                  <a:pt x="850996" y="151145"/>
                </a:cubicBezTo>
                <a:cubicBezTo>
                  <a:pt x="850996" y="138881"/>
                  <a:pt x="860938" y="128939"/>
                  <a:pt x="873203" y="128939"/>
                </a:cubicBezTo>
                <a:close/>
                <a:moveTo>
                  <a:pt x="731370" y="128939"/>
                </a:moveTo>
                <a:cubicBezTo>
                  <a:pt x="743635" y="128939"/>
                  <a:pt x="753577" y="138881"/>
                  <a:pt x="753577" y="151145"/>
                </a:cubicBezTo>
                <a:cubicBezTo>
                  <a:pt x="753577" y="163410"/>
                  <a:pt x="743635" y="173352"/>
                  <a:pt x="731370" y="173352"/>
                </a:cubicBezTo>
                <a:cubicBezTo>
                  <a:pt x="719106" y="173352"/>
                  <a:pt x="709164" y="163410"/>
                  <a:pt x="709164" y="151145"/>
                </a:cubicBezTo>
                <a:cubicBezTo>
                  <a:pt x="709164" y="138881"/>
                  <a:pt x="719106" y="128939"/>
                  <a:pt x="731370" y="128939"/>
                </a:cubicBezTo>
                <a:close/>
                <a:moveTo>
                  <a:pt x="589538" y="128939"/>
                </a:moveTo>
                <a:cubicBezTo>
                  <a:pt x="601802" y="128939"/>
                  <a:pt x="611744" y="138881"/>
                  <a:pt x="611744" y="151145"/>
                </a:cubicBezTo>
                <a:cubicBezTo>
                  <a:pt x="611744" y="163410"/>
                  <a:pt x="601802" y="173352"/>
                  <a:pt x="589538" y="173352"/>
                </a:cubicBezTo>
                <a:cubicBezTo>
                  <a:pt x="577273" y="173352"/>
                  <a:pt x="567331" y="163410"/>
                  <a:pt x="567331" y="151145"/>
                </a:cubicBezTo>
                <a:cubicBezTo>
                  <a:pt x="567331" y="138881"/>
                  <a:pt x="577273" y="128939"/>
                  <a:pt x="589538" y="128939"/>
                </a:cubicBezTo>
                <a:close/>
                <a:moveTo>
                  <a:pt x="447705" y="128939"/>
                </a:moveTo>
                <a:cubicBezTo>
                  <a:pt x="459969" y="128939"/>
                  <a:pt x="469911" y="138881"/>
                  <a:pt x="469911" y="151145"/>
                </a:cubicBezTo>
                <a:cubicBezTo>
                  <a:pt x="469911" y="163410"/>
                  <a:pt x="459969" y="173352"/>
                  <a:pt x="447705" y="173352"/>
                </a:cubicBezTo>
                <a:cubicBezTo>
                  <a:pt x="435440" y="173352"/>
                  <a:pt x="425498" y="163410"/>
                  <a:pt x="425498" y="151145"/>
                </a:cubicBezTo>
                <a:cubicBezTo>
                  <a:pt x="425498" y="138881"/>
                  <a:pt x="435440" y="128939"/>
                  <a:pt x="447705" y="128939"/>
                </a:cubicBezTo>
                <a:close/>
                <a:moveTo>
                  <a:pt x="1140891" y="7169"/>
                </a:moveTo>
                <a:lnTo>
                  <a:pt x="1164207" y="19824"/>
                </a:lnTo>
                <a:lnTo>
                  <a:pt x="1176023" y="29574"/>
                </a:lnTo>
                <a:lnTo>
                  <a:pt x="1172571" y="37909"/>
                </a:lnTo>
                <a:cubicBezTo>
                  <a:pt x="1168552" y="41928"/>
                  <a:pt x="1163001" y="44413"/>
                  <a:pt x="1156868" y="44413"/>
                </a:cubicBezTo>
                <a:cubicBezTo>
                  <a:pt x="1144604" y="44413"/>
                  <a:pt x="1134662" y="34471"/>
                  <a:pt x="1134662" y="22206"/>
                </a:cubicBezTo>
                <a:close/>
                <a:moveTo>
                  <a:pt x="463433" y="6567"/>
                </a:moveTo>
                <a:lnTo>
                  <a:pt x="469911" y="22206"/>
                </a:lnTo>
                <a:cubicBezTo>
                  <a:pt x="469911" y="34471"/>
                  <a:pt x="459969" y="44413"/>
                  <a:pt x="447705" y="44413"/>
                </a:cubicBezTo>
                <a:cubicBezTo>
                  <a:pt x="441573" y="44413"/>
                  <a:pt x="436021" y="41928"/>
                  <a:pt x="432002" y="37909"/>
                </a:cubicBezTo>
                <a:lnTo>
                  <a:pt x="428204" y="28739"/>
                </a:lnTo>
                <a:lnTo>
                  <a:pt x="439008" y="19824"/>
                </a:lnTo>
                <a:close/>
                <a:moveTo>
                  <a:pt x="1015036" y="0"/>
                </a:moveTo>
                <a:cubicBezTo>
                  <a:pt x="1027300" y="0"/>
                  <a:pt x="1037242" y="9942"/>
                  <a:pt x="1037242" y="22206"/>
                </a:cubicBezTo>
                <a:cubicBezTo>
                  <a:pt x="1037242" y="34471"/>
                  <a:pt x="1027300" y="44413"/>
                  <a:pt x="1015036" y="44413"/>
                </a:cubicBezTo>
                <a:cubicBezTo>
                  <a:pt x="1002771" y="44413"/>
                  <a:pt x="992829" y="34471"/>
                  <a:pt x="992829" y="22206"/>
                </a:cubicBezTo>
                <a:cubicBezTo>
                  <a:pt x="992829" y="9942"/>
                  <a:pt x="1002771" y="0"/>
                  <a:pt x="1015036" y="0"/>
                </a:cubicBezTo>
                <a:close/>
                <a:moveTo>
                  <a:pt x="873203" y="0"/>
                </a:moveTo>
                <a:cubicBezTo>
                  <a:pt x="885467" y="0"/>
                  <a:pt x="895409" y="9942"/>
                  <a:pt x="895409" y="22206"/>
                </a:cubicBezTo>
                <a:cubicBezTo>
                  <a:pt x="895409" y="34471"/>
                  <a:pt x="885467" y="44413"/>
                  <a:pt x="873203" y="44413"/>
                </a:cubicBezTo>
                <a:cubicBezTo>
                  <a:pt x="860938" y="44413"/>
                  <a:pt x="850996" y="34471"/>
                  <a:pt x="850996" y="22206"/>
                </a:cubicBezTo>
                <a:cubicBezTo>
                  <a:pt x="850996" y="9942"/>
                  <a:pt x="860938" y="0"/>
                  <a:pt x="873203" y="0"/>
                </a:cubicBezTo>
                <a:close/>
                <a:moveTo>
                  <a:pt x="731370" y="0"/>
                </a:moveTo>
                <a:cubicBezTo>
                  <a:pt x="743635" y="0"/>
                  <a:pt x="753577" y="9942"/>
                  <a:pt x="753577" y="22206"/>
                </a:cubicBezTo>
                <a:cubicBezTo>
                  <a:pt x="753577" y="34471"/>
                  <a:pt x="743635" y="44413"/>
                  <a:pt x="731370" y="44413"/>
                </a:cubicBezTo>
                <a:cubicBezTo>
                  <a:pt x="719106" y="44413"/>
                  <a:pt x="709164" y="34471"/>
                  <a:pt x="709164" y="22206"/>
                </a:cubicBezTo>
                <a:cubicBezTo>
                  <a:pt x="709164" y="9942"/>
                  <a:pt x="719106" y="0"/>
                  <a:pt x="731370" y="0"/>
                </a:cubicBezTo>
                <a:close/>
                <a:moveTo>
                  <a:pt x="589538" y="0"/>
                </a:moveTo>
                <a:cubicBezTo>
                  <a:pt x="601802" y="0"/>
                  <a:pt x="611744" y="9942"/>
                  <a:pt x="611744" y="22206"/>
                </a:cubicBezTo>
                <a:cubicBezTo>
                  <a:pt x="611744" y="34471"/>
                  <a:pt x="601802" y="44413"/>
                  <a:pt x="589538" y="44413"/>
                </a:cubicBezTo>
                <a:cubicBezTo>
                  <a:pt x="577273" y="44413"/>
                  <a:pt x="567331" y="34471"/>
                  <a:pt x="567331" y="22206"/>
                </a:cubicBezTo>
                <a:cubicBezTo>
                  <a:pt x="567331" y="9942"/>
                  <a:pt x="577273" y="0"/>
                  <a:pt x="589538" y="0"/>
                </a:cubicBezTo>
                <a:close/>
              </a:path>
            </a:pathLst>
          </a:custGeom>
          <a:solidFill>
            <a:srgbClr val="BDB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462A7EDD-D585-7A87-B050-01C820DD0240}"/>
              </a:ext>
            </a:extLst>
          </p:cNvPr>
          <p:cNvSpPr txBox="1">
            <a:spLocks/>
          </p:cNvSpPr>
          <p:nvPr/>
        </p:nvSpPr>
        <p:spPr>
          <a:xfrm>
            <a:off x="401833" y="2165499"/>
            <a:ext cx="5855760" cy="453517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20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 dirty="0">
                <a:solidFill>
                  <a:schemeClr val="bg1"/>
                </a:solidFill>
                <a:latin typeface="+mn-lt"/>
              </a:rPr>
              <a:t>O modelo foi avaliado usando:</a:t>
            </a:r>
          </a:p>
          <a:p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sz="1800" b="1" dirty="0" err="1">
                <a:solidFill>
                  <a:schemeClr val="bg1"/>
                </a:solidFill>
                <a:latin typeface="+mn-lt"/>
              </a:rPr>
              <a:t>Accuracy</a:t>
            </a: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sz="1800" b="1" dirty="0" err="1">
                <a:solidFill>
                  <a:schemeClr val="bg1"/>
                </a:solidFill>
                <a:latin typeface="+mn-lt"/>
              </a:rPr>
              <a:t>Precision</a:t>
            </a: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sz="1800" b="1" dirty="0">
                <a:solidFill>
                  <a:schemeClr val="bg1"/>
                </a:solidFill>
                <a:latin typeface="+mn-lt"/>
              </a:rPr>
              <a:t>Recall</a:t>
            </a: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sz="1800" b="1" dirty="0">
                <a:solidFill>
                  <a:schemeClr val="bg1"/>
                </a:solidFill>
                <a:latin typeface="+mn-lt"/>
              </a:rPr>
              <a:t>F1-score</a:t>
            </a: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sz="1800" b="1" dirty="0">
                <a:solidFill>
                  <a:schemeClr val="bg1"/>
                </a:solidFill>
                <a:latin typeface="+mn-lt"/>
              </a:rPr>
              <a:t>Matriz de confusão</a:t>
            </a:r>
          </a:p>
          <a:p>
            <a:pPr lvl="0"/>
            <a:endParaRPr lang="pt-BR" sz="1800" dirty="0">
              <a:solidFill>
                <a:schemeClr val="bg1"/>
              </a:solidFill>
              <a:latin typeface="+mn-lt"/>
            </a:endParaRPr>
          </a:p>
          <a:p>
            <a:r>
              <a:rPr lang="pt-BR" sz="1800" b="1" dirty="0">
                <a:solidFill>
                  <a:schemeClr val="bg1"/>
                </a:solidFill>
                <a:latin typeface="+mn-lt"/>
              </a:rPr>
              <a:t> Resultados obtidos</a:t>
            </a: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r>
              <a:rPr lang="pt-BR" sz="1800" dirty="0">
                <a:solidFill>
                  <a:schemeClr val="bg1"/>
                </a:solidFill>
                <a:latin typeface="+mn-lt"/>
              </a:rPr>
              <a:t>A acurácia ficou em torno de </a:t>
            </a:r>
            <a:r>
              <a:rPr lang="pt-BR" sz="1800" b="1" dirty="0">
                <a:solidFill>
                  <a:schemeClr val="bg1"/>
                </a:solidFill>
                <a:latin typeface="+mn-lt"/>
              </a:rPr>
              <a:t>0.88–0.89</a:t>
            </a:r>
            <a:r>
              <a:rPr lang="pt-BR" sz="1800" dirty="0">
                <a:solidFill>
                  <a:schemeClr val="bg1"/>
                </a:solidFill>
                <a:latin typeface="+mn-lt"/>
              </a:rPr>
              <a:t>, o que é considerado </a:t>
            </a:r>
            <a:r>
              <a:rPr lang="pt-BR" sz="1800" b="1" dirty="0">
                <a:solidFill>
                  <a:schemeClr val="bg1"/>
                </a:solidFill>
                <a:latin typeface="+mn-lt"/>
              </a:rPr>
              <a:t>bom</a:t>
            </a:r>
            <a:r>
              <a:rPr lang="pt-BR" sz="1800" dirty="0">
                <a:solidFill>
                  <a:schemeClr val="bg1"/>
                </a:solidFill>
                <a:latin typeface="+mn-lt"/>
              </a:rPr>
              <a:t>, especialmente considerando:</a:t>
            </a:r>
          </a:p>
          <a:p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chemeClr val="bg1"/>
                </a:solidFill>
                <a:latin typeface="+mn-lt"/>
              </a:rPr>
              <a:t>rótulos gerados por regras simples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chemeClr val="bg1"/>
                </a:solidFill>
                <a:latin typeface="+mn-lt"/>
              </a:rPr>
              <a:t>modelo leve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pt-BR" sz="1800" dirty="0">
              <a:solidFill>
                <a:schemeClr val="bg1"/>
              </a:solidFill>
              <a:latin typeface="+mn-lt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sz="1800" dirty="0" err="1">
                <a:solidFill>
                  <a:schemeClr val="bg1"/>
                </a:solidFill>
                <a:latin typeface="+mn-lt"/>
              </a:rPr>
              <a:t>embeddings</a:t>
            </a:r>
            <a:r>
              <a:rPr lang="pt-BR" sz="1800" dirty="0">
                <a:solidFill>
                  <a:schemeClr val="bg1"/>
                </a:solidFill>
                <a:latin typeface="+mn-lt"/>
              </a:rPr>
              <a:t> compactos</a:t>
            </a:r>
          </a:p>
          <a:p>
            <a:pPr marL="7560" algn="ctr">
              <a:lnSpc>
                <a:spcPct val="100000"/>
              </a:lnSpc>
              <a:spcBef>
                <a:spcPts val="57"/>
              </a:spcBef>
            </a:pPr>
            <a:endParaRPr lang="en-BR" sz="1800" dirty="0">
              <a:solidFill>
                <a:schemeClr val="accent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object 33"/>
          <p:cNvSpPr/>
          <p:nvPr/>
        </p:nvSpPr>
        <p:spPr>
          <a:xfrm>
            <a:off x="438238" y="5574780"/>
            <a:ext cx="8818082" cy="9313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7920" rIns="0" bIns="0" anchor="t">
            <a:spAutoFit/>
          </a:bodyPr>
          <a:lstStyle/>
          <a:p>
            <a:pPr marL="7560" algn="just" defTabSz="914400">
              <a:lnSpc>
                <a:spcPct val="100000"/>
              </a:lnSpc>
              <a:spcBef>
                <a:spcPts val="65"/>
              </a:spcBef>
            </a:pPr>
            <a:r>
              <a:rPr lang="pt-BR" sz="2000" b="0" u="none" strike="noStrike" spc="-14" dirty="0">
                <a:solidFill>
                  <a:schemeClr val="dk2"/>
                </a:solidFill>
                <a:effectLst/>
                <a:uFillTx/>
                <a:latin typeface="BancoDoBrasil Textos" panose="00000500000000000000" charset="0"/>
              </a:rPr>
              <a:t>Gerada através da separação das palavras mais utilizadas em interações consideradas negativas. Ajuda a classificar os maiores problemas enfrentados pelos clientes.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461812" y="66276"/>
            <a:ext cx="6704420" cy="8074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200" rIns="0" bIns="0" anchor="ctr">
            <a:spAutoFit/>
          </a:bodyPr>
          <a:lstStyle/>
          <a:p>
            <a:pPr marL="7560" indent="0" defTabSz="914400">
              <a:lnSpc>
                <a:spcPct val="100000"/>
              </a:lnSpc>
              <a:spcBef>
                <a:spcPts val="57"/>
              </a:spcBef>
              <a:buNone/>
            </a:pPr>
            <a:r>
              <a:rPr lang="pt-BR" sz="5200" b="1" spc="-6" dirty="0">
                <a:solidFill>
                  <a:srgbClr val="FCFC30"/>
                </a:solidFill>
                <a:latin typeface="BancoDoBrasil Titulos" panose="00000500000000000000" charset="0"/>
              </a:rPr>
              <a:t>Nuvem de palavras</a:t>
            </a:r>
            <a:endParaRPr lang="en-BR" sz="5200" b="1" u="none" strike="noStrike" dirty="0">
              <a:solidFill>
                <a:schemeClr val="lt1"/>
              </a:solidFill>
              <a:effectLst/>
              <a:uFillTx/>
              <a:latin typeface="BancoDoBrasil Titulos" panose="00000500000000000000" charset="0"/>
            </a:endParaRPr>
          </a:p>
        </p:txBody>
      </p:sp>
      <p:sp>
        <p:nvSpPr>
          <p:cNvPr id="400" name="Forma Livre: Forma 4"/>
          <p:cNvSpPr/>
          <p:nvPr/>
        </p:nvSpPr>
        <p:spPr>
          <a:xfrm>
            <a:off x="11579040" y="2419200"/>
            <a:ext cx="367560" cy="4422960"/>
          </a:xfrm>
          <a:custGeom>
            <a:avLst/>
            <a:gdLst>
              <a:gd name="textAreaLeft" fmla="*/ 0 w 367560"/>
              <a:gd name="textAreaRight" fmla="*/ 367920 w 367560"/>
              <a:gd name="textAreaTop" fmla="*/ 0 h 4422960"/>
              <a:gd name="textAreaBottom" fmla="*/ 4423320 h 4422960"/>
              <a:gd name="GluePoint1X" fmla="*/ 0 w 367778"/>
              <a:gd name="GluePoint1Y" fmla="*/ 0 h 3454487"/>
              <a:gd name="GluePoint2X" fmla="*/ 370996 w 367778"/>
              <a:gd name="GluePoint2Y" fmla="*/ 0 h 3454487"/>
              <a:gd name="GluePoint3X" fmla="*/ 370996 w 367778"/>
              <a:gd name="GluePoint3Y" fmla="*/ 3455210 h 3454487"/>
              <a:gd name="GluePoint4X" fmla="*/ 0 w 367778"/>
              <a:gd name="GluePoint4Y" fmla="*/ 3455210 h 345448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67778" h="3454487">
                <a:moveTo>
                  <a:pt x="0" y="0"/>
                </a:moveTo>
                <a:lnTo>
                  <a:pt x="370996" y="0"/>
                </a:lnTo>
                <a:lnTo>
                  <a:pt x="370996" y="3455210"/>
                </a:lnTo>
                <a:lnTo>
                  <a:pt x="0" y="3455210"/>
                </a:lnTo>
                <a:close/>
              </a:path>
            </a:pathLst>
          </a:custGeom>
          <a:noFill/>
          <a:ln w="19694">
            <a:solidFill>
              <a:srgbClr val="FCFC3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401" name="Forma Livre: Forma 6"/>
          <p:cNvSpPr/>
          <p:nvPr/>
        </p:nvSpPr>
        <p:spPr>
          <a:xfrm>
            <a:off x="10837080" y="3364200"/>
            <a:ext cx="367560" cy="3472560"/>
          </a:xfrm>
          <a:custGeom>
            <a:avLst/>
            <a:gdLst>
              <a:gd name="textAreaLeft" fmla="*/ 0 w 367560"/>
              <a:gd name="textAreaRight" fmla="*/ 367920 w 367560"/>
              <a:gd name="textAreaTop" fmla="*/ 0 h 3472560"/>
              <a:gd name="textAreaBottom" fmla="*/ 3472920 h 3472560"/>
              <a:gd name="GluePoint1X" fmla="*/ 0 w 367778"/>
              <a:gd name="GluePoint1Y" fmla="*/ 0 h 2712363"/>
              <a:gd name="GluePoint2X" fmla="*/ 370996 w 367778"/>
              <a:gd name="GluePoint2Y" fmla="*/ 0 h 2712363"/>
              <a:gd name="GluePoint3X" fmla="*/ 370996 w 367778"/>
              <a:gd name="GluePoint3Y" fmla="*/ 2717224 h 2712363"/>
              <a:gd name="GluePoint4X" fmla="*/ 0 w 367778"/>
              <a:gd name="GluePoint4Y" fmla="*/ 2717224 h 2712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67778" h="2712363">
                <a:moveTo>
                  <a:pt x="0" y="0"/>
                </a:moveTo>
                <a:lnTo>
                  <a:pt x="370996" y="0"/>
                </a:lnTo>
                <a:lnTo>
                  <a:pt x="370996" y="2717224"/>
                </a:lnTo>
                <a:lnTo>
                  <a:pt x="0" y="2717224"/>
                </a:lnTo>
                <a:close/>
              </a:path>
            </a:pathLst>
          </a:custGeom>
          <a:noFill/>
          <a:ln w="19694">
            <a:solidFill>
              <a:srgbClr val="FCFC3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402" name="Forma Livre: Forma 10"/>
          <p:cNvSpPr/>
          <p:nvPr/>
        </p:nvSpPr>
        <p:spPr>
          <a:xfrm>
            <a:off x="10096200" y="4313520"/>
            <a:ext cx="367560" cy="2522520"/>
          </a:xfrm>
          <a:custGeom>
            <a:avLst/>
            <a:gdLst>
              <a:gd name="textAreaLeft" fmla="*/ 0 w 367560"/>
              <a:gd name="textAreaRight" fmla="*/ 367920 w 367560"/>
              <a:gd name="textAreaTop" fmla="*/ 0 h 2522520"/>
              <a:gd name="textAreaBottom" fmla="*/ 2522880 h 2522520"/>
              <a:gd name="GluePoint1X" fmla="*/ 0 w 367778"/>
              <a:gd name="GluePoint1Y" fmla="*/ 0 h 1970240"/>
              <a:gd name="GluePoint2X" fmla="*/ 370996 w 367778"/>
              <a:gd name="GluePoint2Y" fmla="*/ 0 h 1970240"/>
              <a:gd name="GluePoint3X" fmla="*/ 370996 w 367778"/>
              <a:gd name="GluePoint3Y" fmla="*/ 1976020 h 1970240"/>
              <a:gd name="GluePoint4X" fmla="*/ 0 w 367778"/>
              <a:gd name="GluePoint4Y" fmla="*/ 1976020 h 1970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67778" h="1970240">
                <a:moveTo>
                  <a:pt x="0" y="0"/>
                </a:moveTo>
                <a:lnTo>
                  <a:pt x="370996" y="0"/>
                </a:lnTo>
                <a:lnTo>
                  <a:pt x="370996" y="1976020"/>
                </a:lnTo>
                <a:lnTo>
                  <a:pt x="0" y="1976020"/>
                </a:lnTo>
                <a:close/>
              </a:path>
            </a:pathLst>
          </a:custGeom>
          <a:noFill/>
          <a:ln w="19694">
            <a:solidFill>
              <a:srgbClr val="FCFC3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403" name="Forma Livre: Forma 11"/>
          <p:cNvSpPr/>
          <p:nvPr/>
        </p:nvSpPr>
        <p:spPr>
          <a:xfrm>
            <a:off x="9341640" y="5460840"/>
            <a:ext cx="367560" cy="1380960"/>
          </a:xfrm>
          <a:custGeom>
            <a:avLst/>
            <a:gdLst>
              <a:gd name="textAreaLeft" fmla="*/ 0 w 367560"/>
              <a:gd name="textAreaRight" fmla="*/ 367920 w 367560"/>
              <a:gd name="textAreaTop" fmla="*/ 0 h 1380960"/>
              <a:gd name="textAreaBottom" fmla="*/ 1381320 h 1380960"/>
              <a:gd name="GluePoint1X" fmla="*/ 0 w 367778"/>
              <a:gd name="GluePoint1Y" fmla="*/ 0 h 1477680"/>
              <a:gd name="GluePoint2X" fmla="*/ 370996 w 367778"/>
              <a:gd name="GluePoint2Y" fmla="*/ 0 h 1477680"/>
              <a:gd name="GluePoint3X" fmla="*/ 370996 w 367778"/>
              <a:gd name="GluePoint3Y" fmla="*/ 1478468 h 1477680"/>
              <a:gd name="GluePoint4X" fmla="*/ 0 w 367778"/>
              <a:gd name="GluePoint4Y" fmla="*/ 1478468 h 14776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67778" h="1477680">
                <a:moveTo>
                  <a:pt x="0" y="0"/>
                </a:moveTo>
                <a:lnTo>
                  <a:pt x="370996" y="0"/>
                </a:lnTo>
                <a:lnTo>
                  <a:pt x="370996" y="1478468"/>
                </a:lnTo>
                <a:lnTo>
                  <a:pt x="0" y="1478468"/>
                </a:lnTo>
                <a:close/>
              </a:path>
            </a:pathLst>
          </a:custGeom>
          <a:noFill/>
          <a:ln w="19694">
            <a:solidFill>
              <a:srgbClr val="FCFC3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404" name="Forma Livre: Forma 12"/>
          <p:cNvSpPr/>
          <p:nvPr/>
        </p:nvSpPr>
        <p:spPr>
          <a:xfrm>
            <a:off x="9871920" y="1088280"/>
            <a:ext cx="1621800" cy="2119680"/>
          </a:xfrm>
          <a:custGeom>
            <a:avLst/>
            <a:gdLst>
              <a:gd name="textAreaLeft" fmla="*/ 0 w 1621800"/>
              <a:gd name="textAreaRight" fmla="*/ 1622160 w 1621800"/>
              <a:gd name="textAreaTop" fmla="*/ 0 h 2119680"/>
              <a:gd name="textAreaBottom" fmla="*/ 2120040 h 2119680"/>
              <a:gd name="GluePoint1X" fmla="*/ 2077947 w 2075319"/>
              <a:gd name="GluePoint1Y" fmla="*/ 1038973 h 1891430"/>
              <a:gd name="GluePoint2X" fmla="*/ 1038973 w 2075319"/>
              <a:gd name="GluePoint2Y" fmla="*/ 0 h 1891430"/>
              <a:gd name="GluePoint3X" fmla="*/ 0 w 2075319"/>
              <a:gd name="GluePoint3Y" fmla="*/ 1038973 h 1891430"/>
              <a:gd name="GluePoint4X" fmla="*/ 535577 w 2075319"/>
              <a:gd name="GluePoint4Y" fmla="*/ 1038973 h 1891430"/>
              <a:gd name="GluePoint5X" fmla="*/ 760513 w 2075319"/>
              <a:gd name="GluePoint5Y" fmla="*/ 1344886 h 1891430"/>
              <a:gd name="GluePoint6X" fmla="*/ 65 w 2075319"/>
              <a:gd name="GluePoint6Y" fmla="*/ 1872910 h 1891430"/>
              <a:gd name="GluePoint7X" fmla="*/ 65 w 2075319"/>
              <a:gd name="GluePoint7Y" fmla="*/ 1895962 h 1891430"/>
              <a:gd name="GluePoint8X" fmla="*/ 1399987 w 2075319"/>
              <a:gd name="GluePoint8Y" fmla="*/ 1038973 h 1891430"/>
              <a:gd name="GluePoint9X" fmla="*/ 2078012 w 2075319"/>
              <a:gd name="GluePoint9Y" fmla="*/ 1038973 h 189143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075319" h="1891430">
                <a:moveTo>
                  <a:pt x="2077947" y="1038973"/>
                </a:moveTo>
                <a:lnTo>
                  <a:pt x="1038973" y="0"/>
                </a:lnTo>
                <a:lnTo>
                  <a:pt x="0" y="1038973"/>
                </a:lnTo>
                <a:lnTo>
                  <a:pt x="535577" y="1038973"/>
                </a:lnTo>
                <a:cubicBezTo>
                  <a:pt x="694510" y="1038973"/>
                  <a:pt x="809506" y="1193637"/>
                  <a:pt x="760513" y="1344886"/>
                </a:cubicBezTo>
                <a:cubicBezTo>
                  <a:pt x="591532" y="1866212"/>
                  <a:pt x="65" y="1872910"/>
                  <a:pt x="65" y="1872910"/>
                </a:cubicBezTo>
                <a:lnTo>
                  <a:pt x="65" y="1895962"/>
                </a:lnTo>
                <a:cubicBezTo>
                  <a:pt x="1141820" y="1895962"/>
                  <a:pt x="1425797" y="1445631"/>
                  <a:pt x="1399987" y="1038973"/>
                </a:cubicBezTo>
                <a:lnTo>
                  <a:pt x="2078012" y="1038973"/>
                </a:lnTo>
                <a:close/>
              </a:path>
            </a:pathLst>
          </a:custGeom>
          <a:solidFill>
            <a:schemeClr val="tx2"/>
          </a:solidFill>
          <a:ln w="656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1BFAF7F-2FBA-295C-3221-0D94A7A57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38" y="878898"/>
            <a:ext cx="8818082" cy="45817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object 2"/>
          <p:cNvSpPr/>
          <p:nvPr/>
        </p:nvSpPr>
        <p:spPr>
          <a:xfrm>
            <a:off x="372143" y="648987"/>
            <a:ext cx="7875042" cy="16207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7920" rIns="0" bIns="0" anchor="t">
            <a:spAutoFit/>
          </a:bodyPr>
          <a:lstStyle/>
          <a:p>
            <a:pPr marL="7560" defTabSz="914400">
              <a:lnSpc>
                <a:spcPct val="100000"/>
              </a:lnSpc>
              <a:spcBef>
                <a:spcPts val="65"/>
              </a:spcBef>
            </a:pPr>
            <a:r>
              <a:rPr lang="pt-BR" sz="5240" b="1" u="none" strike="noStrike" dirty="0">
                <a:solidFill>
                  <a:schemeClr val="lt2"/>
                </a:solidFill>
                <a:effectLst/>
                <a:uFillTx/>
                <a:latin typeface="BancoDoBrasil Titulos" panose="00000500000000000000" charset="0"/>
              </a:rPr>
              <a:t>Exemplos de dores comuns</a:t>
            </a:r>
            <a:endParaRPr lang="pt-BR" sz="5240" b="1" u="none" strike="noStrike" dirty="0">
              <a:solidFill>
                <a:srgbClr val="FFFFFF"/>
              </a:solidFill>
              <a:effectLst/>
              <a:uFillTx/>
              <a:latin typeface="BancoDoBrasil Titulos" panose="00000500000000000000" charset="0"/>
            </a:endParaRPr>
          </a:p>
        </p:txBody>
      </p:sp>
      <p:sp>
        <p:nvSpPr>
          <p:cNvPr id="258" name="object 3"/>
          <p:cNvSpPr/>
          <p:nvPr/>
        </p:nvSpPr>
        <p:spPr>
          <a:xfrm>
            <a:off x="440640" y="2268413"/>
            <a:ext cx="6226717" cy="120991"/>
          </a:xfrm>
          <a:custGeom>
            <a:avLst/>
            <a:gdLst>
              <a:gd name="textAreaLeft" fmla="*/ 0 w 4019040"/>
              <a:gd name="textAreaRight" fmla="*/ 4019400 w 401904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6142990">
                <a:moveTo>
                  <a:pt x="0" y="0"/>
                </a:moveTo>
                <a:lnTo>
                  <a:pt x="6142975" y="0"/>
                </a:lnTo>
              </a:path>
            </a:pathLst>
          </a:custGeom>
          <a:noFill/>
          <a:ln w="36250">
            <a:solidFill>
              <a:srgbClr val="465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BR" sz="1090" b="0" u="none" strike="noStrike">
              <a:solidFill>
                <a:schemeClr val="lt1"/>
              </a:solidFill>
              <a:effectLst/>
              <a:uFillTx/>
              <a:latin typeface="BancoDoBrasil Titulos"/>
            </a:endParaRPr>
          </a:p>
        </p:txBody>
      </p:sp>
      <p:sp>
        <p:nvSpPr>
          <p:cNvPr id="259" name="object 4"/>
          <p:cNvSpPr/>
          <p:nvPr/>
        </p:nvSpPr>
        <p:spPr>
          <a:xfrm>
            <a:off x="493392" y="2553563"/>
            <a:ext cx="5998510" cy="35434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6840" rIns="0" bIns="0" anchor="t">
            <a:spAutoFit/>
          </a:bodyPr>
          <a:lstStyle/>
          <a:p>
            <a:pPr marL="7560" defTabSz="914400">
              <a:lnSpc>
                <a:spcPct val="101000"/>
              </a:lnSpc>
              <a:spcBef>
                <a:spcPts val="54"/>
              </a:spcBef>
            </a:pPr>
            <a:endParaRPr lang="pt-BR" sz="2800" spc="9" dirty="0">
              <a:solidFill>
                <a:srgbClr val="FFFFFF"/>
              </a:solidFill>
              <a:latin typeface="BancoDoBrasil Textos" panose="00000500000000000000" charset="0"/>
            </a:endParaRPr>
          </a:p>
          <a:p>
            <a:pPr marL="464760" indent="-457200" defTabSz="914400">
              <a:lnSpc>
                <a:spcPct val="101000"/>
              </a:lnSpc>
              <a:spcBef>
                <a:spcPts val="54"/>
              </a:spcBef>
              <a:buFont typeface="Wingdings" panose="05000000000000000000" pitchFamily="2" charset="2"/>
              <a:buChar char="Ø"/>
            </a:pPr>
            <a:r>
              <a:rPr lang="pt-BR" sz="2800" b="0" u="none" strike="noStrike" spc="9" dirty="0">
                <a:solidFill>
                  <a:srgbClr val="FFFFFF"/>
                </a:solidFill>
                <a:effectLst/>
                <a:uFillTx/>
                <a:latin typeface="BancoDoBrasil Textos" panose="00000500000000000000" charset="0"/>
              </a:rPr>
              <a:t>Cobrança indevida</a:t>
            </a:r>
          </a:p>
          <a:p>
            <a:pPr marL="7560" defTabSz="914400">
              <a:lnSpc>
                <a:spcPct val="101000"/>
              </a:lnSpc>
              <a:spcBef>
                <a:spcPts val="54"/>
              </a:spcBef>
            </a:pPr>
            <a:endParaRPr lang="pt-BR" sz="2800" b="0" u="none" strike="noStrike" spc="9" dirty="0">
              <a:solidFill>
                <a:srgbClr val="FFFFFF"/>
              </a:solidFill>
              <a:effectLst/>
              <a:uFillTx/>
              <a:latin typeface="BancoDoBrasil Textos" panose="00000500000000000000" charset="0"/>
            </a:endParaRPr>
          </a:p>
          <a:p>
            <a:pPr marL="464760" indent="-457200" defTabSz="914400">
              <a:lnSpc>
                <a:spcPct val="101000"/>
              </a:lnSpc>
              <a:spcBef>
                <a:spcPts val="54"/>
              </a:spcBef>
              <a:buFont typeface="Wingdings" panose="05000000000000000000" pitchFamily="2" charset="2"/>
              <a:buChar char="Ø"/>
            </a:pPr>
            <a:r>
              <a:rPr lang="pt-BR" sz="2800" spc="9" dirty="0">
                <a:solidFill>
                  <a:srgbClr val="FFFFFF"/>
                </a:solidFill>
                <a:latin typeface="BancoDoBrasil Textos" panose="00000500000000000000" charset="0"/>
              </a:rPr>
              <a:t>Atraso</a:t>
            </a:r>
          </a:p>
          <a:p>
            <a:pPr marL="7560" defTabSz="914400">
              <a:lnSpc>
                <a:spcPct val="101000"/>
              </a:lnSpc>
              <a:spcBef>
                <a:spcPts val="54"/>
              </a:spcBef>
            </a:pPr>
            <a:endParaRPr lang="pt-BR" sz="2800" spc="9" dirty="0">
              <a:solidFill>
                <a:srgbClr val="FFFFFF"/>
              </a:solidFill>
              <a:latin typeface="BancoDoBrasil Textos" panose="00000500000000000000" charset="0"/>
            </a:endParaRPr>
          </a:p>
          <a:p>
            <a:pPr marL="464760" indent="-457200" defTabSz="914400">
              <a:lnSpc>
                <a:spcPct val="101000"/>
              </a:lnSpc>
              <a:spcBef>
                <a:spcPts val="54"/>
              </a:spcBef>
              <a:buFont typeface="Wingdings" panose="05000000000000000000" pitchFamily="2" charset="2"/>
              <a:buChar char="Ø"/>
            </a:pPr>
            <a:r>
              <a:rPr lang="pt-BR" sz="2800" b="0" u="none" strike="noStrike" spc="9" dirty="0">
                <a:solidFill>
                  <a:srgbClr val="FFFFFF"/>
                </a:solidFill>
                <a:effectLst/>
                <a:uFillTx/>
                <a:latin typeface="BancoDoBrasil Textos" panose="00000500000000000000" charset="0"/>
              </a:rPr>
              <a:t>Falha </a:t>
            </a:r>
            <a:r>
              <a:rPr lang="pt-BR" sz="2800" b="0" u="none" strike="noStrike" spc="9">
                <a:solidFill>
                  <a:srgbClr val="FFFFFF"/>
                </a:solidFill>
                <a:effectLst/>
                <a:uFillTx/>
                <a:latin typeface="BancoDoBrasil Textos" panose="00000500000000000000" charset="0"/>
              </a:rPr>
              <a:t>no atendimento</a:t>
            </a:r>
          </a:p>
          <a:p>
            <a:pPr marL="7560" defTabSz="914400">
              <a:lnSpc>
                <a:spcPct val="101000"/>
              </a:lnSpc>
              <a:spcBef>
                <a:spcPts val="54"/>
              </a:spcBef>
            </a:pPr>
            <a:endParaRPr lang="pt-BR" sz="2800" b="0" u="none" strike="noStrike" spc="9" dirty="0">
              <a:solidFill>
                <a:srgbClr val="FFFFFF"/>
              </a:solidFill>
              <a:effectLst/>
              <a:uFillTx/>
              <a:latin typeface="BancoDoBrasil Textos" panose="00000500000000000000" charset="0"/>
            </a:endParaRPr>
          </a:p>
          <a:p>
            <a:pPr marL="464760" indent="-457200" defTabSz="914400">
              <a:lnSpc>
                <a:spcPct val="101000"/>
              </a:lnSpc>
              <a:spcBef>
                <a:spcPts val="54"/>
              </a:spcBef>
              <a:buFont typeface="Wingdings" panose="05000000000000000000" pitchFamily="2" charset="2"/>
              <a:buChar char="Ø"/>
            </a:pPr>
            <a:r>
              <a:rPr lang="pt-BR" sz="2800" spc="9" dirty="0">
                <a:solidFill>
                  <a:srgbClr val="FFFFFF"/>
                </a:solidFill>
                <a:latin typeface="BancoDoBrasil Textos" panose="00000500000000000000" charset="0"/>
              </a:rPr>
              <a:t>Problemas com reembolso</a:t>
            </a:r>
            <a:endParaRPr lang="pt-BR" sz="2800" b="0" u="none" strike="noStrike" dirty="0">
              <a:solidFill>
                <a:srgbClr val="FFFFFF"/>
              </a:solidFill>
              <a:effectLst/>
              <a:uFillTx/>
              <a:latin typeface="BancoDoBrasil Textos" panose="00000500000000000000" charset="0"/>
            </a:endParaRPr>
          </a:p>
        </p:txBody>
      </p:sp>
      <p:grpSp>
        <p:nvGrpSpPr>
          <p:cNvPr id="2" name="Gráfico 1">
            <a:extLst>
              <a:ext uri="{FF2B5EF4-FFF2-40B4-BE49-F238E27FC236}">
                <a16:creationId xmlns:a16="http://schemas.microsoft.com/office/drawing/2014/main" id="{4565776F-CCCF-7C9B-B3BB-536E0811D140}"/>
              </a:ext>
            </a:extLst>
          </p:cNvPr>
          <p:cNvGrpSpPr/>
          <p:nvPr/>
        </p:nvGrpSpPr>
        <p:grpSpPr>
          <a:xfrm>
            <a:off x="5727398" y="3216960"/>
            <a:ext cx="4038480" cy="3641040"/>
            <a:chOff x="6426000" y="3208320"/>
            <a:chExt cx="4038480" cy="3641040"/>
          </a:xfrm>
        </p:grpSpPr>
        <p:sp>
          <p:nvSpPr>
            <p:cNvPr id="3" name="Forma Livre: Forma 15">
              <a:extLst>
                <a:ext uri="{FF2B5EF4-FFF2-40B4-BE49-F238E27FC236}">
                  <a16:creationId xmlns:a16="http://schemas.microsoft.com/office/drawing/2014/main" id="{207C0B9A-2E01-3438-46DC-4F0A7B581F14}"/>
                </a:ext>
              </a:extLst>
            </p:cNvPr>
            <p:cNvSpPr/>
            <p:nvPr/>
          </p:nvSpPr>
          <p:spPr>
            <a:xfrm>
              <a:off x="8499240" y="3208320"/>
              <a:ext cx="938880" cy="938880"/>
            </a:xfrm>
            <a:custGeom>
              <a:avLst/>
              <a:gdLst>
                <a:gd name="textAreaLeft" fmla="*/ 0 w 938880"/>
                <a:gd name="textAreaRight" fmla="*/ 939240 w 938880"/>
                <a:gd name="textAreaTop" fmla="*/ 0 h 938880"/>
                <a:gd name="textAreaBottom" fmla="*/ 939240 h 938880"/>
                <a:gd name="GluePoint1X" fmla="*/ 939936 w 939147"/>
                <a:gd name="GluePoint1Y" fmla="*/ 939936 h 939147"/>
                <a:gd name="GluePoint2X" fmla="*/ 0 w 939147"/>
                <a:gd name="GluePoint2Y" fmla="*/ 0 h 9391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939147" h="939147">
                  <a:moveTo>
                    <a:pt x="939936" y="939936"/>
                  </a:moveTo>
                  <a:cubicBezTo>
                    <a:pt x="420843" y="939936"/>
                    <a:pt x="0" y="519093"/>
                    <a:pt x="0" y="0"/>
                  </a:cubicBezTo>
                </a:path>
              </a:pathLst>
            </a:custGeom>
            <a:noFill/>
            <a:ln w="19694">
              <a:solidFill>
                <a:srgbClr val="FCFC3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endParaRPr>
            </a:p>
          </p:txBody>
        </p:sp>
        <p:sp>
          <p:nvSpPr>
            <p:cNvPr id="4" name="Forma Livre: Forma 16">
              <a:extLst>
                <a:ext uri="{FF2B5EF4-FFF2-40B4-BE49-F238E27FC236}">
                  <a16:creationId xmlns:a16="http://schemas.microsoft.com/office/drawing/2014/main" id="{88B0B599-EA2A-71F2-A556-64F41C5C9529}"/>
                </a:ext>
              </a:extLst>
            </p:cNvPr>
            <p:cNvSpPr/>
            <p:nvPr/>
          </p:nvSpPr>
          <p:spPr>
            <a:xfrm>
              <a:off x="7365960" y="3208320"/>
              <a:ext cx="2265480" cy="1877760"/>
            </a:xfrm>
            <a:custGeom>
              <a:avLst/>
              <a:gdLst>
                <a:gd name="textAreaLeft" fmla="*/ 0 w 2265480"/>
                <a:gd name="textAreaRight" fmla="*/ 2265840 w 2265480"/>
                <a:gd name="textAreaTop" fmla="*/ 0 h 1877760"/>
                <a:gd name="textAreaBottom" fmla="*/ 1878120 h 1877760"/>
                <a:gd name="GluePoint1X" fmla="*/ 2073087 w 2265776"/>
                <a:gd name="GluePoint1Y" fmla="*/ 939936 h 1878295"/>
                <a:gd name="GluePoint2X" fmla="*/ 2266433 w 2265776"/>
                <a:gd name="GluePoint2Y" fmla="*/ 1133282 h 1878295"/>
                <a:gd name="GluePoint3X" fmla="*/ 2073087 w 2265776"/>
                <a:gd name="GluePoint3Y" fmla="*/ 1326629 h 1878295"/>
                <a:gd name="GluePoint4X" fmla="*/ 1997561 w 2265776"/>
                <a:gd name="GluePoint4Y" fmla="*/ 1307714 h 1878295"/>
                <a:gd name="GluePoint5X" fmla="*/ 1133216 w 2265776"/>
                <a:gd name="GluePoint5Y" fmla="*/ 1879872 h 1878295"/>
                <a:gd name="GluePoint6X" fmla="*/ 267887 w 2265776"/>
                <a:gd name="GluePoint6Y" fmla="*/ 1308634 h 1878295"/>
                <a:gd name="GluePoint7X" fmla="*/ 193346 w 2265776"/>
                <a:gd name="GluePoint7Y" fmla="*/ 1326629 h 1878295"/>
                <a:gd name="GluePoint8X" fmla="*/ 0 w 2265776"/>
                <a:gd name="GluePoint8Y" fmla="*/ 1133282 h 1878295"/>
                <a:gd name="GluePoint9X" fmla="*/ 193346 w 2265776"/>
                <a:gd name="GluePoint9Y" fmla="*/ 939936 h 1878295"/>
                <a:gd name="GluePoint10X" fmla="*/ 1133282 w 2265776"/>
                <a:gd name="GluePoint10Y" fmla="*/ 0 h 1878295"/>
                <a:gd name="GluePoint11X" fmla="*/ 2073218 w 2265776"/>
                <a:gd name="GluePoint11Y" fmla="*/ 939936 h 18782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265776" h="1878295">
                  <a:moveTo>
                    <a:pt x="2073087" y="939936"/>
                  </a:moveTo>
                  <a:cubicBezTo>
                    <a:pt x="2179874" y="939936"/>
                    <a:pt x="2266433" y="1026495"/>
                    <a:pt x="2266433" y="1133282"/>
                  </a:cubicBezTo>
                  <a:cubicBezTo>
                    <a:pt x="2266433" y="1240069"/>
                    <a:pt x="2179874" y="1326629"/>
                    <a:pt x="2073087" y="1326629"/>
                  </a:cubicBezTo>
                  <a:cubicBezTo>
                    <a:pt x="2046423" y="1326629"/>
                    <a:pt x="2020678" y="1317500"/>
                    <a:pt x="1997561" y="1307714"/>
                  </a:cubicBezTo>
                  <a:cubicBezTo>
                    <a:pt x="1853602" y="1642261"/>
                    <a:pt x="1520500" y="1879872"/>
                    <a:pt x="1133216" y="1879872"/>
                  </a:cubicBezTo>
                  <a:cubicBezTo>
                    <a:pt x="745933" y="1879872"/>
                    <a:pt x="410532" y="1646004"/>
                    <a:pt x="267887" y="1308634"/>
                  </a:cubicBezTo>
                  <a:cubicBezTo>
                    <a:pt x="244769" y="1318419"/>
                    <a:pt x="220010" y="1326629"/>
                    <a:pt x="193346" y="1326629"/>
                  </a:cubicBezTo>
                  <a:cubicBezTo>
                    <a:pt x="86559" y="1326629"/>
                    <a:pt x="0" y="1240069"/>
                    <a:pt x="0" y="1133282"/>
                  </a:cubicBezTo>
                  <a:cubicBezTo>
                    <a:pt x="0" y="1026495"/>
                    <a:pt x="86559" y="939936"/>
                    <a:pt x="193346" y="939936"/>
                  </a:cubicBezTo>
                  <a:cubicBezTo>
                    <a:pt x="193346" y="420843"/>
                    <a:pt x="614190" y="0"/>
                    <a:pt x="1133282" y="0"/>
                  </a:cubicBezTo>
                  <a:cubicBezTo>
                    <a:pt x="1652375" y="0"/>
                    <a:pt x="2073218" y="420843"/>
                    <a:pt x="2073218" y="939936"/>
                  </a:cubicBezTo>
                </a:path>
              </a:pathLst>
            </a:custGeom>
            <a:noFill/>
            <a:ln w="19694">
              <a:solidFill>
                <a:srgbClr val="FCFC3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endParaRPr>
            </a:p>
          </p:txBody>
        </p:sp>
        <p:sp>
          <p:nvSpPr>
            <p:cNvPr id="5" name="Forma Livre: Forma 17">
              <a:extLst>
                <a:ext uri="{FF2B5EF4-FFF2-40B4-BE49-F238E27FC236}">
                  <a16:creationId xmlns:a16="http://schemas.microsoft.com/office/drawing/2014/main" id="{04EF8ECE-38D9-9B1F-40A3-F8B06D9982A6}"/>
                </a:ext>
              </a:extLst>
            </p:cNvPr>
            <p:cNvSpPr/>
            <p:nvPr/>
          </p:nvSpPr>
          <p:spPr>
            <a:xfrm>
              <a:off x="8499240" y="3208320"/>
              <a:ext cx="938880" cy="938880"/>
            </a:xfrm>
            <a:custGeom>
              <a:avLst/>
              <a:gdLst>
                <a:gd name="textAreaLeft" fmla="*/ 0 w 938880"/>
                <a:gd name="textAreaRight" fmla="*/ 939240 w 938880"/>
                <a:gd name="textAreaTop" fmla="*/ 0 h 938880"/>
                <a:gd name="textAreaBottom" fmla="*/ 939240 h 938880"/>
                <a:gd name="GluePoint1X" fmla="*/ 939936 w 939147"/>
                <a:gd name="GluePoint1Y" fmla="*/ 939936 h 939147"/>
                <a:gd name="GluePoint2X" fmla="*/ 0 w 939147"/>
                <a:gd name="GluePoint2Y" fmla="*/ 0 h 9391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939147" h="939147">
                  <a:moveTo>
                    <a:pt x="939936" y="939936"/>
                  </a:moveTo>
                  <a:cubicBezTo>
                    <a:pt x="420843" y="939936"/>
                    <a:pt x="0" y="519093"/>
                    <a:pt x="0" y="0"/>
                  </a:cubicBezTo>
                </a:path>
              </a:pathLst>
            </a:custGeom>
            <a:noFill/>
            <a:ln w="19694">
              <a:solidFill>
                <a:srgbClr val="FCFC3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endParaRPr>
            </a:p>
          </p:txBody>
        </p:sp>
        <p:sp>
          <p:nvSpPr>
            <p:cNvPr id="6" name="Forma Livre: Forma 18">
              <a:extLst>
                <a:ext uri="{FF2B5EF4-FFF2-40B4-BE49-F238E27FC236}">
                  <a16:creationId xmlns:a16="http://schemas.microsoft.com/office/drawing/2014/main" id="{17D495C8-0DF8-1989-A452-A882E234974D}"/>
                </a:ext>
              </a:extLst>
            </p:cNvPr>
            <p:cNvSpPr/>
            <p:nvPr/>
          </p:nvSpPr>
          <p:spPr>
            <a:xfrm>
              <a:off x="6426000" y="5326200"/>
              <a:ext cx="4038480" cy="1523160"/>
            </a:xfrm>
            <a:custGeom>
              <a:avLst/>
              <a:gdLst>
                <a:gd name="textAreaLeft" fmla="*/ 0 w 4038480"/>
                <a:gd name="textAreaRight" fmla="*/ 4038840 w 4038480"/>
                <a:gd name="textAreaTop" fmla="*/ 0 h 1523160"/>
                <a:gd name="textAreaBottom" fmla="*/ 1523520 h 1523160"/>
                <a:gd name="GluePoint1X" fmla="*/ 2436596 w 4038992"/>
                <a:gd name="GluePoint1Y" fmla="*/ 302432 h 1523652"/>
                <a:gd name="GluePoint2X" fmla="*/ 2436596 w 4038992"/>
                <a:gd name="GluePoint2Y" fmla="*/ 0 h 1523652"/>
                <a:gd name="GluePoint3X" fmla="*/ 1604761 w 4038992"/>
                <a:gd name="GluePoint3Y" fmla="*/ 0 h 1523652"/>
                <a:gd name="GluePoint4X" fmla="*/ 1604761 w 4038992"/>
                <a:gd name="GluePoint4Y" fmla="*/ 302432 h 1523652"/>
                <a:gd name="GluePoint5X" fmla="*/ 0 w 4038992"/>
                <a:gd name="GluePoint5Y" fmla="*/ 1529104 h 1523652"/>
                <a:gd name="GluePoint6X" fmla="*/ 4041291 w 4038992"/>
                <a:gd name="GluePoint6Y" fmla="*/ 1529104 h 1523652"/>
                <a:gd name="GluePoint7X" fmla="*/ 2436531 w 4038992"/>
                <a:gd name="GluePoint7Y" fmla="*/ 302432 h 15236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4038992" h="1523652">
                  <a:moveTo>
                    <a:pt x="2436596" y="302432"/>
                  </a:moveTo>
                  <a:lnTo>
                    <a:pt x="2436596" y="0"/>
                  </a:lnTo>
                  <a:lnTo>
                    <a:pt x="1604761" y="0"/>
                  </a:lnTo>
                  <a:lnTo>
                    <a:pt x="1604761" y="302432"/>
                  </a:lnTo>
                  <a:cubicBezTo>
                    <a:pt x="453418" y="518633"/>
                    <a:pt x="0" y="1529104"/>
                    <a:pt x="0" y="1529104"/>
                  </a:cubicBezTo>
                  <a:lnTo>
                    <a:pt x="4041291" y="1529104"/>
                  </a:lnTo>
                  <a:cubicBezTo>
                    <a:pt x="4041291" y="1529104"/>
                    <a:pt x="3587873" y="518633"/>
                    <a:pt x="2436531" y="302432"/>
                  </a:cubicBezTo>
                  <a:close/>
                </a:path>
              </a:pathLst>
            </a:custGeom>
            <a:solidFill>
              <a:schemeClr val="bg1"/>
            </a:solidFill>
            <a:ln w="656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endParaRPr>
            </a:p>
          </p:txBody>
        </p:sp>
      </p:grpSp>
      <p:grpSp>
        <p:nvGrpSpPr>
          <p:cNvPr id="7" name="Gráfico 1">
            <a:extLst>
              <a:ext uri="{FF2B5EF4-FFF2-40B4-BE49-F238E27FC236}">
                <a16:creationId xmlns:a16="http://schemas.microsoft.com/office/drawing/2014/main" id="{161575A7-7AB9-6BAA-FDC9-FAF132942CC1}"/>
              </a:ext>
            </a:extLst>
          </p:cNvPr>
          <p:cNvGrpSpPr/>
          <p:nvPr/>
        </p:nvGrpSpPr>
        <p:grpSpPr>
          <a:xfrm>
            <a:off x="9014738" y="3285720"/>
            <a:ext cx="3143880" cy="1946880"/>
            <a:chOff x="6602400" y="3285720"/>
            <a:chExt cx="3143880" cy="1946880"/>
          </a:xfrm>
        </p:grpSpPr>
        <p:sp>
          <p:nvSpPr>
            <p:cNvPr id="8" name="Forma Livre: Forma 13">
              <a:extLst>
                <a:ext uri="{FF2B5EF4-FFF2-40B4-BE49-F238E27FC236}">
                  <a16:creationId xmlns:a16="http://schemas.microsoft.com/office/drawing/2014/main" id="{AA1EA1CE-A9D4-7048-9927-499E79431472}"/>
                </a:ext>
              </a:extLst>
            </p:cNvPr>
            <p:cNvSpPr/>
            <p:nvPr/>
          </p:nvSpPr>
          <p:spPr>
            <a:xfrm>
              <a:off x="6989040" y="4185720"/>
              <a:ext cx="256320" cy="36972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369720"/>
                <a:gd name="textAreaBottom" fmla="*/ 370080 h 369720"/>
                <a:gd name="GluePoint1X" fmla="*/ 185218 w 256666"/>
                <a:gd name="GluePoint1Y" fmla="*/ 0 h 370077"/>
                <a:gd name="GluePoint2X" fmla="*/ 0 w 256666"/>
                <a:gd name="GluePoint2Y" fmla="*/ 185218 h 370077"/>
                <a:gd name="GluePoint3X" fmla="*/ 185218 w 256666"/>
                <a:gd name="GluePoint3Y" fmla="*/ 370436 h 370077"/>
                <a:gd name="GluePoint4X" fmla="*/ 257324 w 256666"/>
                <a:gd name="GluePoint4Y" fmla="*/ 355872 h 37007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56666" h="370077">
                  <a:moveTo>
                    <a:pt x="185218" y="0"/>
                  </a:moveTo>
                  <a:cubicBezTo>
                    <a:pt x="82909" y="0"/>
                    <a:pt x="0" y="82909"/>
                    <a:pt x="0" y="185218"/>
                  </a:cubicBezTo>
                  <a:cubicBezTo>
                    <a:pt x="0" y="287527"/>
                    <a:pt x="82909" y="370436"/>
                    <a:pt x="185218" y="370436"/>
                  </a:cubicBezTo>
                  <a:cubicBezTo>
                    <a:pt x="210765" y="370436"/>
                    <a:pt x="235119" y="365243"/>
                    <a:pt x="257324" y="355872"/>
                  </a:cubicBezTo>
                </a:path>
              </a:pathLst>
            </a:custGeom>
            <a:noFill/>
            <a:ln w="17896">
              <a:solidFill>
                <a:srgbClr val="FCFC3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endParaRPr>
            </a:p>
          </p:txBody>
        </p:sp>
        <p:sp>
          <p:nvSpPr>
            <p:cNvPr id="9" name="Forma Livre: Forma 25">
              <a:extLst>
                <a:ext uri="{FF2B5EF4-FFF2-40B4-BE49-F238E27FC236}">
                  <a16:creationId xmlns:a16="http://schemas.microsoft.com/office/drawing/2014/main" id="{00DD6BA8-4629-C1B6-3A69-71A5DB427DBE}"/>
                </a:ext>
              </a:extLst>
            </p:cNvPr>
            <p:cNvSpPr/>
            <p:nvPr/>
          </p:nvSpPr>
          <p:spPr>
            <a:xfrm>
              <a:off x="7546320" y="3285720"/>
              <a:ext cx="1611360" cy="1265040"/>
            </a:xfrm>
            <a:custGeom>
              <a:avLst/>
              <a:gdLst>
                <a:gd name="textAreaLeft" fmla="*/ 0 w 1611360"/>
                <a:gd name="textAreaRight" fmla="*/ 1611720 w 1611360"/>
                <a:gd name="textAreaTop" fmla="*/ 0 h 1265040"/>
                <a:gd name="textAreaBottom" fmla="*/ 1265400 h 1265040"/>
                <a:gd name="GluePoint1X" fmla="*/ 1428501 w 1611629"/>
                <a:gd name="GluePoint1Y" fmla="*/ 900244 h 1265427"/>
                <a:gd name="GluePoint2X" fmla="*/ 528256 w 1611629"/>
                <a:gd name="GluePoint2Y" fmla="*/ 0 h 1265427"/>
                <a:gd name="GluePoint3X" fmla="*/ 0 w 1611629"/>
                <a:gd name="GluePoint3Y" fmla="*/ 171251 h 1265427"/>
                <a:gd name="GluePoint4X" fmla="*/ 0 w 1611629"/>
                <a:gd name="GluePoint4Y" fmla="*/ 171251 h 1265427"/>
                <a:gd name="GluePoint5X" fmla="*/ 429589 w 1611629"/>
                <a:gd name="GluePoint5Y" fmla="*/ 600839 h 1265427"/>
                <a:gd name="GluePoint6X" fmla="*/ 964710 w 1611629"/>
                <a:gd name="GluePoint6Y" fmla="*/ 600839 h 1265427"/>
                <a:gd name="GluePoint7X" fmla="*/ 964710 w 1611629"/>
                <a:gd name="GluePoint7Y" fmla="*/ 600839 h 1265427"/>
                <a:gd name="GluePoint8X" fmla="*/ 1264115 w 1611629"/>
                <a:gd name="GluePoint8Y" fmla="*/ 900244 h 1265427"/>
                <a:gd name="GluePoint9X" fmla="*/ 1424084 w 1611629"/>
                <a:gd name="GluePoint9Y" fmla="*/ 900244 h 1265427"/>
                <a:gd name="GluePoint10X" fmla="*/ 1613599 w 1611629"/>
                <a:gd name="GluePoint10Y" fmla="*/ 1078658 h 1265427"/>
                <a:gd name="GluePoint11X" fmla="*/ 1428501 w 1611629"/>
                <a:gd name="GluePoint11Y" fmla="*/ 1270621 h 1265427"/>
                <a:gd name="GluePoint12X" fmla="*/ 1356395 w 1611629"/>
                <a:gd name="GluePoint12Y" fmla="*/ 1256056 h 126542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1611629" h="1265427">
                  <a:moveTo>
                    <a:pt x="1428501" y="900244"/>
                  </a:moveTo>
                  <a:cubicBezTo>
                    <a:pt x="1428501" y="403086"/>
                    <a:pt x="1025414" y="0"/>
                    <a:pt x="528256" y="0"/>
                  </a:cubicBezTo>
                  <a:cubicBezTo>
                    <a:pt x="330862" y="0"/>
                    <a:pt x="148389" y="63570"/>
                    <a:pt x="0" y="171251"/>
                  </a:cubicBezTo>
                  <a:lnTo>
                    <a:pt x="0" y="171251"/>
                  </a:lnTo>
                  <a:cubicBezTo>
                    <a:pt x="0" y="408518"/>
                    <a:pt x="192321" y="600839"/>
                    <a:pt x="429589" y="600839"/>
                  </a:cubicBezTo>
                  <a:lnTo>
                    <a:pt x="964710" y="600839"/>
                  </a:lnTo>
                  <a:cubicBezTo>
                    <a:pt x="964710" y="600839"/>
                    <a:pt x="964710" y="600839"/>
                    <a:pt x="964710" y="600839"/>
                  </a:cubicBezTo>
                  <a:cubicBezTo>
                    <a:pt x="964710" y="766181"/>
                    <a:pt x="1098773" y="900244"/>
                    <a:pt x="1264115" y="900244"/>
                  </a:cubicBezTo>
                  <a:lnTo>
                    <a:pt x="1424084" y="900244"/>
                  </a:lnTo>
                  <a:cubicBezTo>
                    <a:pt x="1524482" y="900244"/>
                    <a:pt x="1610018" y="978319"/>
                    <a:pt x="1613599" y="1078658"/>
                  </a:cubicBezTo>
                  <a:cubicBezTo>
                    <a:pt x="1617360" y="1184011"/>
                    <a:pt x="1533078" y="1270621"/>
                    <a:pt x="1428501" y="1270621"/>
                  </a:cubicBezTo>
                  <a:cubicBezTo>
                    <a:pt x="1402954" y="1270621"/>
                    <a:pt x="1378600" y="1265428"/>
                    <a:pt x="1356395" y="1256056"/>
                  </a:cubicBezTo>
                </a:path>
              </a:pathLst>
            </a:custGeom>
            <a:noFill/>
            <a:ln w="17896">
              <a:solidFill>
                <a:srgbClr val="FCFC3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endParaRPr>
            </a:p>
          </p:txBody>
        </p:sp>
        <p:sp>
          <p:nvSpPr>
            <p:cNvPr id="10" name="Forma Livre: Forma 26">
              <a:extLst>
                <a:ext uri="{FF2B5EF4-FFF2-40B4-BE49-F238E27FC236}">
                  <a16:creationId xmlns:a16="http://schemas.microsoft.com/office/drawing/2014/main" id="{C4F85DA2-3CC4-8086-BA61-EEEF4FD57A47}"/>
                </a:ext>
              </a:extLst>
            </p:cNvPr>
            <p:cNvSpPr/>
            <p:nvPr/>
          </p:nvSpPr>
          <p:spPr>
            <a:xfrm>
              <a:off x="7253640" y="4556160"/>
              <a:ext cx="1635120" cy="524880"/>
            </a:xfrm>
            <a:custGeom>
              <a:avLst/>
              <a:gdLst>
                <a:gd name="textAreaLeft" fmla="*/ 0 w 1635120"/>
                <a:gd name="textAreaRight" fmla="*/ 1635480 w 1635120"/>
                <a:gd name="textAreaTop" fmla="*/ 0 h 524880"/>
                <a:gd name="textAreaBottom" fmla="*/ 525240 h 524880"/>
                <a:gd name="GluePoint1X" fmla="*/ 0 w 1635505"/>
                <a:gd name="GluePoint1Y" fmla="*/ 0 h 525271"/>
                <a:gd name="GluePoint2X" fmla="*/ 820797 w 1635505"/>
                <a:gd name="GluePoint2Y" fmla="*/ 529868 h 525271"/>
                <a:gd name="GluePoint3X" fmla="*/ 1637655 w 1635505"/>
                <a:gd name="GluePoint3Y" fmla="*/ 8536 h 52527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1635505" h="525271">
                  <a:moveTo>
                    <a:pt x="0" y="0"/>
                  </a:moveTo>
                  <a:cubicBezTo>
                    <a:pt x="141226" y="312477"/>
                    <a:pt x="455614" y="529868"/>
                    <a:pt x="820797" y="529868"/>
                  </a:cubicBezTo>
                  <a:cubicBezTo>
                    <a:pt x="1185980" y="529868"/>
                    <a:pt x="1494578" y="316417"/>
                    <a:pt x="1637655" y="8536"/>
                  </a:cubicBezTo>
                </a:path>
              </a:pathLst>
            </a:custGeom>
            <a:noFill/>
            <a:ln w="17896">
              <a:solidFill>
                <a:srgbClr val="FCFC3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endParaRPr>
            </a:p>
          </p:txBody>
        </p:sp>
        <p:sp>
          <p:nvSpPr>
            <p:cNvPr id="11" name="Forma Livre: Forma 27">
              <a:extLst>
                <a:ext uri="{FF2B5EF4-FFF2-40B4-BE49-F238E27FC236}">
                  <a16:creationId xmlns:a16="http://schemas.microsoft.com/office/drawing/2014/main" id="{4D0AAD97-C2B4-F87A-99E6-27B448CC1448}"/>
                </a:ext>
              </a:extLst>
            </p:cNvPr>
            <p:cNvSpPr/>
            <p:nvPr/>
          </p:nvSpPr>
          <p:spPr>
            <a:xfrm>
              <a:off x="8816400" y="4496760"/>
              <a:ext cx="166680" cy="166680"/>
            </a:xfrm>
            <a:custGeom>
              <a:avLst/>
              <a:gdLst>
                <a:gd name="textAreaLeft" fmla="*/ 0 w 166680"/>
                <a:gd name="textAreaRight" fmla="*/ 167040 w 166680"/>
                <a:gd name="textAreaTop" fmla="*/ 0 h 166680"/>
                <a:gd name="textAreaBottom" fmla="*/ 167040 h 166680"/>
                <a:gd name="GluePoint1X" fmla="*/ 172504 w 167131"/>
                <a:gd name="GluePoint1Y" fmla="*/ 86252 h 167131"/>
                <a:gd name="GluePoint2X" fmla="*/ 86252 w 167131"/>
                <a:gd name="GluePoint2Y" fmla="*/ 172504 h 167131"/>
                <a:gd name="GluePoint3X" fmla="*/ 0 w 167131"/>
                <a:gd name="GluePoint3Y" fmla="*/ 86252 h 167131"/>
                <a:gd name="GluePoint4X" fmla="*/ 86252 w 167131"/>
                <a:gd name="GluePoint4Y" fmla="*/ 0 h 167131"/>
                <a:gd name="GluePoint5X" fmla="*/ 172504 w 167131"/>
                <a:gd name="GluePoint5Y" fmla="*/ 86252 h 1671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7131" h="167131">
                  <a:moveTo>
                    <a:pt x="172504" y="86252"/>
                  </a:moveTo>
                  <a:cubicBezTo>
                    <a:pt x="172504" y="133888"/>
                    <a:pt x="133888" y="172504"/>
                    <a:pt x="86252" y="172504"/>
                  </a:cubicBezTo>
                  <a:cubicBezTo>
                    <a:pt x="38616" y="172504"/>
                    <a:pt x="0" y="133888"/>
                    <a:pt x="0" y="86252"/>
                  </a:cubicBezTo>
                  <a:cubicBezTo>
                    <a:pt x="0" y="38616"/>
                    <a:pt x="38616" y="0"/>
                    <a:pt x="86252" y="0"/>
                  </a:cubicBezTo>
                  <a:cubicBezTo>
                    <a:pt x="133888" y="0"/>
                    <a:pt x="172504" y="38616"/>
                    <a:pt x="172504" y="86252"/>
                  </a:cubicBezTo>
                  <a:close/>
                </a:path>
              </a:pathLst>
            </a:custGeom>
            <a:solidFill>
              <a:srgbClr val="FFFFFF"/>
            </a:solidFill>
            <a:ln w="596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endParaRPr>
            </a:p>
          </p:txBody>
        </p:sp>
        <p:sp>
          <p:nvSpPr>
            <p:cNvPr id="12" name="Forma Livre: Forma 28">
              <a:extLst>
                <a:ext uri="{FF2B5EF4-FFF2-40B4-BE49-F238E27FC236}">
                  <a16:creationId xmlns:a16="http://schemas.microsoft.com/office/drawing/2014/main" id="{14E5F3DC-1C93-A7B5-BCBF-3FCA97DA15F1}"/>
                </a:ext>
              </a:extLst>
            </p:cNvPr>
            <p:cNvSpPr/>
            <p:nvPr/>
          </p:nvSpPr>
          <p:spPr>
            <a:xfrm>
              <a:off x="6602400" y="4294800"/>
              <a:ext cx="1026360" cy="883080"/>
            </a:xfrm>
            <a:custGeom>
              <a:avLst/>
              <a:gdLst>
                <a:gd name="textAreaLeft" fmla="*/ 0 w 1026360"/>
                <a:gd name="textAreaRight" fmla="*/ 1026720 w 1026360"/>
                <a:gd name="textAreaTop" fmla="*/ 0 h 883080"/>
                <a:gd name="textAreaBottom" fmla="*/ 883440 h 883080"/>
                <a:gd name="GluePoint1X" fmla="*/ 402967 w 1026667"/>
                <a:gd name="GluePoint1Y" fmla="*/ 0 h 883411"/>
                <a:gd name="GluePoint2X" fmla="*/ 249504 w 1026667"/>
                <a:gd name="GluePoint2Y" fmla="*/ 136929 h 883411"/>
                <a:gd name="GluePoint3X" fmla="*/ 249504 w 1026667"/>
                <a:gd name="GluePoint3Y" fmla="*/ 136929 h 883411"/>
                <a:gd name="GluePoint4X" fmla="*/ 0 w 1026667"/>
                <a:gd name="GluePoint4Y" fmla="*/ 386433 h 883411"/>
                <a:gd name="GluePoint5X" fmla="*/ 0 w 1026667"/>
                <a:gd name="GluePoint5Y" fmla="*/ 386433 h 883411"/>
                <a:gd name="GluePoint6X" fmla="*/ 248131 w 1026667"/>
                <a:gd name="GluePoint6Y" fmla="*/ 636295 h 883411"/>
                <a:gd name="GluePoint7X" fmla="*/ 575232 w 1026667"/>
                <a:gd name="GluePoint7Y" fmla="*/ 888844 h 883411"/>
                <a:gd name="GluePoint8X" fmla="*/ 867475 w 1026667"/>
                <a:gd name="GluePoint8Y" fmla="*/ 722965 h 883411"/>
                <a:gd name="GluePoint9X" fmla="*/ 974379 w 1026667"/>
                <a:gd name="GluePoint9Y" fmla="*/ 655933 h 883411"/>
                <a:gd name="GluePoint10X" fmla="*/ 1031204 w 1026667"/>
                <a:gd name="GluePoint10Y" fmla="*/ 675989 h 8834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026667" h="883411">
                  <a:moveTo>
                    <a:pt x="402967" y="0"/>
                  </a:moveTo>
                  <a:cubicBezTo>
                    <a:pt x="378793" y="76105"/>
                    <a:pt x="358617" y="136929"/>
                    <a:pt x="249504" y="136929"/>
                  </a:cubicBezTo>
                  <a:lnTo>
                    <a:pt x="249504" y="136929"/>
                  </a:lnTo>
                  <a:cubicBezTo>
                    <a:pt x="111740" y="136929"/>
                    <a:pt x="0" y="248609"/>
                    <a:pt x="0" y="386433"/>
                  </a:cubicBezTo>
                  <a:lnTo>
                    <a:pt x="0" y="386433"/>
                  </a:lnTo>
                  <a:cubicBezTo>
                    <a:pt x="0" y="524197"/>
                    <a:pt x="110367" y="636295"/>
                    <a:pt x="248131" y="636295"/>
                  </a:cubicBezTo>
                  <a:cubicBezTo>
                    <a:pt x="286751" y="781521"/>
                    <a:pt x="417830" y="888844"/>
                    <a:pt x="575232" y="888844"/>
                  </a:cubicBezTo>
                  <a:cubicBezTo>
                    <a:pt x="699925" y="888844"/>
                    <a:pt x="804442" y="820678"/>
                    <a:pt x="867475" y="722965"/>
                  </a:cubicBezTo>
                  <a:cubicBezTo>
                    <a:pt x="899946" y="672646"/>
                    <a:pt x="932238" y="655933"/>
                    <a:pt x="974379" y="655933"/>
                  </a:cubicBezTo>
                  <a:cubicBezTo>
                    <a:pt x="994913" y="655933"/>
                    <a:pt x="1014252" y="667095"/>
                    <a:pt x="1031204" y="675989"/>
                  </a:cubicBezTo>
                </a:path>
              </a:pathLst>
            </a:custGeom>
            <a:noFill/>
            <a:ln w="17896">
              <a:solidFill>
                <a:srgbClr val="FCFC3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endParaRPr>
            </a:p>
          </p:txBody>
        </p:sp>
        <p:sp>
          <p:nvSpPr>
            <p:cNvPr id="13" name="Forma Livre: Forma 29">
              <a:extLst>
                <a:ext uri="{FF2B5EF4-FFF2-40B4-BE49-F238E27FC236}">
                  <a16:creationId xmlns:a16="http://schemas.microsoft.com/office/drawing/2014/main" id="{B3985965-88E4-1B07-4997-05DEA79ED9EE}"/>
                </a:ext>
              </a:extLst>
            </p:cNvPr>
            <p:cNvSpPr/>
            <p:nvPr/>
          </p:nvSpPr>
          <p:spPr>
            <a:xfrm>
              <a:off x="8487360" y="3740760"/>
              <a:ext cx="1258920" cy="1491840"/>
            </a:xfrm>
            <a:custGeom>
              <a:avLst/>
              <a:gdLst>
                <a:gd name="textAreaLeft" fmla="*/ 0 w 1258920"/>
                <a:gd name="textAreaRight" fmla="*/ 1259280 w 1258920"/>
                <a:gd name="textAreaTop" fmla="*/ 0 h 1491840"/>
                <a:gd name="textAreaBottom" fmla="*/ 1492200 h 1491840"/>
                <a:gd name="GluePoint1X" fmla="*/ 370018 w 1259458"/>
                <a:gd name="GluePoint1Y" fmla="*/ 0 h 1492249"/>
                <a:gd name="GluePoint2X" fmla="*/ 540851 w 1259458"/>
                <a:gd name="GluePoint2Y" fmla="*/ 105651 h 1492249"/>
                <a:gd name="GluePoint3X" fmla="*/ 540851 w 1259458"/>
                <a:gd name="GluePoint3Y" fmla="*/ 105651 h 1492249"/>
                <a:gd name="GluePoint4X" fmla="*/ 772627 w 1259458"/>
                <a:gd name="GluePoint4Y" fmla="*/ 337428 h 1492249"/>
                <a:gd name="GluePoint5X" fmla="*/ 772627 w 1259458"/>
                <a:gd name="GluePoint5Y" fmla="*/ 384583 h 1492249"/>
                <a:gd name="GluePoint6X" fmla="*/ 957248 w 1259458"/>
                <a:gd name="GluePoint6Y" fmla="*/ 569204 h 1492249"/>
                <a:gd name="GluePoint7X" fmla="*/ 957248 w 1259458"/>
                <a:gd name="GluePoint7Y" fmla="*/ 569204 h 1492249"/>
                <a:gd name="GluePoint8X" fmla="*/ 1265249 w 1259458"/>
                <a:gd name="GluePoint8Y" fmla="*/ 877204 h 1492249"/>
                <a:gd name="GluePoint9X" fmla="*/ 1265249 w 1259458"/>
                <a:gd name="GluePoint9Y" fmla="*/ 877204 h 1492249"/>
                <a:gd name="GluePoint10X" fmla="*/ 958920 w 1259458"/>
                <a:gd name="GluePoint10Y" fmla="*/ 1185622 h 1492249"/>
                <a:gd name="GluePoint11X" fmla="*/ 555117 w 1259458"/>
                <a:gd name="GluePoint11Y" fmla="*/ 1497443 h 1492249"/>
                <a:gd name="GluePoint12X" fmla="*/ 194351 w 1259458"/>
                <a:gd name="GluePoint12Y" fmla="*/ 1292706 h 1492249"/>
                <a:gd name="GluePoint13X" fmla="*/ 70136 w 1259458"/>
                <a:gd name="GluePoint13Y" fmla="*/ 1228002 h 1492249"/>
                <a:gd name="GluePoint14X" fmla="*/ 0 w 1259458"/>
                <a:gd name="GluePoint14Y" fmla="*/ 1245312 h 14922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259458" h="1492249">
                  <a:moveTo>
                    <a:pt x="370018" y="0"/>
                  </a:moveTo>
                  <a:cubicBezTo>
                    <a:pt x="427738" y="121827"/>
                    <a:pt x="477520" y="105651"/>
                    <a:pt x="540851" y="105651"/>
                  </a:cubicBezTo>
                  <a:lnTo>
                    <a:pt x="540851" y="105651"/>
                  </a:lnTo>
                  <a:cubicBezTo>
                    <a:pt x="668886" y="105651"/>
                    <a:pt x="772627" y="209452"/>
                    <a:pt x="772627" y="337428"/>
                  </a:cubicBezTo>
                  <a:lnTo>
                    <a:pt x="772627" y="384583"/>
                  </a:lnTo>
                  <a:cubicBezTo>
                    <a:pt x="772627" y="486533"/>
                    <a:pt x="855298" y="569204"/>
                    <a:pt x="957248" y="569204"/>
                  </a:cubicBezTo>
                  <a:lnTo>
                    <a:pt x="957248" y="569204"/>
                  </a:lnTo>
                  <a:cubicBezTo>
                    <a:pt x="1127365" y="569204"/>
                    <a:pt x="1265249" y="707088"/>
                    <a:pt x="1265249" y="877204"/>
                  </a:cubicBezTo>
                  <a:lnTo>
                    <a:pt x="1265249" y="877204"/>
                  </a:lnTo>
                  <a:cubicBezTo>
                    <a:pt x="1265249" y="1047320"/>
                    <a:pt x="1129036" y="1185622"/>
                    <a:pt x="958920" y="1185622"/>
                  </a:cubicBezTo>
                  <a:cubicBezTo>
                    <a:pt x="911228" y="1364871"/>
                    <a:pt x="749467" y="1497443"/>
                    <a:pt x="555117" y="1497443"/>
                  </a:cubicBezTo>
                  <a:cubicBezTo>
                    <a:pt x="401177" y="1497443"/>
                    <a:pt x="267292" y="1416264"/>
                    <a:pt x="194351" y="1292706"/>
                  </a:cubicBezTo>
                  <a:cubicBezTo>
                    <a:pt x="167251" y="1252654"/>
                    <a:pt x="122126" y="1228002"/>
                    <a:pt x="70136" y="1228002"/>
                  </a:cubicBezTo>
                  <a:cubicBezTo>
                    <a:pt x="44827" y="1228002"/>
                    <a:pt x="20951" y="1234270"/>
                    <a:pt x="0" y="1245312"/>
                  </a:cubicBezTo>
                </a:path>
              </a:pathLst>
            </a:custGeom>
            <a:noFill/>
            <a:ln w="17896">
              <a:solidFill>
                <a:srgbClr val="FCFC3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endParaRPr>
            </a:p>
          </p:txBody>
        </p:sp>
        <p:sp>
          <p:nvSpPr>
            <p:cNvPr id="14" name="Forma Livre: Forma 30">
              <a:extLst>
                <a:ext uri="{FF2B5EF4-FFF2-40B4-BE49-F238E27FC236}">
                  <a16:creationId xmlns:a16="http://schemas.microsoft.com/office/drawing/2014/main" id="{16746917-F102-4FFA-F537-1D01E1C7A07B}"/>
                </a:ext>
              </a:extLst>
            </p:cNvPr>
            <p:cNvSpPr/>
            <p:nvPr/>
          </p:nvSpPr>
          <p:spPr>
            <a:xfrm>
              <a:off x="7147440" y="4496760"/>
              <a:ext cx="166680" cy="166680"/>
            </a:xfrm>
            <a:custGeom>
              <a:avLst/>
              <a:gdLst>
                <a:gd name="textAreaLeft" fmla="*/ 0 w 166680"/>
                <a:gd name="textAreaRight" fmla="*/ 167040 w 166680"/>
                <a:gd name="textAreaTop" fmla="*/ 0 h 166680"/>
                <a:gd name="textAreaBottom" fmla="*/ 167040 h 166680"/>
                <a:gd name="GluePoint1X" fmla="*/ 172504 w 167131"/>
                <a:gd name="GluePoint1Y" fmla="*/ 86252 h 167131"/>
                <a:gd name="GluePoint2X" fmla="*/ 86252 w 167131"/>
                <a:gd name="GluePoint2Y" fmla="*/ 172504 h 167131"/>
                <a:gd name="GluePoint3X" fmla="*/ 0 w 167131"/>
                <a:gd name="GluePoint3Y" fmla="*/ 86252 h 167131"/>
                <a:gd name="GluePoint4X" fmla="*/ 86252 w 167131"/>
                <a:gd name="GluePoint4Y" fmla="*/ 0 h 167131"/>
                <a:gd name="GluePoint5X" fmla="*/ 172504 w 167131"/>
                <a:gd name="GluePoint5Y" fmla="*/ 86252 h 1671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7131" h="167131">
                  <a:moveTo>
                    <a:pt x="172504" y="86252"/>
                  </a:moveTo>
                  <a:cubicBezTo>
                    <a:pt x="172504" y="133888"/>
                    <a:pt x="133888" y="172504"/>
                    <a:pt x="86252" y="172504"/>
                  </a:cubicBezTo>
                  <a:cubicBezTo>
                    <a:pt x="38616" y="172504"/>
                    <a:pt x="0" y="133888"/>
                    <a:pt x="0" y="86252"/>
                  </a:cubicBezTo>
                  <a:cubicBezTo>
                    <a:pt x="0" y="38616"/>
                    <a:pt x="38616" y="0"/>
                    <a:pt x="86252" y="0"/>
                  </a:cubicBezTo>
                  <a:cubicBezTo>
                    <a:pt x="133888" y="0"/>
                    <a:pt x="172504" y="38616"/>
                    <a:pt x="172504" y="86252"/>
                  </a:cubicBezTo>
                  <a:close/>
                </a:path>
              </a:pathLst>
            </a:custGeom>
            <a:solidFill>
              <a:srgbClr val="FFFFFF"/>
            </a:solidFill>
            <a:ln w="596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endParaRPr>
            </a:p>
          </p:txBody>
        </p:sp>
      </p:grpSp>
      <p:grpSp>
        <p:nvGrpSpPr>
          <p:cNvPr id="15" name="Agrupar 31">
            <a:extLst>
              <a:ext uri="{FF2B5EF4-FFF2-40B4-BE49-F238E27FC236}">
                <a16:creationId xmlns:a16="http://schemas.microsoft.com/office/drawing/2014/main" id="{16027A0A-68DB-DF42-6C88-B278696C9905}"/>
              </a:ext>
            </a:extLst>
          </p:cNvPr>
          <p:cNvGrpSpPr/>
          <p:nvPr/>
        </p:nvGrpSpPr>
        <p:grpSpPr>
          <a:xfrm>
            <a:off x="8620178" y="5435280"/>
            <a:ext cx="3783600" cy="1393920"/>
            <a:chOff x="6207840" y="5435280"/>
            <a:chExt cx="3783600" cy="1393920"/>
          </a:xfrm>
        </p:grpSpPr>
        <p:grpSp>
          <p:nvGrpSpPr>
            <p:cNvPr id="16" name="Agrupar 34">
              <a:extLst>
                <a:ext uri="{FF2B5EF4-FFF2-40B4-BE49-F238E27FC236}">
                  <a16:creationId xmlns:a16="http://schemas.microsoft.com/office/drawing/2014/main" id="{48946133-EDFB-35AB-AB93-F0700568E915}"/>
                </a:ext>
              </a:extLst>
            </p:cNvPr>
            <p:cNvGrpSpPr/>
            <p:nvPr/>
          </p:nvGrpSpPr>
          <p:grpSpPr>
            <a:xfrm>
              <a:off x="7782840" y="5435280"/>
              <a:ext cx="634680" cy="243000"/>
              <a:chOff x="7782840" y="5435280"/>
              <a:chExt cx="634680" cy="243000"/>
            </a:xfrm>
          </p:grpSpPr>
          <p:cxnSp>
            <p:nvCxnSpPr>
              <p:cNvPr id="18" name="Conector reto 35">
                <a:extLst>
                  <a:ext uri="{FF2B5EF4-FFF2-40B4-BE49-F238E27FC236}">
                    <a16:creationId xmlns:a16="http://schemas.microsoft.com/office/drawing/2014/main" id="{B421EAA4-6677-C99D-6CC1-70A44990AD39}"/>
                  </a:ext>
                </a:extLst>
              </p:cNvPr>
              <p:cNvCxnSpPr/>
              <p:nvPr/>
            </p:nvCxnSpPr>
            <p:spPr>
              <a:xfrm>
                <a:off x="7782840" y="5435280"/>
                <a:ext cx="360" cy="243360"/>
              </a:xfrm>
              <a:prstGeom prst="straightConnector1">
                <a:avLst/>
              </a:prstGeom>
              <a:ln w="22225">
                <a:solidFill>
                  <a:srgbClr val="465EFF"/>
                </a:solidFill>
              </a:ln>
            </p:spPr>
          </p:cxnSp>
          <p:cxnSp>
            <p:nvCxnSpPr>
              <p:cNvPr id="19" name="Conector reto 36">
                <a:extLst>
                  <a:ext uri="{FF2B5EF4-FFF2-40B4-BE49-F238E27FC236}">
                    <a16:creationId xmlns:a16="http://schemas.microsoft.com/office/drawing/2014/main" id="{428F1D8E-7B2D-3051-FFCF-7B8F73516BE6}"/>
                  </a:ext>
                </a:extLst>
              </p:cNvPr>
              <p:cNvCxnSpPr/>
              <p:nvPr/>
            </p:nvCxnSpPr>
            <p:spPr>
              <a:xfrm>
                <a:off x="7941600" y="5435280"/>
                <a:ext cx="360" cy="243360"/>
              </a:xfrm>
              <a:prstGeom prst="straightConnector1">
                <a:avLst/>
              </a:prstGeom>
              <a:ln w="22225">
                <a:solidFill>
                  <a:srgbClr val="465EFF"/>
                </a:solidFill>
              </a:ln>
            </p:spPr>
          </p:cxnSp>
          <p:cxnSp>
            <p:nvCxnSpPr>
              <p:cNvPr id="20" name="Conector reto 38">
                <a:extLst>
                  <a:ext uri="{FF2B5EF4-FFF2-40B4-BE49-F238E27FC236}">
                    <a16:creationId xmlns:a16="http://schemas.microsoft.com/office/drawing/2014/main" id="{D9D0853D-6815-75EC-F092-ED41DD0E38FC}"/>
                  </a:ext>
                </a:extLst>
              </p:cNvPr>
              <p:cNvCxnSpPr/>
              <p:nvPr/>
            </p:nvCxnSpPr>
            <p:spPr>
              <a:xfrm>
                <a:off x="8100360" y="5435280"/>
                <a:ext cx="360" cy="243360"/>
              </a:xfrm>
              <a:prstGeom prst="straightConnector1">
                <a:avLst/>
              </a:prstGeom>
              <a:ln w="22225">
                <a:solidFill>
                  <a:srgbClr val="465EFF"/>
                </a:solidFill>
              </a:ln>
            </p:spPr>
          </p:cxnSp>
          <p:cxnSp>
            <p:nvCxnSpPr>
              <p:cNvPr id="21" name="Conector reto 39">
                <a:extLst>
                  <a:ext uri="{FF2B5EF4-FFF2-40B4-BE49-F238E27FC236}">
                    <a16:creationId xmlns:a16="http://schemas.microsoft.com/office/drawing/2014/main" id="{7447A42B-8ED8-1644-F867-0E874E5F7EC5}"/>
                  </a:ext>
                </a:extLst>
              </p:cNvPr>
              <p:cNvCxnSpPr/>
              <p:nvPr/>
            </p:nvCxnSpPr>
            <p:spPr>
              <a:xfrm>
                <a:off x="8259120" y="5435280"/>
                <a:ext cx="360" cy="243360"/>
              </a:xfrm>
              <a:prstGeom prst="straightConnector1">
                <a:avLst/>
              </a:prstGeom>
              <a:ln w="22225">
                <a:solidFill>
                  <a:srgbClr val="465EFF"/>
                </a:solidFill>
              </a:ln>
            </p:spPr>
          </p:cxnSp>
          <p:cxnSp>
            <p:nvCxnSpPr>
              <p:cNvPr id="22" name="Conector reto 40">
                <a:extLst>
                  <a:ext uri="{FF2B5EF4-FFF2-40B4-BE49-F238E27FC236}">
                    <a16:creationId xmlns:a16="http://schemas.microsoft.com/office/drawing/2014/main" id="{EA9A7FEB-47DD-EF81-184D-5441B58F4A9F}"/>
                  </a:ext>
                </a:extLst>
              </p:cNvPr>
              <p:cNvCxnSpPr/>
              <p:nvPr/>
            </p:nvCxnSpPr>
            <p:spPr>
              <a:xfrm>
                <a:off x="8417520" y="5435280"/>
                <a:ext cx="360" cy="243360"/>
              </a:xfrm>
              <a:prstGeom prst="straightConnector1">
                <a:avLst/>
              </a:prstGeom>
              <a:ln w="22225">
                <a:solidFill>
                  <a:srgbClr val="465EFF"/>
                </a:solidFill>
              </a:ln>
            </p:spPr>
          </p:cxnSp>
        </p:grpSp>
        <p:sp>
          <p:nvSpPr>
            <p:cNvPr id="17" name="Forma Livre: Forma 41">
              <a:extLst>
                <a:ext uri="{FF2B5EF4-FFF2-40B4-BE49-F238E27FC236}">
                  <a16:creationId xmlns:a16="http://schemas.microsoft.com/office/drawing/2014/main" id="{85F9BFD0-42BA-69D7-7291-D9EDA7AEF757}"/>
                </a:ext>
              </a:extLst>
            </p:cNvPr>
            <p:cNvSpPr/>
            <p:nvPr/>
          </p:nvSpPr>
          <p:spPr>
            <a:xfrm flipV="1">
              <a:off x="6207840" y="5754240"/>
              <a:ext cx="3783600" cy="1074600"/>
            </a:xfrm>
            <a:custGeom>
              <a:avLst/>
              <a:gdLst>
                <a:gd name="textAreaLeft" fmla="*/ 0 w 3783600"/>
                <a:gd name="textAreaRight" fmla="*/ 3783960 w 3783600"/>
                <a:gd name="textAreaTop" fmla="*/ -360 h 1074600"/>
                <a:gd name="textAreaBottom" fmla="*/ 1074600 h 1074600"/>
                <a:gd name="GluePoint1X" fmla="*/ 5470448 w 5492394"/>
                <a:gd name="GluePoint1Y" fmla="*/ 43894 h 1560385"/>
                <a:gd name="GluePoint2X" fmla="*/ 5492394 w 5492394"/>
                <a:gd name="GluePoint2Y" fmla="*/ 21947 h 1560385"/>
                <a:gd name="GluePoint3X" fmla="*/ 5470448 w 5492394"/>
                <a:gd name="GluePoint3Y" fmla="*/ 0 h 1560385"/>
                <a:gd name="GluePoint4X" fmla="*/ 5448500 w 5492394"/>
                <a:gd name="GluePoint4Y" fmla="*/ 21947 h 1560385"/>
                <a:gd name="GluePoint5X" fmla="*/ 5470448 w 5492394"/>
                <a:gd name="GluePoint5Y" fmla="*/ 43894 h 1560385"/>
                <a:gd name="GluePoint6X" fmla="*/ 5233496 w 5492394"/>
                <a:gd name="GluePoint6Y" fmla="*/ 43894 h 1560385"/>
                <a:gd name="GluePoint7X" fmla="*/ 5255443 w 5492394"/>
                <a:gd name="GluePoint7Y" fmla="*/ 21947 h 1560385"/>
                <a:gd name="GluePoint8X" fmla="*/ 5233496 w 5492394"/>
                <a:gd name="GluePoint8Y" fmla="*/ 0 h 1560385"/>
                <a:gd name="GluePoint9X" fmla="*/ 5211547 w 5492394"/>
                <a:gd name="GluePoint9Y" fmla="*/ 21947 h 1560385"/>
                <a:gd name="GluePoint10X" fmla="*/ 5233496 w 5492394"/>
                <a:gd name="GluePoint10Y" fmla="*/ 43894 h 1560385"/>
                <a:gd name="GluePoint11X" fmla="*/ 4996544 w 5492394"/>
                <a:gd name="GluePoint11Y" fmla="*/ 43894 h 1560385"/>
                <a:gd name="GluePoint12X" fmla="*/ 5018491 w 5492394"/>
                <a:gd name="GluePoint12Y" fmla="*/ 21947 h 1560385"/>
                <a:gd name="GluePoint13X" fmla="*/ 4996544 w 5492394"/>
                <a:gd name="GluePoint13Y" fmla="*/ 0 h 1560385"/>
                <a:gd name="GluePoint14X" fmla="*/ 4974596 w 5492394"/>
                <a:gd name="GluePoint14Y" fmla="*/ 21947 h 1560385"/>
                <a:gd name="GluePoint15X" fmla="*/ 4996544 w 5492394"/>
                <a:gd name="GluePoint15Y" fmla="*/ 43894 h 1560385"/>
                <a:gd name="GluePoint16X" fmla="*/ 4759592 w 5492394"/>
                <a:gd name="GluePoint16Y" fmla="*/ 43894 h 1560385"/>
                <a:gd name="GluePoint17X" fmla="*/ 4781540 w 5492394"/>
                <a:gd name="GluePoint17Y" fmla="*/ 21947 h 1560385"/>
                <a:gd name="GluePoint18X" fmla="*/ 4759592 w 5492394"/>
                <a:gd name="GluePoint18Y" fmla="*/ 0 h 1560385"/>
                <a:gd name="GluePoint19X" fmla="*/ 4737644 w 5492394"/>
                <a:gd name="GluePoint19Y" fmla="*/ 21947 h 1560385"/>
                <a:gd name="GluePoint20X" fmla="*/ 4759592 w 5492394"/>
                <a:gd name="GluePoint20Y" fmla="*/ 43894 h 1560385"/>
                <a:gd name="GluePoint21X" fmla="*/ 4522640 w 5492394"/>
                <a:gd name="GluePoint21Y" fmla="*/ 43894 h 1560385"/>
                <a:gd name="GluePoint22X" fmla="*/ 4544588 w 5492394"/>
                <a:gd name="GluePoint22Y" fmla="*/ 21947 h 1560385"/>
                <a:gd name="GluePoint23X" fmla="*/ 4522640 w 5492394"/>
                <a:gd name="GluePoint23Y" fmla="*/ 0 h 1560385"/>
                <a:gd name="GluePoint24X" fmla="*/ 4500693 w 5492394"/>
                <a:gd name="GluePoint24Y" fmla="*/ 21947 h 1560385"/>
                <a:gd name="GluePoint25X" fmla="*/ 4522640 w 5492394"/>
                <a:gd name="GluePoint25Y" fmla="*/ 43894 h 1560385"/>
                <a:gd name="GluePoint26X" fmla="*/ 4285689 w 5492394"/>
                <a:gd name="GluePoint26Y" fmla="*/ 43894 h 1560385"/>
                <a:gd name="GluePoint27X" fmla="*/ 4307637 w 5492394"/>
                <a:gd name="GluePoint27Y" fmla="*/ 21947 h 1560385"/>
                <a:gd name="GluePoint28X" fmla="*/ 4285689 w 5492394"/>
                <a:gd name="GluePoint28Y" fmla="*/ 0 h 1560385"/>
                <a:gd name="GluePoint29X" fmla="*/ 4263741 w 5492394"/>
                <a:gd name="GluePoint29Y" fmla="*/ 21947 h 1560385"/>
                <a:gd name="GluePoint30X" fmla="*/ 4285689 w 5492394"/>
                <a:gd name="GluePoint30Y" fmla="*/ 43894 h 1560385"/>
                <a:gd name="GluePoint31X" fmla="*/ 4048737 w 5492394"/>
                <a:gd name="GluePoint31Y" fmla="*/ 43894 h 1560385"/>
                <a:gd name="GluePoint32X" fmla="*/ 4070684 w 5492394"/>
                <a:gd name="GluePoint32Y" fmla="*/ 21947 h 1560385"/>
                <a:gd name="GluePoint33X" fmla="*/ 4048737 w 5492394"/>
                <a:gd name="GluePoint33Y" fmla="*/ 0 h 1560385"/>
                <a:gd name="GluePoint34X" fmla="*/ 4026790 w 5492394"/>
                <a:gd name="GluePoint34Y" fmla="*/ 21947 h 1560385"/>
                <a:gd name="GluePoint35X" fmla="*/ 4048737 w 5492394"/>
                <a:gd name="GluePoint35Y" fmla="*/ 43894 h 1560385"/>
                <a:gd name="GluePoint36X" fmla="*/ 3811785 w 5492394"/>
                <a:gd name="GluePoint36Y" fmla="*/ 43894 h 1560385"/>
                <a:gd name="GluePoint37X" fmla="*/ 3833733 w 5492394"/>
                <a:gd name="GluePoint37Y" fmla="*/ 21947 h 1560385"/>
                <a:gd name="GluePoint38X" fmla="*/ 3811785 w 5492394"/>
                <a:gd name="GluePoint38Y" fmla="*/ 0 h 1560385"/>
                <a:gd name="GluePoint39X" fmla="*/ 3789838 w 5492394"/>
                <a:gd name="GluePoint39Y" fmla="*/ 21947 h 1560385"/>
                <a:gd name="GluePoint40X" fmla="*/ 3811785 w 5492394"/>
                <a:gd name="GluePoint40Y" fmla="*/ 43894 h 1560385"/>
                <a:gd name="GluePoint41X" fmla="*/ 3574834 w 5492394"/>
                <a:gd name="GluePoint41Y" fmla="*/ 43894 h 1560385"/>
                <a:gd name="GluePoint42X" fmla="*/ 3596781 w 5492394"/>
                <a:gd name="GluePoint42Y" fmla="*/ 21947 h 1560385"/>
                <a:gd name="GluePoint43X" fmla="*/ 3574834 w 5492394"/>
                <a:gd name="GluePoint43Y" fmla="*/ 0 h 1560385"/>
                <a:gd name="GluePoint44X" fmla="*/ 3552886 w 5492394"/>
                <a:gd name="GluePoint44Y" fmla="*/ 21947 h 1560385"/>
                <a:gd name="GluePoint45X" fmla="*/ 3574834 w 5492394"/>
                <a:gd name="GluePoint45Y" fmla="*/ 43894 h 1560385"/>
                <a:gd name="GluePoint46X" fmla="*/ 3337882 w 5492394"/>
                <a:gd name="GluePoint46Y" fmla="*/ 43894 h 1560385"/>
                <a:gd name="GluePoint47X" fmla="*/ 3359829 w 5492394"/>
                <a:gd name="GluePoint47Y" fmla="*/ 21947 h 1560385"/>
                <a:gd name="GluePoint48X" fmla="*/ 3337882 w 5492394"/>
                <a:gd name="GluePoint48Y" fmla="*/ 0 h 1560385"/>
                <a:gd name="GluePoint49X" fmla="*/ 3315935 w 5492394"/>
                <a:gd name="GluePoint49Y" fmla="*/ 21947 h 1560385"/>
                <a:gd name="GluePoint50X" fmla="*/ 3337882 w 5492394"/>
                <a:gd name="GluePoint50Y" fmla="*/ 43894 h 1560385"/>
                <a:gd name="GluePoint51X" fmla="*/ 3100930 w 5492394"/>
                <a:gd name="GluePoint51Y" fmla="*/ 43894 h 1560385"/>
                <a:gd name="GluePoint52X" fmla="*/ 3122878 w 5492394"/>
                <a:gd name="GluePoint52Y" fmla="*/ 21947 h 1560385"/>
                <a:gd name="GluePoint53X" fmla="*/ 3100930 w 5492394"/>
                <a:gd name="GluePoint53Y" fmla="*/ 0 h 1560385"/>
                <a:gd name="GluePoint54X" fmla="*/ 3078983 w 5492394"/>
                <a:gd name="GluePoint54Y" fmla="*/ 21947 h 1560385"/>
                <a:gd name="GluePoint55X" fmla="*/ 3100930 w 5492394"/>
                <a:gd name="GluePoint55Y" fmla="*/ 43894 h 1560385"/>
                <a:gd name="GluePoint56X" fmla="*/ 2863979 w 5492394"/>
                <a:gd name="GluePoint56Y" fmla="*/ 43894 h 1560385"/>
                <a:gd name="GluePoint57X" fmla="*/ 2885926 w 5492394"/>
                <a:gd name="GluePoint57Y" fmla="*/ 21947 h 1560385"/>
                <a:gd name="GluePoint58X" fmla="*/ 2863979 w 5492394"/>
                <a:gd name="GluePoint58Y" fmla="*/ 0 h 1560385"/>
                <a:gd name="GluePoint59X" fmla="*/ 2842031 w 5492394"/>
                <a:gd name="GluePoint59Y" fmla="*/ 21947 h 1560385"/>
                <a:gd name="GluePoint60X" fmla="*/ 2863979 w 5492394"/>
                <a:gd name="GluePoint60Y" fmla="*/ 43894 h 1560385"/>
                <a:gd name="GluePoint61X" fmla="*/ 2627027 w 5492394"/>
                <a:gd name="GluePoint61Y" fmla="*/ 43894 h 1560385"/>
                <a:gd name="GluePoint62X" fmla="*/ 2648974 w 5492394"/>
                <a:gd name="GluePoint62Y" fmla="*/ 21947 h 1560385"/>
                <a:gd name="GluePoint63X" fmla="*/ 2627027 w 5492394"/>
                <a:gd name="GluePoint63Y" fmla="*/ 0 h 1560385"/>
                <a:gd name="GluePoint64X" fmla="*/ 2605079 w 5492394"/>
                <a:gd name="GluePoint64Y" fmla="*/ 21947 h 1560385"/>
                <a:gd name="GluePoint65X" fmla="*/ 2627027 w 5492394"/>
                <a:gd name="GluePoint65Y" fmla="*/ 43894 h 1560385"/>
                <a:gd name="GluePoint66X" fmla="*/ 2390075 w 5492394"/>
                <a:gd name="GluePoint66Y" fmla="*/ 43894 h 1560385"/>
                <a:gd name="GluePoint67X" fmla="*/ 2412023 w 5492394"/>
                <a:gd name="GluePoint67Y" fmla="*/ 21947 h 1560385"/>
                <a:gd name="GluePoint68X" fmla="*/ 2390075 w 5492394"/>
                <a:gd name="GluePoint68Y" fmla="*/ 0 h 1560385"/>
                <a:gd name="GluePoint69X" fmla="*/ 2368127 w 5492394"/>
                <a:gd name="GluePoint69Y" fmla="*/ 21947 h 1560385"/>
                <a:gd name="GluePoint70X" fmla="*/ 2390075 w 5492394"/>
                <a:gd name="GluePoint70Y" fmla="*/ 43894 h 1560385"/>
                <a:gd name="GluePoint71X" fmla="*/ 2153124 w 5492394"/>
                <a:gd name="GluePoint71Y" fmla="*/ 43894 h 1560385"/>
                <a:gd name="GluePoint72X" fmla="*/ 2175071 w 5492394"/>
                <a:gd name="GluePoint72Y" fmla="*/ 21947 h 1560385"/>
                <a:gd name="GluePoint73X" fmla="*/ 2153124 w 5492394"/>
                <a:gd name="GluePoint73Y" fmla="*/ 0 h 1560385"/>
                <a:gd name="GluePoint74X" fmla="*/ 2131176 w 5492394"/>
                <a:gd name="GluePoint74Y" fmla="*/ 21947 h 1560385"/>
                <a:gd name="GluePoint75X" fmla="*/ 2153124 w 5492394"/>
                <a:gd name="GluePoint75Y" fmla="*/ 43894 h 1560385"/>
                <a:gd name="GluePoint76X" fmla="*/ 1917561 w 5492394"/>
                <a:gd name="GluePoint76Y" fmla="*/ 43894 h 1560385"/>
                <a:gd name="GluePoint77X" fmla="*/ 1939509 w 5492394"/>
                <a:gd name="GluePoint77Y" fmla="*/ 21947 h 1560385"/>
                <a:gd name="GluePoint78X" fmla="*/ 1917561 w 5492394"/>
                <a:gd name="GluePoint78Y" fmla="*/ 0 h 1560385"/>
                <a:gd name="GluePoint79X" fmla="*/ 1895613 w 5492394"/>
                <a:gd name="GluePoint79Y" fmla="*/ 21947 h 1560385"/>
                <a:gd name="GluePoint80X" fmla="*/ 1917561 w 5492394"/>
                <a:gd name="GluePoint80Y" fmla="*/ 43894 h 1560385"/>
                <a:gd name="GluePoint81X" fmla="*/ 1680609 w 5492394"/>
                <a:gd name="GluePoint81Y" fmla="*/ 43894 h 1560385"/>
                <a:gd name="GluePoint82X" fmla="*/ 1702557 w 5492394"/>
                <a:gd name="GluePoint82Y" fmla="*/ 21947 h 1560385"/>
                <a:gd name="GluePoint83X" fmla="*/ 1680609 w 5492394"/>
                <a:gd name="GluePoint83Y" fmla="*/ 0 h 1560385"/>
                <a:gd name="GluePoint84X" fmla="*/ 1658662 w 5492394"/>
                <a:gd name="GluePoint84Y" fmla="*/ 21947 h 1560385"/>
                <a:gd name="GluePoint85X" fmla="*/ 1680609 w 5492394"/>
                <a:gd name="GluePoint85Y" fmla="*/ 43894 h 1560385"/>
                <a:gd name="GluePoint86X" fmla="*/ 1443657 w 5492394"/>
                <a:gd name="GluePoint86Y" fmla="*/ 43894 h 1560385"/>
                <a:gd name="GluePoint87X" fmla="*/ 1465606 w 5492394"/>
                <a:gd name="GluePoint87Y" fmla="*/ 21947 h 1560385"/>
                <a:gd name="GluePoint88X" fmla="*/ 1443657 w 5492394"/>
                <a:gd name="GluePoint88Y" fmla="*/ 0 h 1560385"/>
                <a:gd name="GluePoint89X" fmla="*/ 1421710 w 5492394"/>
                <a:gd name="GluePoint89Y" fmla="*/ 21947 h 1560385"/>
                <a:gd name="GluePoint90X" fmla="*/ 1443657 w 5492394"/>
                <a:gd name="GluePoint90Y" fmla="*/ 43894 h 1560385"/>
                <a:gd name="GluePoint91X" fmla="*/ 1206706 w 5492394"/>
                <a:gd name="GluePoint91Y" fmla="*/ 43894 h 1560385"/>
                <a:gd name="GluePoint92X" fmla="*/ 1228654 w 5492394"/>
                <a:gd name="GluePoint92Y" fmla="*/ 21947 h 1560385"/>
                <a:gd name="GluePoint93X" fmla="*/ 1206706 w 5492394"/>
                <a:gd name="GluePoint93Y" fmla="*/ 0 h 1560385"/>
                <a:gd name="GluePoint94X" fmla="*/ 1184759 w 5492394"/>
                <a:gd name="GluePoint94Y" fmla="*/ 21947 h 1560385"/>
                <a:gd name="GluePoint95X" fmla="*/ 1206706 w 5492394"/>
                <a:gd name="GluePoint95Y" fmla="*/ 43894 h 1560385"/>
                <a:gd name="GluePoint96X" fmla="*/ 969754 w 5492394"/>
                <a:gd name="GluePoint96Y" fmla="*/ 43894 h 1560385"/>
                <a:gd name="GluePoint97X" fmla="*/ 991702 w 5492394"/>
                <a:gd name="GluePoint97Y" fmla="*/ 21947 h 1560385"/>
                <a:gd name="GluePoint98X" fmla="*/ 969754 w 5492394"/>
                <a:gd name="GluePoint98Y" fmla="*/ 0 h 1560385"/>
                <a:gd name="GluePoint99X" fmla="*/ 947807 w 5492394"/>
                <a:gd name="GluePoint99Y" fmla="*/ 21947 h 1560385"/>
                <a:gd name="GluePoint100X" fmla="*/ 969754 w 5492394"/>
                <a:gd name="GluePoint100Y" fmla="*/ 43894 h 1560385"/>
                <a:gd name="GluePoint101X" fmla="*/ 732802 w 5492394"/>
                <a:gd name="GluePoint101Y" fmla="*/ 43894 h 1560385"/>
                <a:gd name="GluePoint102X" fmla="*/ 754750 w 5492394"/>
                <a:gd name="GluePoint102Y" fmla="*/ 21947 h 1560385"/>
                <a:gd name="GluePoint103X" fmla="*/ 732802 w 5492394"/>
                <a:gd name="GluePoint103Y" fmla="*/ 0 h 1560385"/>
                <a:gd name="GluePoint104X" fmla="*/ 710855 w 5492394"/>
                <a:gd name="GluePoint104Y" fmla="*/ 21947 h 1560385"/>
                <a:gd name="GluePoint105X" fmla="*/ 732802 w 5492394"/>
                <a:gd name="GluePoint105Y" fmla="*/ 43894 h 1560385"/>
                <a:gd name="GluePoint106X" fmla="*/ 495851 w 5492394"/>
                <a:gd name="GluePoint106Y" fmla="*/ 43894 h 1560385"/>
                <a:gd name="GluePoint107X" fmla="*/ 517799 w 5492394"/>
                <a:gd name="GluePoint107Y" fmla="*/ 21947 h 1560385"/>
                <a:gd name="GluePoint108X" fmla="*/ 495851 w 5492394"/>
                <a:gd name="GluePoint108Y" fmla="*/ 0 h 1560385"/>
                <a:gd name="GluePoint109X" fmla="*/ 473903 w 5492394"/>
                <a:gd name="GluePoint109Y" fmla="*/ 21947 h 1560385"/>
                <a:gd name="GluePoint110X" fmla="*/ 495851 w 5492394"/>
                <a:gd name="GluePoint110Y" fmla="*/ 43894 h 1560385"/>
                <a:gd name="GluePoint111X" fmla="*/ 258899 w 5492394"/>
                <a:gd name="GluePoint111Y" fmla="*/ 43894 h 1560385"/>
                <a:gd name="GluePoint112X" fmla="*/ 280846 w 5492394"/>
                <a:gd name="GluePoint112Y" fmla="*/ 21947 h 1560385"/>
                <a:gd name="GluePoint113X" fmla="*/ 258899 w 5492394"/>
                <a:gd name="GluePoint113Y" fmla="*/ 0 h 1560385"/>
                <a:gd name="GluePoint114X" fmla="*/ 236952 w 5492394"/>
                <a:gd name="GluePoint114Y" fmla="*/ 21947 h 1560385"/>
                <a:gd name="GluePoint115X" fmla="*/ 258899 w 5492394"/>
                <a:gd name="GluePoint115Y" fmla="*/ 43894 h 1560385"/>
                <a:gd name="GluePoint116X" fmla="*/ 21947 w 5492394"/>
                <a:gd name="GluePoint116Y" fmla="*/ 43894 h 1560385"/>
                <a:gd name="GluePoint117X" fmla="*/ 43895 w 5492394"/>
                <a:gd name="GluePoint117Y" fmla="*/ 21947 h 1560385"/>
                <a:gd name="GluePoint118X" fmla="*/ 21947 w 5492394"/>
                <a:gd name="GluePoint118Y" fmla="*/ 0 h 1560385"/>
                <a:gd name="GluePoint119X" fmla="*/ 0 w 5492394"/>
                <a:gd name="GluePoint119Y" fmla="*/ 21947 h 1560385"/>
                <a:gd name="GluePoint120X" fmla="*/ 21947 w 5492394"/>
                <a:gd name="GluePoint120Y" fmla="*/ 43894 h 1560385"/>
                <a:gd name="GluePoint121X" fmla="*/ 5233496 w 5492394"/>
                <a:gd name="GluePoint121Y" fmla="*/ 260535 h 1560385"/>
                <a:gd name="GluePoint122X" fmla="*/ 5255443 w 5492394"/>
                <a:gd name="GluePoint122Y" fmla="*/ 238588 h 1560385"/>
                <a:gd name="GluePoint123X" fmla="*/ 5233496 w 5492394"/>
                <a:gd name="GluePoint123Y" fmla="*/ 216642 h 1560385"/>
                <a:gd name="GluePoint124X" fmla="*/ 5211547 w 5492394"/>
                <a:gd name="GluePoint124Y" fmla="*/ 238588 h 1560385"/>
                <a:gd name="GluePoint125X" fmla="*/ 5233496 w 5492394"/>
                <a:gd name="GluePoint125Y" fmla="*/ 260535 h 1560385"/>
                <a:gd name="GluePoint126X" fmla="*/ 4996544 w 5492394"/>
                <a:gd name="GluePoint126Y" fmla="*/ 260535 h 1560385"/>
                <a:gd name="GluePoint127X" fmla="*/ 5018491 w 5492394"/>
                <a:gd name="GluePoint127Y" fmla="*/ 238588 h 1560385"/>
                <a:gd name="GluePoint128X" fmla="*/ 4996544 w 5492394"/>
                <a:gd name="GluePoint128Y" fmla="*/ 216642 h 1560385"/>
                <a:gd name="GluePoint129X" fmla="*/ 4974596 w 5492394"/>
                <a:gd name="GluePoint129Y" fmla="*/ 238588 h 1560385"/>
                <a:gd name="GluePoint130X" fmla="*/ 4996544 w 5492394"/>
                <a:gd name="GluePoint130Y" fmla="*/ 260535 h 1560385"/>
                <a:gd name="GluePoint131X" fmla="*/ 4759592 w 5492394"/>
                <a:gd name="GluePoint131Y" fmla="*/ 260535 h 1560385"/>
                <a:gd name="GluePoint132X" fmla="*/ 4781540 w 5492394"/>
                <a:gd name="GluePoint132Y" fmla="*/ 238588 h 1560385"/>
                <a:gd name="GluePoint133X" fmla="*/ 4759592 w 5492394"/>
                <a:gd name="GluePoint133Y" fmla="*/ 216642 h 1560385"/>
                <a:gd name="GluePoint134X" fmla="*/ 4737644 w 5492394"/>
                <a:gd name="GluePoint134Y" fmla="*/ 238588 h 1560385"/>
                <a:gd name="GluePoint135X" fmla="*/ 4759592 w 5492394"/>
                <a:gd name="GluePoint135Y" fmla="*/ 260535 h 1560385"/>
                <a:gd name="GluePoint136X" fmla="*/ 4522640 w 5492394"/>
                <a:gd name="GluePoint136Y" fmla="*/ 260535 h 1560385"/>
                <a:gd name="GluePoint137X" fmla="*/ 4544588 w 5492394"/>
                <a:gd name="GluePoint137Y" fmla="*/ 238588 h 1560385"/>
                <a:gd name="GluePoint138X" fmla="*/ 4522640 w 5492394"/>
                <a:gd name="GluePoint138Y" fmla="*/ 216642 h 1560385"/>
                <a:gd name="GluePoint139X" fmla="*/ 4500693 w 5492394"/>
                <a:gd name="GluePoint139Y" fmla="*/ 238588 h 1560385"/>
                <a:gd name="GluePoint140X" fmla="*/ 4522640 w 5492394"/>
                <a:gd name="GluePoint140Y" fmla="*/ 260535 h 1560385"/>
                <a:gd name="GluePoint141X" fmla="*/ 4285689 w 5492394"/>
                <a:gd name="GluePoint141Y" fmla="*/ 260535 h 1560385"/>
                <a:gd name="GluePoint142X" fmla="*/ 4307637 w 5492394"/>
                <a:gd name="GluePoint142Y" fmla="*/ 238588 h 1560385"/>
                <a:gd name="GluePoint143X" fmla="*/ 4285689 w 5492394"/>
                <a:gd name="GluePoint143Y" fmla="*/ 216642 h 1560385"/>
                <a:gd name="GluePoint144X" fmla="*/ 4263741 w 5492394"/>
                <a:gd name="GluePoint144Y" fmla="*/ 238588 h 1560385"/>
                <a:gd name="GluePoint145X" fmla="*/ 4285689 w 5492394"/>
                <a:gd name="GluePoint145Y" fmla="*/ 260535 h 1560385"/>
                <a:gd name="GluePoint146X" fmla="*/ 4048737 w 5492394"/>
                <a:gd name="GluePoint146Y" fmla="*/ 260535 h 1560385"/>
                <a:gd name="GluePoint147X" fmla="*/ 4070684 w 5492394"/>
                <a:gd name="GluePoint147Y" fmla="*/ 238588 h 1560385"/>
                <a:gd name="GluePoint148X" fmla="*/ 4048737 w 5492394"/>
                <a:gd name="GluePoint148Y" fmla="*/ 216642 h 1560385"/>
                <a:gd name="GluePoint149X" fmla="*/ 4026790 w 5492394"/>
                <a:gd name="GluePoint149Y" fmla="*/ 238588 h 1560385"/>
                <a:gd name="GluePoint150X" fmla="*/ 4048737 w 5492394"/>
                <a:gd name="GluePoint150Y" fmla="*/ 260535 h 1560385"/>
                <a:gd name="GluePoint151X" fmla="*/ 3811785 w 5492394"/>
                <a:gd name="GluePoint151Y" fmla="*/ 260535 h 1560385"/>
                <a:gd name="GluePoint152X" fmla="*/ 3833733 w 5492394"/>
                <a:gd name="GluePoint152Y" fmla="*/ 238588 h 1560385"/>
                <a:gd name="GluePoint153X" fmla="*/ 3811785 w 5492394"/>
                <a:gd name="GluePoint153Y" fmla="*/ 216642 h 1560385"/>
                <a:gd name="GluePoint154X" fmla="*/ 3789838 w 5492394"/>
                <a:gd name="GluePoint154Y" fmla="*/ 238588 h 1560385"/>
                <a:gd name="GluePoint155X" fmla="*/ 3811785 w 5492394"/>
                <a:gd name="GluePoint155Y" fmla="*/ 260535 h 1560385"/>
                <a:gd name="GluePoint156X" fmla="*/ 3574834 w 5492394"/>
                <a:gd name="GluePoint156Y" fmla="*/ 260535 h 1560385"/>
                <a:gd name="GluePoint157X" fmla="*/ 3596781 w 5492394"/>
                <a:gd name="GluePoint157Y" fmla="*/ 238588 h 1560385"/>
                <a:gd name="GluePoint158X" fmla="*/ 3574834 w 5492394"/>
                <a:gd name="GluePoint158Y" fmla="*/ 216642 h 1560385"/>
                <a:gd name="GluePoint159X" fmla="*/ 3552886 w 5492394"/>
                <a:gd name="GluePoint159Y" fmla="*/ 238588 h 1560385"/>
                <a:gd name="GluePoint160X" fmla="*/ 3574834 w 5492394"/>
                <a:gd name="GluePoint160Y" fmla="*/ 260535 h 1560385"/>
                <a:gd name="GluePoint161X" fmla="*/ 3337882 w 5492394"/>
                <a:gd name="GluePoint161Y" fmla="*/ 260535 h 1560385"/>
                <a:gd name="GluePoint162X" fmla="*/ 3359829 w 5492394"/>
                <a:gd name="GluePoint162Y" fmla="*/ 238588 h 1560385"/>
                <a:gd name="GluePoint163X" fmla="*/ 3337882 w 5492394"/>
                <a:gd name="GluePoint163Y" fmla="*/ 216642 h 1560385"/>
                <a:gd name="GluePoint164X" fmla="*/ 3315935 w 5492394"/>
                <a:gd name="GluePoint164Y" fmla="*/ 238588 h 1560385"/>
                <a:gd name="GluePoint165X" fmla="*/ 3337882 w 5492394"/>
                <a:gd name="GluePoint165Y" fmla="*/ 260535 h 1560385"/>
                <a:gd name="GluePoint166X" fmla="*/ 3100930 w 5492394"/>
                <a:gd name="GluePoint166Y" fmla="*/ 260535 h 1560385"/>
                <a:gd name="GluePoint167X" fmla="*/ 3122878 w 5492394"/>
                <a:gd name="GluePoint167Y" fmla="*/ 238588 h 1560385"/>
                <a:gd name="GluePoint168X" fmla="*/ 3100930 w 5492394"/>
                <a:gd name="GluePoint168Y" fmla="*/ 216642 h 1560385"/>
                <a:gd name="GluePoint169X" fmla="*/ 3078983 w 5492394"/>
                <a:gd name="GluePoint169Y" fmla="*/ 238588 h 1560385"/>
                <a:gd name="GluePoint170X" fmla="*/ 3100930 w 5492394"/>
                <a:gd name="GluePoint170Y" fmla="*/ 260535 h 1560385"/>
                <a:gd name="GluePoint171X" fmla="*/ 2863979 w 5492394"/>
                <a:gd name="GluePoint171Y" fmla="*/ 260535 h 1560385"/>
                <a:gd name="GluePoint172X" fmla="*/ 2885926 w 5492394"/>
                <a:gd name="GluePoint172Y" fmla="*/ 238588 h 1560385"/>
                <a:gd name="GluePoint173X" fmla="*/ 2863979 w 5492394"/>
                <a:gd name="GluePoint173Y" fmla="*/ 216642 h 1560385"/>
                <a:gd name="GluePoint174X" fmla="*/ 2842031 w 5492394"/>
                <a:gd name="GluePoint174Y" fmla="*/ 238588 h 1560385"/>
                <a:gd name="GluePoint175X" fmla="*/ 2863979 w 5492394"/>
                <a:gd name="GluePoint175Y" fmla="*/ 260535 h 1560385"/>
                <a:gd name="GluePoint176X" fmla="*/ 2627027 w 5492394"/>
                <a:gd name="GluePoint176Y" fmla="*/ 260535 h 1560385"/>
                <a:gd name="GluePoint177X" fmla="*/ 2648974 w 5492394"/>
                <a:gd name="GluePoint177Y" fmla="*/ 238588 h 1560385"/>
                <a:gd name="GluePoint178X" fmla="*/ 2627027 w 5492394"/>
                <a:gd name="GluePoint178Y" fmla="*/ 216642 h 1560385"/>
                <a:gd name="GluePoint179X" fmla="*/ 2605079 w 5492394"/>
                <a:gd name="GluePoint179Y" fmla="*/ 238588 h 1560385"/>
                <a:gd name="GluePoint180X" fmla="*/ 2627027 w 5492394"/>
                <a:gd name="GluePoint180Y" fmla="*/ 260535 h 1560385"/>
                <a:gd name="GluePoint181X" fmla="*/ 2390075 w 5492394"/>
                <a:gd name="GluePoint181Y" fmla="*/ 260535 h 1560385"/>
                <a:gd name="GluePoint182X" fmla="*/ 2412023 w 5492394"/>
                <a:gd name="GluePoint182Y" fmla="*/ 238588 h 1560385"/>
                <a:gd name="GluePoint183X" fmla="*/ 2390075 w 5492394"/>
                <a:gd name="GluePoint183Y" fmla="*/ 216642 h 1560385"/>
                <a:gd name="GluePoint184X" fmla="*/ 2368127 w 5492394"/>
                <a:gd name="GluePoint184Y" fmla="*/ 238588 h 1560385"/>
                <a:gd name="GluePoint185X" fmla="*/ 2390075 w 5492394"/>
                <a:gd name="GluePoint185Y" fmla="*/ 260535 h 1560385"/>
                <a:gd name="GluePoint186X" fmla="*/ 2153124 w 5492394"/>
                <a:gd name="GluePoint186Y" fmla="*/ 260535 h 1560385"/>
                <a:gd name="GluePoint187X" fmla="*/ 2175071 w 5492394"/>
                <a:gd name="GluePoint187Y" fmla="*/ 238588 h 1560385"/>
                <a:gd name="GluePoint188X" fmla="*/ 2153124 w 5492394"/>
                <a:gd name="GluePoint188Y" fmla="*/ 216642 h 1560385"/>
                <a:gd name="GluePoint189X" fmla="*/ 2131176 w 5492394"/>
                <a:gd name="GluePoint189Y" fmla="*/ 238588 h 1560385"/>
                <a:gd name="GluePoint190X" fmla="*/ 2153124 w 5492394"/>
                <a:gd name="GluePoint190Y" fmla="*/ 260535 h 1560385"/>
                <a:gd name="GluePoint191X" fmla="*/ 1917561 w 5492394"/>
                <a:gd name="GluePoint191Y" fmla="*/ 260535 h 1560385"/>
                <a:gd name="GluePoint192X" fmla="*/ 1939509 w 5492394"/>
                <a:gd name="GluePoint192Y" fmla="*/ 238588 h 1560385"/>
                <a:gd name="GluePoint193X" fmla="*/ 1917561 w 5492394"/>
                <a:gd name="GluePoint193Y" fmla="*/ 216642 h 1560385"/>
                <a:gd name="GluePoint194X" fmla="*/ 1895613 w 5492394"/>
                <a:gd name="GluePoint194Y" fmla="*/ 238588 h 1560385"/>
                <a:gd name="GluePoint195X" fmla="*/ 1917561 w 5492394"/>
                <a:gd name="GluePoint195Y" fmla="*/ 260535 h 1560385"/>
                <a:gd name="GluePoint196X" fmla="*/ 1680609 w 5492394"/>
                <a:gd name="GluePoint196Y" fmla="*/ 260535 h 1560385"/>
                <a:gd name="GluePoint197X" fmla="*/ 1702557 w 5492394"/>
                <a:gd name="GluePoint197Y" fmla="*/ 238588 h 1560385"/>
                <a:gd name="GluePoint198X" fmla="*/ 1680609 w 5492394"/>
                <a:gd name="GluePoint198Y" fmla="*/ 216642 h 1560385"/>
                <a:gd name="GluePoint199X" fmla="*/ 1658662 w 5492394"/>
                <a:gd name="GluePoint199Y" fmla="*/ 238588 h 1560385"/>
                <a:gd name="GluePoint200X" fmla="*/ 1680609 w 5492394"/>
                <a:gd name="GluePoint200Y" fmla="*/ 260535 h 1560385"/>
                <a:gd name="GluePoint201X" fmla="*/ 1443657 w 5492394"/>
                <a:gd name="GluePoint201Y" fmla="*/ 260535 h 1560385"/>
                <a:gd name="GluePoint202X" fmla="*/ 1465606 w 5492394"/>
                <a:gd name="GluePoint202Y" fmla="*/ 238588 h 1560385"/>
                <a:gd name="GluePoint203X" fmla="*/ 1443657 w 5492394"/>
                <a:gd name="GluePoint203Y" fmla="*/ 216642 h 1560385"/>
                <a:gd name="GluePoint204X" fmla="*/ 1421710 w 5492394"/>
                <a:gd name="GluePoint204Y" fmla="*/ 238588 h 1560385"/>
                <a:gd name="GluePoint205X" fmla="*/ 1443657 w 5492394"/>
                <a:gd name="GluePoint205Y" fmla="*/ 260535 h 1560385"/>
                <a:gd name="GluePoint206X" fmla="*/ 1206706 w 5492394"/>
                <a:gd name="GluePoint206Y" fmla="*/ 260535 h 1560385"/>
                <a:gd name="GluePoint207X" fmla="*/ 1228654 w 5492394"/>
                <a:gd name="GluePoint207Y" fmla="*/ 238588 h 1560385"/>
                <a:gd name="GluePoint208X" fmla="*/ 1206706 w 5492394"/>
                <a:gd name="GluePoint208Y" fmla="*/ 216642 h 1560385"/>
                <a:gd name="GluePoint209X" fmla="*/ 1184759 w 5492394"/>
                <a:gd name="GluePoint209Y" fmla="*/ 238588 h 1560385"/>
                <a:gd name="GluePoint210X" fmla="*/ 1206706 w 5492394"/>
                <a:gd name="GluePoint210Y" fmla="*/ 260535 h 1560385"/>
                <a:gd name="GluePoint211X" fmla="*/ 969754 w 5492394"/>
                <a:gd name="GluePoint211Y" fmla="*/ 260535 h 1560385"/>
                <a:gd name="GluePoint212X" fmla="*/ 991702 w 5492394"/>
                <a:gd name="GluePoint212Y" fmla="*/ 238588 h 1560385"/>
                <a:gd name="GluePoint213X" fmla="*/ 969754 w 5492394"/>
                <a:gd name="GluePoint213Y" fmla="*/ 216642 h 1560385"/>
                <a:gd name="GluePoint214X" fmla="*/ 947807 w 5492394"/>
                <a:gd name="GluePoint214Y" fmla="*/ 238588 h 1560385"/>
                <a:gd name="GluePoint215X" fmla="*/ 969754 w 5492394"/>
                <a:gd name="GluePoint215Y" fmla="*/ 260535 h 1560385"/>
                <a:gd name="GluePoint216X" fmla="*/ 732802 w 5492394"/>
                <a:gd name="GluePoint216Y" fmla="*/ 260535 h 1560385"/>
                <a:gd name="GluePoint217X" fmla="*/ 754750 w 5492394"/>
                <a:gd name="GluePoint217Y" fmla="*/ 238588 h 1560385"/>
                <a:gd name="GluePoint218X" fmla="*/ 732802 w 5492394"/>
                <a:gd name="GluePoint218Y" fmla="*/ 216642 h 1560385"/>
                <a:gd name="GluePoint219X" fmla="*/ 710855 w 5492394"/>
                <a:gd name="GluePoint219Y" fmla="*/ 238588 h 1560385"/>
                <a:gd name="GluePoint220X" fmla="*/ 732802 w 5492394"/>
                <a:gd name="GluePoint220Y" fmla="*/ 260535 h 1560385"/>
                <a:gd name="GluePoint221X" fmla="*/ 495851 w 5492394"/>
                <a:gd name="GluePoint221Y" fmla="*/ 260535 h 1560385"/>
                <a:gd name="GluePoint222X" fmla="*/ 517799 w 5492394"/>
                <a:gd name="GluePoint222Y" fmla="*/ 238588 h 1560385"/>
                <a:gd name="GluePoint223X" fmla="*/ 495851 w 5492394"/>
                <a:gd name="GluePoint223Y" fmla="*/ 216642 h 1560385"/>
                <a:gd name="GluePoint224X" fmla="*/ 473903 w 5492394"/>
                <a:gd name="GluePoint224Y" fmla="*/ 238588 h 1560385"/>
                <a:gd name="GluePoint225X" fmla="*/ 495851 w 5492394"/>
                <a:gd name="GluePoint225Y" fmla="*/ 260535 h 1560385"/>
                <a:gd name="GluePoint226X" fmla="*/ 258899 w 5492394"/>
                <a:gd name="GluePoint226Y" fmla="*/ 260535 h 1560385"/>
                <a:gd name="GluePoint227X" fmla="*/ 280846 w 5492394"/>
                <a:gd name="GluePoint227Y" fmla="*/ 238588 h 1560385"/>
                <a:gd name="GluePoint228X" fmla="*/ 258899 w 5492394"/>
                <a:gd name="GluePoint228Y" fmla="*/ 216642 h 1560385"/>
                <a:gd name="GluePoint229X" fmla="*/ 236952 w 5492394"/>
                <a:gd name="GluePoint229Y" fmla="*/ 238588 h 1560385"/>
                <a:gd name="GluePoint230X" fmla="*/ 258899 w 5492394"/>
                <a:gd name="GluePoint230Y" fmla="*/ 260535 h 1560385"/>
                <a:gd name="GluePoint231X" fmla="*/ 5233496 w 5492394"/>
                <a:gd name="GluePoint231Y" fmla="*/ 477177 h 1560385"/>
                <a:gd name="GluePoint232X" fmla="*/ 5255443 w 5492394"/>
                <a:gd name="GluePoint232Y" fmla="*/ 455230 h 1560385"/>
                <a:gd name="GluePoint233X" fmla="*/ 5233496 w 5492394"/>
                <a:gd name="GluePoint233Y" fmla="*/ 433283 h 1560385"/>
                <a:gd name="GluePoint234X" fmla="*/ 5211547 w 5492394"/>
                <a:gd name="GluePoint234Y" fmla="*/ 455230 h 1560385"/>
                <a:gd name="GluePoint235X" fmla="*/ 5233496 w 5492394"/>
                <a:gd name="GluePoint235Y" fmla="*/ 477177 h 1560385"/>
                <a:gd name="GluePoint236X" fmla="*/ 4996544 w 5492394"/>
                <a:gd name="GluePoint236Y" fmla="*/ 477177 h 1560385"/>
                <a:gd name="GluePoint237X" fmla="*/ 5018491 w 5492394"/>
                <a:gd name="GluePoint237Y" fmla="*/ 455230 h 1560385"/>
                <a:gd name="GluePoint238X" fmla="*/ 4996544 w 5492394"/>
                <a:gd name="GluePoint238Y" fmla="*/ 433283 h 1560385"/>
                <a:gd name="GluePoint239X" fmla="*/ 4974596 w 5492394"/>
                <a:gd name="GluePoint239Y" fmla="*/ 455230 h 1560385"/>
                <a:gd name="GluePoint240X" fmla="*/ 4996544 w 5492394"/>
                <a:gd name="GluePoint240Y" fmla="*/ 477177 h 1560385"/>
                <a:gd name="GluePoint241X" fmla="*/ 4759592 w 5492394"/>
                <a:gd name="GluePoint241Y" fmla="*/ 477177 h 1560385"/>
                <a:gd name="GluePoint242X" fmla="*/ 4781540 w 5492394"/>
                <a:gd name="GluePoint242Y" fmla="*/ 455230 h 1560385"/>
                <a:gd name="GluePoint243X" fmla="*/ 4759592 w 5492394"/>
                <a:gd name="GluePoint243Y" fmla="*/ 433283 h 1560385"/>
                <a:gd name="GluePoint244X" fmla="*/ 4737644 w 5492394"/>
                <a:gd name="GluePoint244Y" fmla="*/ 455230 h 1560385"/>
                <a:gd name="GluePoint245X" fmla="*/ 4759592 w 5492394"/>
                <a:gd name="GluePoint245Y" fmla="*/ 477177 h 1560385"/>
                <a:gd name="GluePoint246X" fmla="*/ 4522640 w 5492394"/>
                <a:gd name="GluePoint246Y" fmla="*/ 477177 h 1560385"/>
                <a:gd name="GluePoint247X" fmla="*/ 4544588 w 5492394"/>
                <a:gd name="GluePoint247Y" fmla="*/ 455230 h 1560385"/>
                <a:gd name="GluePoint248X" fmla="*/ 4522640 w 5492394"/>
                <a:gd name="GluePoint248Y" fmla="*/ 433283 h 1560385"/>
                <a:gd name="GluePoint249X" fmla="*/ 4500693 w 5492394"/>
                <a:gd name="GluePoint249Y" fmla="*/ 455230 h 1560385"/>
                <a:gd name="GluePoint250X" fmla="*/ 4522640 w 5492394"/>
                <a:gd name="GluePoint250Y" fmla="*/ 477177 h 1560385"/>
                <a:gd name="GluePoint251X" fmla="*/ 4285689 w 5492394"/>
                <a:gd name="GluePoint251Y" fmla="*/ 477177 h 1560385"/>
                <a:gd name="GluePoint252X" fmla="*/ 4307637 w 5492394"/>
                <a:gd name="GluePoint252Y" fmla="*/ 455230 h 1560385"/>
                <a:gd name="GluePoint253X" fmla="*/ 4285689 w 5492394"/>
                <a:gd name="GluePoint253Y" fmla="*/ 433283 h 1560385"/>
                <a:gd name="GluePoint254X" fmla="*/ 4263741 w 5492394"/>
                <a:gd name="GluePoint254Y" fmla="*/ 455230 h 1560385"/>
                <a:gd name="GluePoint255X" fmla="*/ 4285689 w 5492394"/>
                <a:gd name="GluePoint255Y" fmla="*/ 477177 h 1560385"/>
                <a:gd name="GluePoint256X" fmla="*/ 4048737 w 5492394"/>
                <a:gd name="GluePoint256Y" fmla="*/ 477177 h 1560385"/>
                <a:gd name="GluePoint257X" fmla="*/ 4070684 w 5492394"/>
                <a:gd name="GluePoint257Y" fmla="*/ 455230 h 1560385"/>
                <a:gd name="GluePoint258X" fmla="*/ 4048737 w 5492394"/>
                <a:gd name="GluePoint258Y" fmla="*/ 433283 h 1560385"/>
                <a:gd name="GluePoint259X" fmla="*/ 4026790 w 5492394"/>
                <a:gd name="GluePoint259Y" fmla="*/ 455230 h 1560385"/>
                <a:gd name="GluePoint260X" fmla="*/ 4048737 w 5492394"/>
                <a:gd name="GluePoint260Y" fmla="*/ 477177 h 1560385"/>
                <a:gd name="GluePoint261X" fmla="*/ 3811785 w 5492394"/>
                <a:gd name="GluePoint261Y" fmla="*/ 477177 h 1560385"/>
                <a:gd name="GluePoint262X" fmla="*/ 3833733 w 5492394"/>
                <a:gd name="GluePoint262Y" fmla="*/ 455230 h 1560385"/>
                <a:gd name="GluePoint263X" fmla="*/ 3811785 w 5492394"/>
                <a:gd name="GluePoint263Y" fmla="*/ 433283 h 1560385"/>
                <a:gd name="GluePoint264X" fmla="*/ 3789838 w 5492394"/>
                <a:gd name="GluePoint264Y" fmla="*/ 455230 h 1560385"/>
                <a:gd name="GluePoint265X" fmla="*/ 3811785 w 5492394"/>
                <a:gd name="GluePoint265Y" fmla="*/ 477177 h 1560385"/>
                <a:gd name="GluePoint266X" fmla="*/ 3574834 w 5492394"/>
                <a:gd name="GluePoint266Y" fmla="*/ 477177 h 1560385"/>
                <a:gd name="GluePoint267X" fmla="*/ 3596781 w 5492394"/>
                <a:gd name="GluePoint267Y" fmla="*/ 455230 h 1560385"/>
                <a:gd name="GluePoint268X" fmla="*/ 3574834 w 5492394"/>
                <a:gd name="GluePoint268Y" fmla="*/ 433283 h 1560385"/>
                <a:gd name="GluePoint269X" fmla="*/ 3552886 w 5492394"/>
                <a:gd name="GluePoint269Y" fmla="*/ 455230 h 1560385"/>
                <a:gd name="GluePoint270X" fmla="*/ 3574834 w 5492394"/>
                <a:gd name="GluePoint270Y" fmla="*/ 477177 h 1560385"/>
                <a:gd name="GluePoint271X" fmla="*/ 3337882 w 5492394"/>
                <a:gd name="GluePoint271Y" fmla="*/ 477177 h 1560385"/>
                <a:gd name="GluePoint272X" fmla="*/ 3359829 w 5492394"/>
                <a:gd name="GluePoint272Y" fmla="*/ 455230 h 1560385"/>
                <a:gd name="GluePoint273X" fmla="*/ 3337882 w 5492394"/>
                <a:gd name="GluePoint273Y" fmla="*/ 433283 h 1560385"/>
                <a:gd name="GluePoint274X" fmla="*/ 3315935 w 5492394"/>
                <a:gd name="GluePoint274Y" fmla="*/ 455230 h 1560385"/>
                <a:gd name="GluePoint275X" fmla="*/ 3337882 w 5492394"/>
                <a:gd name="GluePoint275Y" fmla="*/ 477177 h 1560385"/>
                <a:gd name="GluePoint276X" fmla="*/ 3100930 w 5492394"/>
                <a:gd name="GluePoint276Y" fmla="*/ 477177 h 1560385"/>
                <a:gd name="GluePoint277X" fmla="*/ 3122878 w 5492394"/>
                <a:gd name="GluePoint277Y" fmla="*/ 455230 h 1560385"/>
                <a:gd name="GluePoint278X" fmla="*/ 3100930 w 5492394"/>
                <a:gd name="GluePoint278Y" fmla="*/ 433283 h 1560385"/>
                <a:gd name="GluePoint279X" fmla="*/ 3078983 w 5492394"/>
                <a:gd name="GluePoint279Y" fmla="*/ 455230 h 1560385"/>
                <a:gd name="GluePoint280X" fmla="*/ 3100930 w 5492394"/>
                <a:gd name="GluePoint280Y" fmla="*/ 477177 h 1560385"/>
                <a:gd name="GluePoint281X" fmla="*/ 2863979 w 5492394"/>
                <a:gd name="GluePoint281Y" fmla="*/ 477177 h 1560385"/>
                <a:gd name="GluePoint282X" fmla="*/ 2885926 w 5492394"/>
                <a:gd name="GluePoint282Y" fmla="*/ 455230 h 1560385"/>
                <a:gd name="GluePoint283X" fmla="*/ 2863979 w 5492394"/>
                <a:gd name="GluePoint283Y" fmla="*/ 433283 h 1560385"/>
                <a:gd name="GluePoint284X" fmla="*/ 2842031 w 5492394"/>
                <a:gd name="GluePoint284Y" fmla="*/ 455230 h 1560385"/>
                <a:gd name="GluePoint285X" fmla="*/ 2863979 w 5492394"/>
                <a:gd name="GluePoint285Y" fmla="*/ 477177 h 1560385"/>
                <a:gd name="GluePoint286X" fmla="*/ 2627027 w 5492394"/>
                <a:gd name="GluePoint286Y" fmla="*/ 477177 h 1560385"/>
                <a:gd name="GluePoint287X" fmla="*/ 2648974 w 5492394"/>
                <a:gd name="GluePoint287Y" fmla="*/ 455230 h 1560385"/>
                <a:gd name="GluePoint288X" fmla="*/ 2627027 w 5492394"/>
                <a:gd name="GluePoint288Y" fmla="*/ 433283 h 1560385"/>
                <a:gd name="GluePoint289X" fmla="*/ 2605079 w 5492394"/>
                <a:gd name="GluePoint289Y" fmla="*/ 455230 h 1560385"/>
                <a:gd name="GluePoint290X" fmla="*/ 2627027 w 5492394"/>
                <a:gd name="GluePoint290Y" fmla="*/ 477177 h 1560385"/>
                <a:gd name="GluePoint291X" fmla="*/ 2390075 w 5492394"/>
                <a:gd name="GluePoint291Y" fmla="*/ 477177 h 1560385"/>
                <a:gd name="GluePoint292X" fmla="*/ 2412023 w 5492394"/>
                <a:gd name="GluePoint292Y" fmla="*/ 455230 h 1560385"/>
                <a:gd name="GluePoint293X" fmla="*/ 2390075 w 5492394"/>
                <a:gd name="GluePoint293Y" fmla="*/ 433283 h 1560385"/>
                <a:gd name="GluePoint294X" fmla="*/ 2368127 w 5492394"/>
                <a:gd name="GluePoint294Y" fmla="*/ 455230 h 1560385"/>
                <a:gd name="GluePoint295X" fmla="*/ 2390075 w 5492394"/>
                <a:gd name="GluePoint295Y" fmla="*/ 477177 h 1560385"/>
                <a:gd name="GluePoint296X" fmla="*/ 2153124 w 5492394"/>
                <a:gd name="GluePoint296Y" fmla="*/ 477177 h 1560385"/>
                <a:gd name="GluePoint297X" fmla="*/ 2175071 w 5492394"/>
                <a:gd name="GluePoint297Y" fmla="*/ 455230 h 1560385"/>
                <a:gd name="GluePoint298X" fmla="*/ 2153124 w 5492394"/>
                <a:gd name="GluePoint298Y" fmla="*/ 433283 h 1560385"/>
                <a:gd name="GluePoint299X" fmla="*/ 2131176 w 5492394"/>
                <a:gd name="GluePoint299Y" fmla="*/ 455230 h 1560385"/>
                <a:gd name="GluePoint300X" fmla="*/ 2153124 w 5492394"/>
                <a:gd name="GluePoint300Y" fmla="*/ 477177 h 1560385"/>
                <a:gd name="GluePoint301X" fmla="*/ 1917561 w 5492394"/>
                <a:gd name="GluePoint301Y" fmla="*/ 477177 h 1560385"/>
                <a:gd name="GluePoint302X" fmla="*/ 1939509 w 5492394"/>
                <a:gd name="GluePoint302Y" fmla="*/ 455230 h 1560385"/>
                <a:gd name="GluePoint303X" fmla="*/ 1917561 w 5492394"/>
                <a:gd name="GluePoint303Y" fmla="*/ 433283 h 1560385"/>
                <a:gd name="GluePoint304X" fmla="*/ 1895613 w 5492394"/>
                <a:gd name="GluePoint304Y" fmla="*/ 455230 h 1560385"/>
                <a:gd name="GluePoint305X" fmla="*/ 1917561 w 5492394"/>
                <a:gd name="GluePoint305Y" fmla="*/ 477177 h 1560385"/>
                <a:gd name="GluePoint306X" fmla="*/ 1680609 w 5492394"/>
                <a:gd name="GluePoint306Y" fmla="*/ 477177 h 1560385"/>
                <a:gd name="GluePoint307X" fmla="*/ 1702557 w 5492394"/>
                <a:gd name="GluePoint307Y" fmla="*/ 455230 h 1560385"/>
                <a:gd name="GluePoint308X" fmla="*/ 1680609 w 5492394"/>
                <a:gd name="GluePoint308Y" fmla="*/ 433283 h 1560385"/>
                <a:gd name="GluePoint309X" fmla="*/ 1658662 w 5492394"/>
                <a:gd name="GluePoint309Y" fmla="*/ 455230 h 1560385"/>
                <a:gd name="GluePoint310X" fmla="*/ 1680609 w 5492394"/>
                <a:gd name="GluePoint310Y" fmla="*/ 477177 h 1560385"/>
                <a:gd name="GluePoint311X" fmla="*/ 1443657 w 5492394"/>
                <a:gd name="GluePoint311Y" fmla="*/ 477177 h 1560385"/>
                <a:gd name="GluePoint312X" fmla="*/ 1465606 w 5492394"/>
                <a:gd name="GluePoint312Y" fmla="*/ 455230 h 1560385"/>
                <a:gd name="GluePoint313X" fmla="*/ 1443657 w 5492394"/>
                <a:gd name="GluePoint313Y" fmla="*/ 433283 h 1560385"/>
                <a:gd name="GluePoint314X" fmla="*/ 1421710 w 5492394"/>
                <a:gd name="GluePoint314Y" fmla="*/ 455230 h 1560385"/>
                <a:gd name="GluePoint315X" fmla="*/ 1443657 w 5492394"/>
                <a:gd name="GluePoint315Y" fmla="*/ 477177 h 1560385"/>
                <a:gd name="GluePoint316X" fmla="*/ 1206706 w 5492394"/>
                <a:gd name="GluePoint316Y" fmla="*/ 477177 h 1560385"/>
                <a:gd name="GluePoint317X" fmla="*/ 1228654 w 5492394"/>
                <a:gd name="GluePoint317Y" fmla="*/ 455230 h 1560385"/>
                <a:gd name="GluePoint318X" fmla="*/ 1206706 w 5492394"/>
                <a:gd name="GluePoint318Y" fmla="*/ 433283 h 1560385"/>
                <a:gd name="GluePoint319X" fmla="*/ 1184759 w 5492394"/>
                <a:gd name="GluePoint319Y" fmla="*/ 455230 h 1560385"/>
                <a:gd name="GluePoint320X" fmla="*/ 1206706 w 5492394"/>
                <a:gd name="GluePoint320Y" fmla="*/ 477177 h 1560385"/>
                <a:gd name="GluePoint321X" fmla="*/ 969754 w 5492394"/>
                <a:gd name="GluePoint321Y" fmla="*/ 477177 h 1560385"/>
                <a:gd name="GluePoint322X" fmla="*/ 991702 w 5492394"/>
                <a:gd name="GluePoint322Y" fmla="*/ 455230 h 1560385"/>
                <a:gd name="GluePoint323X" fmla="*/ 969754 w 5492394"/>
                <a:gd name="GluePoint323Y" fmla="*/ 433283 h 1560385"/>
                <a:gd name="GluePoint324X" fmla="*/ 947807 w 5492394"/>
                <a:gd name="GluePoint324Y" fmla="*/ 455230 h 1560385"/>
                <a:gd name="GluePoint325X" fmla="*/ 969754 w 5492394"/>
                <a:gd name="GluePoint325Y" fmla="*/ 477177 h 1560385"/>
                <a:gd name="GluePoint326X" fmla="*/ 732802 w 5492394"/>
                <a:gd name="GluePoint326Y" fmla="*/ 477177 h 1560385"/>
                <a:gd name="GluePoint327X" fmla="*/ 754750 w 5492394"/>
                <a:gd name="GluePoint327Y" fmla="*/ 455230 h 1560385"/>
                <a:gd name="GluePoint328X" fmla="*/ 732802 w 5492394"/>
                <a:gd name="GluePoint328Y" fmla="*/ 433283 h 1560385"/>
                <a:gd name="GluePoint329X" fmla="*/ 710855 w 5492394"/>
                <a:gd name="GluePoint329Y" fmla="*/ 455230 h 1560385"/>
                <a:gd name="GluePoint330X" fmla="*/ 732802 w 5492394"/>
                <a:gd name="GluePoint330Y" fmla="*/ 477177 h 1560385"/>
                <a:gd name="GluePoint331X" fmla="*/ 495851 w 5492394"/>
                <a:gd name="GluePoint331Y" fmla="*/ 477177 h 1560385"/>
                <a:gd name="GluePoint332X" fmla="*/ 517799 w 5492394"/>
                <a:gd name="GluePoint332Y" fmla="*/ 455230 h 1560385"/>
                <a:gd name="GluePoint333X" fmla="*/ 495851 w 5492394"/>
                <a:gd name="GluePoint333Y" fmla="*/ 433283 h 1560385"/>
                <a:gd name="GluePoint334X" fmla="*/ 473903 w 5492394"/>
                <a:gd name="GluePoint334Y" fmla="*/ 455230 h 1560385"/>
                <a:gd name="GluePoint335X" fmla="*/ 495851 w 5492394"/>
                <a:gd name="GluePoint335Y" fmla="*/ 477177 h 1560385"/>
                <a:gd name="GluePoint336X" fmla="*/ 258899 w 5492394"/>
                <a:gd name="GluePoint336Y" fmla="*/ 477177 h 1560385"/>
                <a:gd name="GluePoint337X" fmla="*/ 280846 w 5492394"/>
                <a:gd name="GluePoint337Y" fmla="*/ 455230 h 1560385"/>
                <a:gd name="GluePoint338X" fmla="*/ 258899 w 5492394"/>
                <a:gd name="GluePoint338Y" fmla="*/ 433283 h 1560385"/>
                <a:gd name="GluePoint339X" fmla="*/ 236952 w 5492394"/>
                <a:gd name="GluePoint339Y" fmla="*/ 455230 h 1560385"/>
                <a:gd name="GluePoint340X" fmla="*/ 258899 w 5492394"/>
                <a:gd name="GluePoint340Y" fmla="*/ 477177 h 1560385"/>
                <a:gd name="GluePoint341X" fmla="*/ 4996544 w 5492394"/>
                <a:gd name="GluePoint341Y" fmla="*/ 693818 h 1560385"/>
                <a:gd name="GluePoint342X" fmla="*/ 5018491 w 5492394"/>
                <a:gd name="GluePoint342Y" fmla="*/ 671872 h 1560385"/>
                <a:gd name="GluePoint343X" fmla="*/ 4996544 w 5492394"/>
                <a:gd name="GluePoint343Y" fmla="*/ 649925 h 1560385"/>
                <a:gd name="GluePoint344X" fmla="*/ 4974596 w 5492394"/>
                <a:gd name="GluePoint344Y" fmla="*/ 671872 h 1560385"/>
                <a:gd name="GluePoint345X" fmla="*/ 4996544 w 5492394"/>
                <a:gd name="GluePoint345Y" fmla="*/ 693818 h 1560385"/>
                <a:gd name="GluePoint346X" fmla="*/ 4759592 w 5492394"/>
                <a:gd name="GluePoint346Y" fmla="*/ 693818 h 1560385"/>
                <a:gd name="GluePoint347X" fmla="*/ 4781540 w 5492394"/>
                <a:gd name="GluePoint347Y" fmla="*/ 671872 h 1560385"/>
                <a:gd name="GluePoint348X" fmla="*/ 4759592 w 5492394"/>
                <a:gd name="GluePoint348Y" fmla="*/ 649925 h 1560385"/>
                <a:gd name="GluePoint349X" fmla="*/ 4737644 w 5492394"/>
                <a:gd name="GluePoint349Y" fmla="*/ 671872 h 1560385"/>
                <a:gd name="GluePoint350X" fmla="*/ 4759592 w 5492394"/>
                <a:gd name="GluePoint350Y" fmla="*/ 693818 h 1560385"/>
                <a:gd name="GluePoint351X" fmla="*/ 4522640 w 5492394"/>
                <a:gd name="GluePoint351Y" fmla="*/ 693818 h 1560385"/>
                <a:gd name="GluePoint352X" fmla="*/ 4544588 w 5492394"/>
                <a:gd name="GluePoint352Y" fmla="*/ 671872 h 1560385"/>
                <a:gd name="GluePoint353X" fmla="*/ 4522640 w 5492394"/>
                <a:gd name="GluePoint353Y" fmla="*/ 649925 h 1560385"/>
                <a:gd name="GluePoint354X" fmla="*/ 4500693 w 5492394"/>
                <a:gd name="GluePoint354Y" fmla="*/ 671872 h 1560385"/>
                <a:gd name="GluePoint355X" fmla="*/ 4522640 w 5492394"/>
                <a:gd name="GluePoint355Y" fmla="*/ 693818 h 1560385"/>
                <a:gd name="GluePoint356X" fmla="*/ 4285689 w 5492394"/>
                <a:gd name="GluePoint356Y" fmla="*/ 693818 h 1560385"/>
                <a:gd name="GluePoint357X" fmla="*/ 4307637 w 5492394"/>
                <a:gd name="GluePoint357Y" fmla="*/ 671872 h 1560385"/>
                <a:gd name="GluePoint358X" fmla="*/ 4285689 w 5492394"/>
                <a:gd name="GluePoint358Y" fmla="*/ 649925 h 1560385"/>
                <a:gd name="GluePoint359X" fmla="*/ 4263741 w 5492394"/>
                <a:gd name="GluePoint359Y" fmla="*/ 671872 h 1560385"/>
                <a:gd name="GluePoint360X" fmla="*/ 4285689 w 5492394"/>
                <a:gd name="GluePoint360Y" fmla="*/ 693818 h 1560385"/>
                <a:gd name="GluePoint361X" fmla="*/ 4048737 w 5492394"/>
                <a:gd name="GluePoint361Y" fmla="*/ 693818 h 1560385"/>
                <a:gd name="GluePoint362X" fmla="*/ 4070684 w 5492394"/>
                <a:gd name="GluePoint362Y" fmla="*/ 671872 h 1560385"/>
                <a:gd name="GluePoint363X" fmla="*/ 4048737 w 5492394"/>
                <a:gd name="GluePoint363Y" fmla="*/ 649925 h 1560385"/>
                <a:gd name="GluePoint364X" fmla="*/ 4026790 w 5492394"/>
                <a:gd name="GluePoint364Y" fmla="*/ 671872 h 1560385"/>
                <a:gd name="GluePoint365X" fmla="*/ 4048737 w 5492394"/>
                <a:gd name="GluePoint365Y" fmla="*/ 693818 h 1560385"/>
                <a:gd name="GluePoint366X" fmla="*/ 3811785 w 5492394"/>
                <a:gd name="GluePoint366Y" fmla="*/ 693818 h 1560385"/>
                <a:gd name="GluePoint367X" fmla="*/ 3833733 w 5492394"/>
                <a:gd name="GluePoint367Y" fmla="*/ 671872 h 1560385"/>
                <a:gd name="GluePoint368X" fmla="*/ 3811785 w 5492394"/>
                <a:gd name="GluePoint368Y" fmla="*/ 649925 h 1560385"/>
                <a:gd name="GluePoint369X" fmla="*/ 3789838 w 5492394"/>
                <a:gd name="GluePoint369Y" fmla="*/ 671872 h 1560385"/>
                <a:gd name="GluePoint370X" fmla="*/ 3811785 w 5492394"/>
                <a:gd name="GluePoint370Y" fmla="*/ 693818 h 1560385"/>
                <a:gd name="GluePoint371X" fmla="*/ 3574834 w 5492394"/>
                <a:gd name="GluePoint371Y" fmla="*/ 693818 h 1560385"/>
                <a:gd name="GluePoint372X" fmla="*/ 3596781 w 5492394"/>
                <a:gd name="GluePoint372Y" fmla="*/ 671872 h 1560385"/>
                <a:gd name="GluePoint373X" fmla="*/ 3574834 w 5492394"/>
                <a:gd name="GluePoint373Y" fmla="*/ 649925 h 1560385"/>
                <a:gd name="GluePoint374X" fmla="*/ 3552886 w 5492394"/>
                <a:gd name="GluePoint374Y" fmla="*/ 671872 h 1560385"/>
                <a:gd name="GluePoint375X" fmla="*/ 3574834 w 5492394"/>
                <a:gd name="GluePoint375Y" fmla="*/ 693818 h 1560385"/>
                <a:gd name="GluePoint376X" fmla="*/ 3337882 w 5492394"/>
                <a:gd name="GluePoint376Y" fmla="*/ 693818 h 1560385"/>
                <a:gd name="GluePoint377X" fmla="*/ 3359829 w 5492394"/>
                <a:gd name="GluePoint377Y" fmla="*/ 671872 h 1560385"/>
                <a:gd name="GluePoint378X" fmla="*/ 3337882 w 5492394"/>
                <a:gd name="GluePoint378Y" fmla="*/ 649925 h 1560385"/>
                <a:gd name="GluePoint379X" fmla="*/ 3315935 w 5492394"/>
                <a:gd name="GluePoint379Y" fmla="*/ 671872 h 1560385"/>
                <a:gd name="GluePoint380X" fmla="*/ 3337882 w 5492394"/>
                <a:gd name="GluePoint380Y" fmla="*/ 693818 h 1560385"/>
                <a:gd name="GluePoint381X" fmla="*/ 3100930 w 5492394"/>
                <a:gd name="GluePoint381Y" fmla="*/ 693818 h 1560385"/>
                <a:gd name="GluePoint382X" fmla="*/ 3122878 w 5492394"/>
                <a:gd name="GluePoint382Y" fmla="*/ 671872 h 1560385"/>
                <a:gd name="GluePoint383X" fmla="*/ 3100930 w 5492394"/>
                <a:gd name="GluePoint383Y" fmla="*/ 649925 h 1560385"/>
                <a:gd name="GluePoint384X" fmla="*/ 3078983 w 5492394"/>
                <a:gd name="GluePoint384Y" fmla="*/ 671872 h 1560385"/>
                <a:gd name="GluePoint385X" fmla="*/ 3100930 w 5492394"/>
                <a:gd name="GluePoint385Y" fmla="*/ 693818 h 1560385"/>
                <a:gd name="GluePoint386X" fmla="*/ 2863979 w 5492394"/>
                <a:gd name="GluePoint386Y" fmla="*/ 693818 h 1560385"/>
                <a:gd name="GluePoint387X" fmla="*/ 2885926 w 5492394"/>
                <a:gd name="GluePoint387Y" fmla="*/ 671872 h 1560385"/>
                <a:gd name="GluePoint388X" fmla="*/ 2863979 w 5492394"/>
                <a:gd name="GluePoint388Y" fmla="*/ 649925 h 1560385"/>
                <a:gd name="GluePoint389X" fmla="*/ 2842031 w 5492394"/>
                <a:gd name="GluePoint389Y" fmla="*/ 671872 h 1560385"/>
                <a:gd name="GluePoint390X" fmla="*/ 2863979 w 5492394"/>
                <a:gd name="GluePoint390Y" fmla="*/ 693818 h 1560385"/>
                <a:gd name="GluePoint391X" fmla="*/ 2627027 w 5492394"/>
                <a:gd name="GluePoint391Y" fmla="*/ 693818 h 1560385"/>
                <a:gd name="GluePoint392X" fmla="*/ 2648974 w 5492394"/>
                <a:gd name="GluePoint392Y" fmla="*/ 671872 h 1560385"/>
                <a:gd name="GluePoint393X" fmla="*/ 2627027 w 5492394"/>
                <a:gd name="GluePoint393Y" fmla="*/ 649925 h 1560385"/>
                <a:gd name="GluePoint394X" fmla="*/ 2605079 w 5492394"/>
                <a:gd name="GluePoint394Y" fmla="*/ 671872 h 1560385"/>
                <a:gd name="GluePoint395X" fmla="*/ 2627027 w 5492394"/>
                <a:gd name="GluePoint395Y" fmla="*/ 693818 h 1560385"/>
                <a:gd name="GluePoint396X" fmla="*/ 2390075 w 5492394"/>
                <a:gd name="GluePoint396Y" fmla="*/ 693818 h 1560385"/>
                <a:gd name="GluePoint397X" fmla="*/ 2412023 w 5492394"/>
                <a:gd name="GluePoint397Y" fmla="*/ 671872 h 1560385"/>
                <a:gd name="GluePoint398X" fmla="*/ 2390075 w 5492394"/>
                <a:gd name="GluePoint398Y" fmla="*/ 649925 h 1560385"/>
                <a:gd name="GluePoint399X" fmla="*/ 2368127 w 5492394"/>
                <a:gd name="GluePoint399Y" fmla="*/ 671872 h 1560385"/>
                <a:gd name="GluePoint400X" fmla="*/ 2390075 w 5492394"/>
                <a:gd name="GluePoint400Y" fmla="*/ 693818 h 1560385"/>
                <a:gd name="GluePoint401X" fmla="*/ 2153124 w 5492394"/>
                <a:gd name="GluePoint401Y" fmla="*/ 693818 h 1560385"/>
                <a:gd name="GluePoint402X" fmla="*/ 2175071 w 5492394"/>
                <a:gd name="GluePoint402Y" fmla="*/ 671872 h 1560385"/>
                <a:gd name="GluePoint403X" fmla="*/ 2153124 w 5492394"/>
                <a:gd name="GluePoint403Y" fmla="*/ 649925 h 1560385"/>
                <a:gd name="GluePoint404X" fmla="*/ 2131176 w 5492394"/>
                <a:gd name="GluePoint404Y" fmla="*/ 671872 h 1560385"/>
                <a:gd name="GluePoint405X" fmla="*/ 2153124 w 5492394"/>
                <a:gd name="GluePoint405Y" fmla="*/ 693818 h 1560385"/>
                <a:gd name="GluePoint406X" fmla="*/ 1917561 w 5492394"/>
                <a:gd name="GluePoint406Y" fmla="*/ 693818 h 1560385"/>
                <a:gd name="GluePoint407X" fmla="*/ 1939509 w 5492394"/>
                <a:gd name="GluePoint407Y" fmla="*/ 671872 h 1560385"/>
                <a:gd name="GluePoint408X" fmla="*/ 1917561 w 5492394"/>
                <a:gd name="GluePoint408Y" fmla="*/ 649925 h 1560385"/>
                <a:gd name="GluePoint409X" fmla="*/ 1895613 w 5492394"/>
                <a:gd name="GluePoint409Y" fmla="*/ 671872 h 1560385"/>
                <a:gd name="GluePoint410X" fmla="*/ 1917561 w 5492394"/>
                <a:gd name="GluePoint410Y" fmla="*/ 693818 h 1560385"/>
                <a:gd name="GluePoint411X" fmla="*/ 1680609 w 5492394"/>
                <a:gd name="GluePoint411Y" fmla="*/ 693818 h 1560385"/>
                <a:gd name="GluePoint412X" fmla="*/ 1702557 w 5492394"/>
                <a:gd name="GluePoint412Y" fmla="*/ 671872 h 1560385"/>
                <a:gd name="GluePoint413X" fmla="*/ 1680609 w 5492394"/>
                <a:gd name="GluePoint413Y" fmla="*/ 649925 h 1560385"/>
                <a:gd name="GluePoint414X" fmla="*/ 1658662 w 5492394"/>
                <a:gd name="GluePoint414Y" fmla="*/ 671872 h 1560385"/>
                <a:gd name="GluePoint415X" fmla="*/ 1680609 w 5492394"/>
                <a:gd name="GluePoint415Y" fmla="*/ 693818 h 1560385"/>
                <a:gd name="GluePoint416X" fmla="*/ 1443657 w 5492394"/>
                <a:gd name="GluePoint416Y" fmla="*/ 693818 h 1560385"/>
                <a:gd name="GluePoint417X" fmla="*/ 1465606 w 5492394"/>
                <a:gd name="GluePoint417Y" fmla="*/ 671872 h 1560385"/>
                <a:gd name="GluePoint418X" fmla="*/ 1443657 w 5492394"/>
                <a:gd name="GluePoint418Y" fmla="*/ 649925 h 1560385"/>
                <a:gd name="GluePoint419X" fmla="*/ 1421710 w 5492394"/>
                <a:gd name="GluePoint419Y" fmla="*/ 671872 h 1560385"/>
                <a:gd name="GluePoint420X" fmla="*/ 1443657 w 5492394"/>
                <a:gd name="GluePoint420Y" fmla="*/ 693818 h 1560385"/>
                <a:gd name="GluePoint421X" fmla="*/ 1206706 w 5492394"/>
                <a:gd name="GluePoint421Y" fmla="*/ 693818 h 1560385"/>
                <a:gd name="GluePoint422X" fmla="*/ 1228654 w 5492394"/>
                <a:gd name="GluePoint422Y" fmla="*/ 671872 h 1560385"/>
                <a:gd name="GluePoint423X" fmla="*/ 1206706 w 5492394"/>
                <a:gd name="GluePoint423Y" fmla="*/ 649925 h 1560385"/>
                <a:gd name="GluePoint424X" fmla="*/ 1184759 w 5492394"/>
                <a:gd name="GluePoint424Y" fmla="*/ 671872 h 1560385"/>
                <a:gd name="GluePoint425X" fmla="*/ 1206706 w 5492394"/>
                <a:gd name="GluePoint425Y" fmla="*/ 693818 h 1560385"/>
                <a:gd name="GluePoint426X" fmla="*/ 969754 w 5492394"/>
                <a:gd name="GluePoint426Y" fmla="*/ 693818 h 1560385"/>
                <a:gd name="GluePoint427X" fmla="*/ 991702 w 5492394"/>
                <a:gd name="GluePoint427Y" fmla="*/ 671872 h 1560385"/>
                <a:gd name="GluePoint428X" fmla="*/ 969754 w 5492394"/>
                <a:gd name="GluePoint428Y" fmla="*/ 649925 h 1560385"/>
                <a:gd name="GluePoint429X" fmla="*/ 947807 w 5492394"/>
                <a:gd name="GluePoint429Y" fmla="*/ 671872 h 1560385"/>
                <a:gd name="GluePoint430X" fmla="*/ 969754 w 5492394"/>
                <a:gd name="GluePoint430Y" fmla="*/ 693818 h 1560385"/>
                <a:gd name="GluePoint431X" fmla="*/ 732802 w 5492394"/>
                <a:gd name="GluePoint431Y" fmla="*/ 693818 h 1560385"/>
                <a:gd name="GluePoint432X" fmla="*/ 754750 w 5492394"/>
                <a:gd name="GluePoint432Y" fmla="*/ 671872 h 1560385"/>
                <a:gd name="GluePoint433X" fmla="*/ 732802 w 5492394"/>
                <a:gd name="GluePoint433Y" fmla="*/ 649925 h 1560385"/>
                <a:gd name="GluePoint434X" fmla="*/ 710855 w 5492394"/>
                <a:gd name="GluePoint434Y" fmla="*/ 671872 h 1560385"/>
                <a:gd name="GluePoint435X" fmla="*/ 732802 w 5492394"/>
                <a:gd name="GluePoint435Y" fmla="*/ 693818 h 1560385"/>
                <a:gd name="GluePoint436X" fmla="*/ 495851 w 5492394"/>
                <a:gd name="GluePoint436Y" fmla="*/ 693818 h 1560385"/>
                <a:gd name="GluePoint437X" fmla="*/ 517799 w 5492394"/>
                <a:gd name="GluePoint437Y" fmla="*/ 671872 h 1560385"/>
                <a:gd name="GluePoint438X" fmla="*/ 495851 w 5492394"/>
                <a:gd name="GluePoint438Y" fmla="*/ 649925 h 1560385"/>
                <a:gd name="GluePoint439X" fmla="*/ 473903 w 5492394"/>
                <a:gd name="GluePoint439Y" fmla="*/ 671872 h 1560385"/>
                <a:gd name="GluePoint440X" fmla="*/ 495851 w 5492394"/>
                <a:gd name="GluePoint440Y" fmla="*/ 693818 h 1560385"/>
                <a:gd name="GluePoint441X" fmla="*/ 4759592 w 5492394"/>
                <a:gd name="GluePoint441Y" fmla="*/ 910460 h 1560385"/>
                <a:gd name="GluePoint442X" fmla="*/ 4781540 w 5492394"/>
                <a:gd name="GluePoint442Y" fmla="*/ 888513 h 1560385"/>
                <a:gd name="GluePoint443X" fmla="*/ 4759592 w 5492394"/>
                <a:gd name="GluePoint443Y" fmla="*/ 866566 h 1560385"/>
                <a:gd name="GluePoint444X" fmla="*/ 4737644 w 5492394"/>
                <a:gd name="GluePoint444Y" fmla="*/ 888513 h 1560385"/>
                <a:gd name="GluePoint445X" fmla="*/ 4759592 w 5492394"/>
                <a:gd name="GluePoint445Y" fmla="*/ 910460 h 1560385"/>
                <a:gd name="GluePoint446X" fmla="*/ 4522640 w 5492394"/>
                <a:gd name="GluePoint446Y" fmla="*/ 910460 h 1560385"/>
                <a:gd name="GluePoint447X" fmla="*/ 4544588 w 5492394"/>
                <a:gd name="GluePoint447Y" fmla="*/ 888513 h 1560385"/>
                <a:gd name="GluePoint448X" fmla="*/ 4522640 w 5492394"/>
                <a:gd name="GluePoint448Y" fmla="*/ 866566 h 1560385"/>
                <a:gd name="GluePoint449X" fmla="*/ 4500693 w 5492394"/>
                <a:gd name="GluePoint449Y" fmla="*/ 888513 h 1560385"/>
                <a:gd name="GluePoint450X" fmla="*/ 4522640 w 5492394"/>
                <a:gd name="GluePoint450Y" fmla="*/ 910460 h 1560385"/>
                <a:gd name="GluePoint451X" fmla="*/ 4285689 w 5492394"/>
                <a:gd name="GluePoint451Y" fmla="*/ 910460 h 1560385"/>
                <a:gd name="GluePoint452X" fmla="*/ 4307637 w 5492394"/>
                <a:gd name="GluePoint452Y" fmla="*/ 888513 h 1560385"/>
                <a:gd name="GluePoint453X" fmla="*/ 4285689 w 5492394"/>
                <a:gd name="GluePoint453Y" fmla="*/ 866566 h 1560385"/>
                <a:gd name="GluePoint454X" fmla="*/ 4263741 w 5492394"/>
                <a:gd name="GluePoint454Y" fmla="*/ 888513 h 1560385"/>
                <a:gd name="GluePoint455X" fmla="*/ 4285689 w 5492394"/>
                <a:gd name="GluePoint455Y" fmla="*/ 910460 h 1560385"/>
                <a:gd name="GluePoint456X" fmla="*/ 4048737 w 5492394"/>
                <a:gd name="GluePoint456Y" fmla="*/ 910460 h 1560385"/>
                <a:gd name="GluePoint457X" fmla="*/ 4070684 w 5492394"/>
                <a:gd name="GluePoint457Y" fmla="*/ 888513 h 1560385"/>
                <a:gd name="GluePoint458X" fmla="*/ 4048737 w 5492394"/>
                <a:gd name="GluePoint458Y" fmla="*/ 866566 h 1560385"/>
                <a:gd name="GluePoint459X" fmla="*/ 4026790 w 5492394"/>
                <a:gd name="GluePoint459Y" fmla="*/ 888513 h 1560385"/>
                <a:gd name="GluePoint460X" fmla="*/ 4048737 w 5492394"/>
                <a:gd name="GluePoint460Y" fmla="*/ 910460 h 1560385"/>
                <a:gd name="GluePoint461X" fmla="*/ 3811785 w 5492394"/>
                <a:gd name="GluePoint461Y" fmla="*/ 910460 h 1560385"/>
                <a:gd name="GluePoint462X" fmla="*/ 3833733 w 5492394"/>
                <a:gd name="GluePoint462Y" fmla="*/ 888513 h 1560385"/>
                <a:gd name="GluePoint463X" fmla="*/ 3811785 w 5492394"/>
                <a:gd name="GluePoint463Y" fmla="*/ 866566 h 1560385"/>
                <a:gd name="GluePoint464X" fmla="*/ 3789838 w 5492394"/>
                <a:gd name="GluePoint464Y" fmla="*/ 888513 h 1560385"/>
                <a:gd name="GluePoint465X" fmla="*/ 3811785 w 5492394"/>
                <a:gd name="GluePoint465Y" fmla="*/ 910460 h 1560385"/>
                <a:gd name="GluePoint466X" fmla="*/ 3574834 w 5492394"/>
                <a:gd name="GluePoint466Y" fmla="*/ 910460 h 1560385"/>
                <a:gd name="GluePoint467X" fmla="*/ 3596781 w 5492394"/>
                <a:gd name="GluePoint467Y" fmla="*/ 888513 h 1560385"/>
                <a:gd name="GluePoint468X" fmla="*/ 3574834 w 5492394"/>
                <a:gd name="GluePoint468Y" fmla="*/ 866566 h 1560385"/>
                <a:gd name="GluePoint469X" fmla="*/ 3552886 w 5492394"/>
                <a:gd name="GluePoint469Y" fmla="*/ 888513 h 1560385"/>
                <a:gd name="GluePoint470X" fmla="*/ 3574834 w 5492394"/>
                <a:gd name="GluePoint470Y" fmla="*/ 910460 h 1560385"/>
                <a:gd name="GluePoint471X" fmla="*/ 3337882 w 5492394"/>
                <a:gd name="GluePoint471Y" fmla="*/ 910460 h 1560385"/>
                <a:gd name="GluePoint472X" fmla="*/ 3359829 w 5492394"/>
                <a:gd name="GluePoint472Y" fmla="*/ 888513 h 1560385"/>
                <a:gd name="GluePoint473X" fmla="*/ 3337882 w 5492394"/>
                <a:gd name="GluePoint473Y" fmla="*/ 866566 h 1560385"/>
                <a:gd name="GluePoint474X" fmla="*/ 3315935 w 5492394"/>
                <a:gd name="GluePoint474Y" fmla="*/ 888513 h 1560385"/>
                <a:gd name="GluePoint475X" fmla="*/ 3337882 w 5492394"/>
                <a:gd name="GluePoint475Y" fmla="*/ 910460 h 1560385"/>
                <a:gd name="GluePoint476X" fmla="*/ 3100930 w 5492394"/>
                <a:gd name="GluePoint476Y" fmla="*/ 910460 h 1560385"/>
                <a:gd name="GluePoint477X" fmla="*/ 3122878 w 5492394"/>
                <a:gd name="GluePoint477Y" fmla="*/ 888513 h 1560385"/>
                <a:gd name="GluePoint478X" fmla="*/ 3100930 w 5492394"/>
                <a:gd name="GluePoint478Y" fmla="*/ 866566 h 1560385"/>
                <a:gd name="GluePoint479X" fmla="*/ 3078983 w 5492394"/>
                <a:gd name="GluePoint479Y" fmla="*/ 888513 h 1560385"/>
                <a:gd name="GluePoint480X" fmla="*/ 3100930 w 5492394"/>
                <a:gd name="GluePoint480Y" fmla="*/ 910460 h 1560385"/>
                <a:gd name="GluePoint481X" fmla="*/ 2863979 w 5492394"/>
                <a:gd name="GluePoint481Y" fmla="*/ 910460 h 1560385"/>
                <a:gd name="GluePoint482X" fmla="*/ 2885926 w 5492394"/>
                <a:gd name="GluePoint482Y" fmla="*/ 888513 h 1560385"/>
                <a:gd name="GluePoint483X" fmla="*/ 2863979 w 5492394"/>
                <a:gd name="GluePoint483Y" fmla="*/ 866566 h 1560385"/>
                <a:gd name="GluePoint484X" fmla="*/ 2842031 w 5492394"/>
                <a:gd name="GluePoint484Y" fmla="*/ 888513 h 1560385"/>
                <a:gd name="GluePoint485X" fmla="*/ 2863979 w 5492394"/>
                <a:gd name="GluePoint485Y" fmla="*/ 910460 h 1560385"/>
                <a:gd name="GluePoint486X" fmla="*/ 2627027 w 5492394"/>
                <a:gd name="GluePoint486Y" fmla="*/ 910460 h 1560385"/>
                <a:gd name="GluePoint487X" fmla="*/ 2648974 w 5492394"/>
                <a:gd name="GluePoint487Y" fmla="*/ 888513 h 1560385"/>
                <a:gd name="GluePoint488X" fmla="*/ 2627027 w 5492394"/>
                <a:gd name="GluePoint488Y" fmla="*/ 866566 h 1560385"/>
                <a:gd name="GluePoint489X" fmla="*/ 2605079 w 5492394"/>
                <a:gd name="GluePoint489Y" fmla="*/ 888513 h 1560385"/>
                <a:gd name="GluePoint490X" fmla="*/ 2627027 w 5492394"/>
                <a:gd name="GluePoint490Y" fmla="*/ 910460 h 1560385"/>
                <a:gd name="GluePoint491X" fmla="*/ 2390075 w 5492394"/>
                <a:gd name="GluePoint491Y" fmla="*/ 910460 h 1560385"/>
                <a:gd name="GluePoint492X" fmla="*/ 2412023 w 5492394"/>
                <a:gd name="GluePoint492Y" fmla="*/ 888513 h 1560385"/>
                <a:gd name="GluePoint493X" fmla="*/ 2390075 w 5492394"/>
                <a:gd name="GluePoint493Y" fmla="*/ 866566 h 1560385"/>
                <a:gd name="GluePoint494X" fmla="*/ 2368127 w 5492394"/>
                <a:gd name="GluePoint494Y" fmla="*/ 888513 h 1560385"/>
                <a:gd name="GluePoint495X" fmla="*/ 2390075 w 5492394"/>
                <a:gd name="GluePoint495Y" fmla="*/ 910460 h 1560385"/>
                <a:gd name="GluePoint496X" fmla="*/ 2153124 w 5492394"/>
                <a:gd name="GluePoint496Y" fmla="*/ 910460 h 1560385"/>
                <a:gd name="GluePoint497X" fmla="*/ 2175071 w 5492394"/>
                <a:gd name="GluePoint497Y" fmla="*/ 888513 h 1560385"/>
                <a:gd name="GluePoint498X" fmla="*/ 2153124 w 5492394"/>
                <a:gd name="GluePoint498Y" fmla="*/ 866566 h 1560385"/>
                <a:gd name="GluePoint499X" fmla="*/ 2131176 w 5492394"/>
                <a:gd name="GluePoint499Y" fmla="*/ 888513 h 1560385"/>
                <a:gd name="GluePoint500X" fmla="*/ 2153124 w 5492394"/>
                <a:gd name="GluePoint500Y" fmla="*/ 910460 h 1560385"/>
                <a:gd name="GluePoint501X" fmla="*/ 1917561 w 5492394"/>
                <a:gd name="GluePoint501Y" fmla="*/ 910460 h 1560385"/>
                <a:gd name="GluePoint502X" fmla="*/ 1939509 w 5492394"/>
                <a:gd name="GluePoint502Y" fmla="*/ 888513 h 1560385"/>
                <a:gd name="GluePoint503X" fmla="*/ 1917561 w 5492394"/>
                <a:gd name="GluePoint503Y" fmla="*/ 866566 h 1560385"/>
                <a:gd name="GluePoint504X" fmla="*/ 1895613 w 5492394"/>
                <a:gd name="GluePoint504Y" fmla="*/ 888513 h 1560385"/>
                <a:gd name="GluePoint505X" fmla="*/ 1917561 w 5492394"/>
                <a:gd name="GluePoint505Y" fmla="*/ 910460 h 1560385"/>
                <a:gd name="GluePoint506X" fmla="*/ 1680609 w 5492394"/>
                <a:gd name="GluePoint506Y" fmla="*/ 910460 h 1560385"/>
                <a:gd name="GluePoint507X" fmla="*/ 1702557 w 5492394"/>
                <a:gd name="GluePoint507Y" fmla="*/ 888513 h 1560385"/>
                <a:gd name="GluePoint508X" fmla="*/ 1680609 w 5492394"/>
                <a:gd name="GluePoint508Y" fmla="*/ 866566 h 1560385"/>
                <a:gd name="GluePoint509X" fmla="*/ 1658662 w 5492394"/>
                <a:gd name="GluePoint509Y" fmla="*/ 888513 h 1560385"/>
                <a:gd name="GluePoint510X" fmla="*/ 1680609 w 5492394"/>
                <a:gd name="GluePoint510Y" fmla="*/ 910460 h 1560385"/>
                <a:gd name="GluePoint511X" fmla="*/ 1443657 w 5492394"/>
                <a:gd name="GluePoint511Y" fmla="*/ 910460 h 1560385"/>
                <a:gd name="GluePoint512X" fmla="*/ 1465606 w 5492394"/>
                <a:gd name="GluePoint512Y" fmla="*/ 888513 h 1560385"/>
                <a:gd name="GluePoint513X" fmla="*/ 1443657 w 5492394"/>
                <a:gd name="GluePoint513Y" fmla="*/ 866566 h 1560385"/>
                <a:gd name="GluePoint514X" fmla="*/ 1421710 w 5492394"/>
                <a:gd name="GluePoint514Y" fmla="*/ 888513 h 1560385"/>
                <a:gd name="GluePoint515X" fmla="*/ 1443657 w 5492394"/>
                <a:gd name="GluePoint515Y" fmla="*/ 910460 h 1560385"/>
                <a:gd name="GluePoint516X" fmla="*/ 1206706 w 5492394"/>
                <a:gd name="GluePoint516Y" fmla="*/ 910460 h 1560385"/>
                <a:gd name="GluePoint517X" fmla="*/ 1228654 w 5492394"/>
                <a:gd name="GluePoint517Y" fmla="*/ 888513 h 1560385"/>
                <a:gd name="GluePoint518X" fmla="*/ 1206706 w 5492394"/>
                <a:gd name="GluePoint518Y" fmla="*/ 866566 h 1560385"/>
                <a:gd name="GluePoint519X" fmla="*/ 1184759 w 5492394"/>
                <a:gd name="GluePoint519Y" fmla="*/ 888513 h 1560385"/>
                <a:gd name="GluePoint520X" fmla="*/ 1206706 w 5492394"/>
                <a:gd name="GluePoint520Y" fmla="*/ 910460 h 1560385"/>
                <a:gd name="GluePoint521X" fmla="*/ 969754 w 5492394"/>
                <a:gd name="GluePoint521Y" fmla="*/ 910460 h 1560385"/>
                <a:gd name="GluePoint522X" fmla="*/ 991702 w 5492394"/>
                <a:gd name="GluePoint522Y" fmla="*/ 888513 h 1560385"/>
                <a:gd name="GluePoint523X" fmla="*/ 969754 w 5492394"/>
                <a:gd name="GluePoint523Y" fmla="*/ 866566 h 1560385"/>
                <a:gd name="GluePoint524X" fmla="*/ 947807 w 5492394"/>
                <a:gd name="GluePoint524Y" fmla="*/ 888513 h 1560385"/>
                <a:gd name="GluePoint525X" fmla="*/ 969754 w 5492394"/>
                <a:gd name="GluePoint525Y" fmla="*/ 910460 h 1560385"/>
                <a:gd name="GluePoint526X" fmla="*/ 732802 w 5492394"/>
                <a:gd name="GluePoint526Y" fmla="*/ 910460 h 1560385"/>
                <a:gd name="GluePoint527X" fmla="*/ 754750 w 5492394"/>
                <a:gd name="GluePoint527Y" fmla="*/ 888513 h 1560385"/>
                <a:gd name="GluePoint528X" fmla="*/ 732802 w 5492394"/>
                <a:gd name="GluePoint528Y" fmla="*/ 866566 h 1560385"/>
                <a:gd name="GluePoint529X" fmla="*/ 710855 w 5492394"/>
                <a:gd name="GluePoint529Y" fmla="*/ 888513 h 1560385"/>
                <a:gd name="GluePoint530X" fmla="*/ 732802 w 5492394"/>
                <a:gd name="GluePoint530Y" fmla="*/ 910460 h 1560385"/>
                <a:gd name="GluePoint531X" fmla="*/ 4522640 w 5492394"/>
                <a:gd name="GluePoint531Y" fmla="*/ 1127102 h 1560385"/>
                <a:gd name="GluePoint532X" fmla="*/ 4544588 w 5492394"/>
                <a:gd name="GluePoint532Y" fmla="*/ 1105155 h 1560385"/>
                <a:gd name="GluePoint533X" fmla="*/ 4522640 w 5492394"/>
                <a:gd name="GluePoint533Y" fmla="*/ 1083207 h 1560385"/>
                <a:gd name="GluePoint534X" fmla="*/ 4500693 w 5492394"/>
                <a:gd name="GluePoint534Y" fmla="*/ 1105155 h 1560385"/>
                <a:gd name="GluePoint535X" fmla="*/ 4522640 w 5492394"/>
                <a:gd name="GluePoint535Y" fmla="*/ 1127102 h 1560385"/>
                <a:gd name="GluePoint536X" fmla="*/ 4285689 w 5492394"/>
                <a:gd name="GluePoint536Y" fmla="*/ 1127102 h 1560385"/>
                <a:gd name="GluePoint537X" fmla="*/ 4307637 w 5492394"/>
                <a:gd name="GluePoint537Y" fmla="*/ 1105155 h 1560385"/>
                <a:gd name="GluePoint538X" fmla="*/ 4285689 w 5492394"/>
                <a:gd name="GluePoint538Y" fmla="*/ 1083207 h 1560385"/>
                <a:gd name="GluePoint539X" fmla="*/ 4263741 w 5492394"/>
                <a:gd name="GluePoint539Y" fmla="*/ 1105155 h 1560385"/>
                <a:gd name="GluePoint540X" fmla="*/ 4285689 w 5492394"/>
                <a:gd name="GluePoint540Y" fmla="*/ 1127102 h 1560385"/>
                <a:gd name="GluePoint541X" fmla="*/ 4048737 w 5492394"/>
                <a:gd name="GluePoint541Y" fmla="*/ 1127102 h 1560385"/>
                <a:gd name="GluePoint542X" fmla="*/ 4070684 w 5492394"/>
                <a:gd name="GluePoint542Y" fmla="*/ 1105155 h 1560385"/>
                <a:gd name="GluePoint543X" fmla="*/ 4048737 w 5492394"/>
                <a:gd name="GluePoint543Y" fmla="*/ 1083207 h 1560385"/>
                <a:gd name="GluePoint544X" fmla="*/ 4026790 w 5492394"/>
                <a:gd name="GluePoint544Y" fmla="*/ 1105155 h 1560385"/>
                <a:gd name="GluePoint545X" fmla="*/ 4048737 w 5492394"/>
                <a:gd name="GluePoint545Y" fmla="*/ 1127102 h 1560385"/>
                <a:gd name="GluePoint546X" fmla="*/ 3811785 w 5492394"/>
                <a:gd name="GluePoint546Y" fmla="*/ 1127102 h 1560385"/>
                <a:gd name="GluePoint547X" fmla="*/ 3833733 w 5492394"/>
                <a:gd name="GluePoint547Y" fmla="*/ 1105155 h 1560385"/>
                <a:gd name="GluePoint548X" fmla="*/ 3811785 w 5492394"/>
                <a:gd name="GluePoint548Y" fmla="*/ 1083207 h 1560385"/>
                <a:gd name="GluePoint549X" fmla="*/ 3789838 w 5492394"/>
                <a:gd name="GluePoint549Y" fmla="*/ 1105155 h 1560385"/>
                <a:gd name="GluePoint550X" fmla="*/ 3811785 w 5492394"/>
                <a:gd name="GluePoint550Y" fmla="*/ 1127102 h 1560385"/>
                <a:gd name="GluePoint551X" fmla="*/ 3574834 w 5492394"/>
                <a:gd name="GluePoint551Y" fmla="*/ 1127102 h 1560385"/>
                <a:gd name="GluePoint552X" fmla="*/ 3596781 w 5492394"/>
                <a:gd name="GluePoint552Y" fmla="*/ 1105155 h 1560385"/>
                <a:gd name="GluePoint553X" fmla="*/ 3574834 w 5492394"/>
                <a:gd name="GluePoint553Y" fmla="*/ 1083207 h 1560385"/>
                <a:gd name="GluePoint554X" fmla="*/ 3552886 w 5492394"/>
                <a:gd name="GluePoint554Y" fmla="*/ 1105155 h 1560385"/>
                <a:gd name="GluePoint555X" fmla="*/ 3574834 w 5492394"/>
                <a:gd name="GluePoint555Y" fmla="*/ 1127102 h 1560385"/>
                <a:gd name="GluePoint556X" fmla="*/ 3337882 w 5492394"/>
                <a:gd name="GluePoint556Y" fmla="*/ 1127102 h 1560385"/>
                <a:gd name="GluePoint557X" fmla="*/ 3359829 w 5492394"/>
                <a:gd name="GluePoint557Y" fmla="*/ 1105155 h 1560385"/>
                <a:gd name="GluePoint558X" fmla="*/ 3337882 w 5492394"/>
                <a:gd name="GluePoint558Y" fmla="*/ 1083207 h 1560385"/>
                <a:gd name="GluePoint559X" fmla="*/ 3315935 w 5492394"/>
                <a:gd name="GluePoint559Y" fmla="*/ 1105155 h 1560385"/>
                <a:gd name="GluePoint560X" fmla="*/ 3337882 w 5492394"/>
                <a:gd name="GluePoint560Y" fmla="*/ 1127102 h 1560385"/>
                <a:gd name="GluePoint561X" fmla="*/ 3100930 w 5492394"/>
                <a:gd name="GluePoint561Y" fmla="*/ 1127102 h 1560385"/>
                <a:gd name="GluePoint562X" fmla="*/ 3122878 w 5492394"/>
                <a:gd name="GluePoint562Y" fmla="*/ 1105155 h 1560385"/>
                <a:gd name="GluePoint563X" fmla="*/ 3100930 w 5492394"/>
                <a:gd name="GluePoint563Y" fmla="*/ 1083207 h 1560385"/>
                <a:gd name="GluePoint564X" fmla="*/ 3078983 w 5492394"/>
                <a:gd name="GluePoint564Y" fmla="*/ 1105155 h 1560385"/>
                <a:gd name="GluePoint565X" fmla="*/ 3100930 w 5492394"/>
                <a:gd name="GluePoint565Y" fmla="*/ 1127102 h 1560385"/>
                <a:gd name="GluePoint566X" fmla="*/ 2863979 w 5492394"/>
                <a:gd name="GluePoint566Y" fmla="*/ 1127102 h 1560385"/>
                <a:gd name="GluePoint567X" fmla="*/ 2885926 w 5492394"/>
                <a:gd name="GluePoint567Y" fmla="*/ 1105155 h 1560385"/>
                <a:gd name="GluePoint568X" fmla="*/ 2863979 w 5492394"/>
                <a:gd name="GluePoint568Y" fmla="*/ 1083207 h 1560385"/>
                <a:gd name="GluePoint569X" fmla="*/ 2842031 w 5492394"/>
                <a:gd name="GluePoint569Y" fmla="*/ 1105155 h 1560385"/>
                <a:gd name="GluePoint570X" fmla="*/ 2863979 w 5492394"/>
                <a:gd name="GluePoint570Y" fmla="*/ 1127102 h 1560385"/>
                <a:gd name="GluePoint571X" fmla="*/ 2627027 w 5492394"/>
                <a:gd name="GluePoint571Y" fmla="*/ 1127102 h 1560385"/>
                <a:gd name="GluePoint572X" fmla="*/ 2648974 w 5492394"/>
                <a:gd name="GluePoint572Y" fmla="*/ 1105155 h 1560385"/>
                <a:gd name="GluePoint573X" fmla="*/ 2627027 w 5492394"/>
                <a:gd name="GluePoint573Y" fmla="*/ 1083207 h 1560385"/>
                <a:gd name="GluePoint574X" fmla="*/ 2605079 w 5492394"/>
                <a:gd name="GluePoint574Y" fmla="*/ 1105155 h 1560385"/>
                <a:gd name="GluePoint575X" fmla="*/ 2627027 w 5492394"/>
                <a:gd name="GluePoint575Y" fmla="*/ 1127102 h 1560385"/>
                <a:gd name="GluePoint576X" fmla="*/ 2390075 w 5492394"/>
                <a:gd name="GluePoint576Y" fmla="*/ 1127102 h 1560385"/>
                <a:gd name="GluePoint577X" fmla="*/ 2412023 w 5492394"/>
                <a:gd name="GluePoint577Y" fmla="*/ 1105155 h 1560385"/>
                <a:gd name="GluePoint578X" fmla="*/ 2390075 w 5492394"/>
                <a:gd name="GluePoint578Y" fmla="*/ 1083207 h 1560385"/>
                <a:gd name="GluePoint579X" fmla="*/ 2368127 w 5492394"/>
                <a:gd name="GluePoint579Y" fmla="*/ 1105155 h 1560385"/>
                <a:gd name="GluePoint580X" fmla="*/ 2390075 w 5492394"/>
                <a:gd name="GluePoint580Y" fmla="*/ 1127102 h 1560385"/>
                <a:gd name="GluePoint581X" fmla="*/ 2153124 w 5492394"/>
                <a:gd name="GluePoint581Y" fmla="*/ 1127102 h 1560385"/>
                <a:gd name="GluePoint582X" fmla="*/ 2175071 w 5492394"/>
                <a:gd name="GluePoint582Y" fmla="*/ 1105155 h 1560385"/>
                <a:gd name="GluePoint583X" fmla="*/ 2153124 w 5492394"/>
                <a:gd name="GluePoint583Y" fmla="*/ 1083207 h 1560385"/>
                <a:gd name="GluePoint584X" fmla="*/ 2131176 w 5492394"/>
                <a:gd name="GluePoint584Y" fmla="*/ 1105155 h 1560385"/>
                <a:gd name="GluePoint585X" fmla="*/ 2153124 w 5492394"/>
                <a:gd name="GluePoint585Y" fmla="*/ 1127102 h 1560385"/>
                <a:gd name="GluePoint586X" fmla="*/ 1917561 w 5492394"/>
                <a:gd name="GluePoint586Y" fmla="*/ 1127102 h 1560385"/>
                <a:gd name="GluePoint587X" fmla="*/ 1939509 w 5492394"/>
                <a:gd name="GluePoint587Y" fmla="*/ 1105155 h 1560385"/>
                <a:gd name="GluePoint588X" fmla="*/ 1917561 w 5492394"/>
                <a:gd name="GluePoint588Y" fmla="*/ 1083207 h 1560385"/>
                <a:gd name="GluePoint589X" fmla="*/ 1895613 w 5492394"/>
                <a:gd name="GluePoint589Y" fmla="*/ 1105155 h 1560385"/>
                <a:gd name="GluePoint590X" fmla="*/ 1917561 w 5492394"/>
                <a:gd name="GluePoint590Y" fmla="*/ 1127102 h 1560385"/>
                <a:gd name="GluePoint591X" fmla="*/ 1680609 w 5492394"/>
                <a:gd name="GluePoint591Y" fmla="*/ 1127102 h 1560385"/>
                <a:gd name="GluePoint592X" fmla="*/ 1702557 w 5492394"/>
                <a:gd name="GluePoint592Y" fmla="*/ 1105155 h 1560385"/>
                <a:gd name="GluePoint593X" fmla="*/ 1680609 w 5492394"/>
                <a:gd name="GluePoint593Y" fmla="*/ 1083207 h 1560385"/>
                <a:gd name="GluePoint594X" fmla="*/ 1658662 w 5492394"/>
                <a:gd name="GluePoint594Y" fmla="*/ 1105155 h 1560385"/>
                <a:gd name="GluePoint595X" fmla="*/ 1680609 w 5492394"/>
                <a:gd name="GluePoint595Y" fmla="*/ 1127102 h 1560385"/>
                <a:gd name="GluePoint596X" fmla="*/ 1443657 w 5492394"/>
                <a:gd name="GluePoint596Y" fmla="*/ 1127102 h 1560385"/>
                <a:gd name="GluePoint597X" fmla="*/ 1465606 w 5492394"/>
                <a:gd name="GluePoint597Y" fmla="*/ 1105155 h 1560385"/>
                <a:gd name="GluePoint598X" fmla="*/ 1443657 w 5492394"/>
                <a:gd name="GluePoint598Y" fmla="*/ 1083207 h 1560385"/>
                <a:gd name="GluePoint599X" fmla="*/ 1421710 w 5492394"/>
                <a:gd name="GluePoint599Y" fmla="*/ 1105155 h 1560385"/>
                <a:gd name="GluePoint600X" fmla="*/ 1443657 w 5492394"/>
                <a:gd name="GluePoint600Y" fmla="*/ 1127102 h 1560385"/>
                <a:gd name="GluePoint601X" fmla="*/ 1206706 w 5492394"/>
                <a:gd name="GluePoint601Y" fmla="*/ 1127102 h 1560385"/>
                <a:gd name="GluePoint602X" fmla="*/ 1228654 w 5492394"/>
                <a:gd name="GluePoint602Y" fmla="*/ 1105155 h 1560385"/>
                <a:gd name="GluePoint603X" fmla="*/ 1206706 w 5492394"/>
                <a:gd name="GluePoint603Y" fmla="*/ 1083207 h 1560385"/>
                <a:gd name="GluePoint604X" fmla="*/ 1184759 w 5492394"/>
                <a:gd name="GluePoint604Y" fmla="*/ 1105155 h 1560385"/>
                <a:gd name="GluePoint605X" fmla="*/ 1206706 w 5492394"/>
                <a:gd name="GluePoint605Y" fmla="*/ 1127102 h 1560385"/>
                <a:gd name="GluePoint606X" fmla="*/ 969754 w 5492394"/>
                <a:gd name="GluePoint606Y" fmla="*/ 1127102 h 1560385"/>
                <a:gd name="GluePoint607X" fmla="*/ 991702 w 5492394"/>
                <a:gd name="GluePoint607Y" fmla="*/ 1105155 h 1560385"/>
                <a:gd name="GluePoint608X" fmla="*/ 969754 w 5492394"/>
                <a:gd name="GluePoint608Y" fmla="*/ 1083207 h 1560385"/>
                <a:gd name="GluePoint609X" fmla="*/ 947807 w 5492394"/>
                <a:gd name="GluePoint609Y" fmla="*/ 1105155 h 1560385"/>
                <a:gd name="GluePoint610X" fmla="*/ 969754 w 5492394"/>
                <a:gd name="GluePoint610Y" fmla="*/ 1127102 h 1560385"/>
                <a:gd name="GluePoint611X" fmla="*/ 4283996 w 5492394"/>
                <a:gd name="GluePoint611Y" fmla="*/ 1343043 h 1560385"/>
                <a:gd name="GluePoint612X" fmla="*/ 4303356 w 5492394"/>
                <a:gd name="GluePoint612Y" fmla="*/ 1332131 h 1560385"/>
                <a:gd name="GluePoint613X" fmla="*/ 4307637 w 5492394"/>
                <a:gd name="GluePoint613Y" fmla="*/ 1321797 h 1560385"/>
                <a:gd name="GluePoint614X" fmla="*/ 4285689 w 5492394"/>
                <a:gd name="GluePoint614Y" fmla="*/ 1299849 h 1560385"/>
                <a:gd name="GluePoint615X" fmla="*/ 4263741 w 5492394"/>
                <a:gd name="GluePoint615Y" fmla="*/ 1321797 h 1560385"/>
                <a:gd name="GluePoint616X" fmla="*/ 4270169 w 5492394"/>
                <a:gd name="GluePoint616Y" fmla="*/ 1337315 h 1560385"/>
                <a:gd name="GluePoint617X" fmla="*/ 4048737 w 5492394"/>
                <a:gd name="GluePoint617Y" fmla="*/ 1343744 h 1560385"/>
                <a:gd name="GluePoint618X" fmla="*/ 4070684 w 5492394"/>
                <a:gd name="GluePoint618Y" fmla="*/ 1321797 h 1560385"/>
                <a:gd name="GluePoint619X" fmla="*/ 4048737 w 5492394"/>
                <a:gd name="GluePoint619Y" fmla="*/ 1299849 h 1560385"/>
                <a:gd name="GluePoint620X" fmla="*/ 4026790 w 5492394"/>
                <a:gd name="GluePoint620Y" fmla="*/ 1321797 h 1560385"/>
                <a:gd name="GluePoint621X" fmla="*/ 4048737 w 5492394"/>
                <a:gd name="GluePoint621Y" fmla="*/ 1343744 h 1560385"/>
                <a:gd name="GluePoint622X" fmla="*/ 3811785 w 5492394"/>
                <a:gd name="GluePoint622Y" fmla="*/ 1343744 h 1560385"/>
                <a:gd name="GluePoint623X" fmla="*/ 3833733 w 5492394"/>
                <a:gd name="GluePoint623Y" fmla="*/ 1321797 h 1560385"/>
                <a:gd name="GluePoint624X" fmla="*/ 3811785 w 5492394"/>
                <a:gd name="GluePoint624Y" fmla="*/ 1299849 h 1560385"/>
                <a:gd name="GluePoint625X" fmla="*/ 3789838 w 5492394"/>
                <a:gd name="GluePoint625Y" fmla="*/ 1321797 h 1560385"/>
                <a:gd name="GluePoint626X" fmla="*/ 3811785 w 5492394"/>
                <a:gd name="GluePoint626Y" fmla="*/ 1343744 h 1560385"/>
                <a:gd name="GluePoint627X" fmla="*/ 3574834 w 5492394"/>
                <a:gd name="GluePoint627Y" fmla="*/ 1343744 h 1560385"/>
                <a:gd name="GluePoint628X" fmla="*/ 3596781 w 5492394"/>
                <a:gd name="GluePoint628Y" fmla="*/ 1321797 h 1560385"/>
                <a:gd name="GluePoint629X" fmla="*/ 3574834 w 5492394"/>
                <a:gd name="GluePoint629Y" fmla="*/ 1299849 h 1560385"/>
                <a:gd name="GluePoint630X" fmla="*/ 3552886 w 5492394"/>
                <a:gd name="GluePoint630Y" fmla="*/ 1321797 h 1560385"/>
                <a:gd name="GluePoint631X" fmla="*/ 3574834 w 5492394"/>
                <a:gd name="GluePoint631Y" fmla="*/ 1343744 h 1560385"/>
                <a:gd name="GluePoint632X" fmla="*/ 3337882 w 5492394"/>
                <a:gd name="GluePoint632Y" fmla="*/ 1343744 h 1560385"/>
                <a:gd name="GluePoint633X" fmla="*/ 3359829 w 5492394"/>
                <a:gd name="GluePoint633Y" fmla="*/ 1321797 h 1560385"/>
                <a:gd name="GluePoint634X" fmla="*/ 3337882 w 5492394"/>
                <a:gd name="GluePoint634Y" fmla="*/ 1299849 h 1560385"/>
                <a:gd name="GluePoint635X" fmla="*/ 3315935 w 5492394"/>
                <a:gd name="GluePoint635Y" fmla="*/ 1321797 h 1560385"/>
                <a:gd name="GluePoint636X" fmla="*/ 3337882 w 5492394"/>
                <a:gd name="GluePoint636Y" fmla="*/ 1343744 h 1560385"/>
                <a:gd name="GluePoint637X" fmla="*/ 3100930 w 5492394"/>
                <a:gd name="GluePoint637Y" fmla="*/ 1343744 h 1560385"/>
                <a:gd name="GluePoint638X" fmla="*/ 3122878 w 5492394"/>
                <a:gd name="GluePoint638Y" fmla="*/ 1321797 h 1560385"/>
                <a:gd name="GluePoint639X" fmla="*/ 3100930 w 5492394"/>
                <a:gd name="GluePoint639Y" fmla="*/ 1299849 h 1560385"/>
                <a:gd name="GluePoint640X" fmla="*/ 3078983 w 5492394"/>
                <a:gd name="GluePoint640Y" fmla="*/ 1321797 h 1560385"/>
                <a:gd name="GluePoint641X" fmla="*/ 3100930 w 5492394"/>
                <a:gd name="GluePoint641Y" fmla="*/ 1343744 h 1560385"/>
                <a:gd name="GluePoint642X" fmla="*/ 2863979 w 5492394"/>
                <a:gd name="GluePoint642Y" fmla="*/ 1343744 h 1560385"/>
                <a:gd name="GluePoint643X" fmla="*/ 2885926 w 5492394"/>
                <a:gd name="GluePoint643Y" fmla="*/ 1321797 h 1560385"/>
                <a:gd name="GluePoint644X" fmla="*/ 2863979 w 5492394"/>
                <a:gd name="GluePoint644Y" fmla="*/ 1299849 h 1560385"/>
                <a:gd name="GluePoint645X" fmla="*/ 2842031 w 5492394"/>
                <a:gd name="GluePoint645Y" fmla="*/ 1321797 h 1560385"/>
                <a:gd name="GluePoint646X" fmla="*/ 2863979 w 5492394"/>
                <a:gd name="GluePoint646Y" fmla="*/ 1343744 h 1560385"/>
                <a:gd name="GluePoint647X" fmla="*/ 2627027 w 5492394"/>
                <a:gd name="GluePoint647Y" fmla="*/ 1343744 h 1560385"/>
                <a:gd name="GluePoint648X" fmla="*/ 2648974 w 5492394"/>
                <a:gd name="GluePoint648Y" fmla="*/ 1321797 h 1560385"/>
                <a:gd name="GluePoint649X" fmla="*/ 2627027 w 5492394"/>
                <a:gd name="GluePoint649Y" fmla="*/ 1299849 h 1560385"/>
                <a:gd name="GluePoint650X" fmla="*/ 2605079 w 5492394"/>
                <a:gd name="GluePoint650Y" fmla="*/ 1321797 h 1560385"/>
                <a:gd name="GluePoint651X" fmla="*/ 2627027 w 5492394"/>
                <a:gd name="GluePoint651Y" fmla="*/ 1343744 h 1560385"/>
                <a:gd name="GluePoint652X" fmla="*/ 2390075 w 5492394"/>
                <a:gd name="GluePoint652Y" fmla="*/ 1343744 h 1560385"/>
                <a:gd name="GluePoint653X" fmla="*/ 2412023 w 5492394"/>
                <a:gd name="GluePoint653Y" fmla="*/ 1321797 h 1560385"/>
                <a:gd name="GluePoint654X" fmla="*/ 2390075 w 5492394"/>
                <a:gd name="GluePoint654Y" fmla="*/ 1299849 h 1560385"/>
                <a:gd name="GluePoint655X" fmla="*/ 2368127 w 5492394"/>
                <a:gd name="GluePoint655Y" fmla="*/ 1321797 h 1560385"/>
                <a:gd name="GluePoint656X" fmla="*/ 2390075 w 5492394"/>
                <a:gd name="GluePoint656Y" fmla="*/ 1343744 h 1560385"/>
                <a:gd name="GluePoint657X" fmla="*/ 2153124 w 5492394"/>
                <a:gd name="GluePoint657Y" fmla="*/ 1343744 h 1560385"/>
                <a:gd name="GluePoint658X" fmla="*/ 2175071 w 5492394"/>
                <a:gd name="GluePoint658Y" fmla="*/ 1321797 h 1560385"/>
                <a:gd name="GluePoint659X" fmla="*/ 2153124 w 5492394"/>
                <a:gd name="GluePoint659Y" fmla="*/ 1299849 h 1560385"/>
                <a:gd name="GluePoint660X" fmla="*/ 2131176 w 5492394"/>
                <a:gd name="GluePoint660Y" fmla="*/ 1321797 h 1560385"/>
                <a:gd name="GluePoint661X" fmla="*/ 2153124 w 5492394"/>
                <a:gd name="GluePoint661Y" fmla="*/ 1343744 h 1560385"/>
                <a:gd name="GluePoint662X" fmla="*/ 1917561 w 5492394"/>
                <a:gd name="GluePoint662Y" fmla="*/ 1343744 h 1560385"/>
                <a:gd name="GluePoint663X" fmla="*/ 1939509 w 5492394"/>
                <a:gd name="GluePoint663Y" fmla="*/ 1321797 h 1560385"/>
                <a:gd name="GluePoint664X" fmla="*/ 1917561 w 5492394"/>
                <a:gd name="GluePoint664Y" fmla="*/ 1299849 h 1560385"/>
                <a:gd name="GluePoint665X" fmla="*/ 1895613 w 5492394"/>
                <a:gd name="GluePoint665Y" fmla="*/ 1321797 h 1560385"/>
                <a:gd name="GluePoint666X" fmla="*/ 1917561 w 5492394"/>
                <a:gd name="GluePoint666Y" fmla="*/ 1343744 h 1560385"/>
                <a:gd name="GluePoint667X" fmla="*/ 1680609 w 5492394"/>
                <a:gd name="GluePoint667Y" fmla="*/ 1343744 h 1560385"/>
                <a:gd name="GluePoint668X" fmla="*/ 1702557 w 5492394"/>
                <a:gd name="GluePoint668Y" fmla="*/ 1321797 h 1560385"/>
                <a:gd name="GluePoint669X" fmla="*/ 1680609 w 5492394"/>
                <a:gd name="GluePoint669Y" fmla="*/ 1299849 h 1560385"/>
                <a:gd name="GluePoint670X" fmla="*/ 1658662 w 5492394"/>
                <a:gd name="GluePoint670Y" fmla="*/ 1321797 h 1560385"/>
                <a:gd name="GluePoint671X" fmla="*/ 1680609 w 5492394"/>
                <a:gd name="GluePoint671Y" fmla="*/ 1343744 h 1560385"/>
                <a:gd name="GluePoint672X" fmla="*/ 1443657 w 5492394"/>
                <a:gd name="GluePoint672Y" fmla="*/ 1343744 h 1560385"/>
                <a:gd name="GluePoint673X" fmla="*/ 1465606 w 5492394"/>
                <a:gd name="GluePoint673Y" fmla="*/ 1321797 h 1560385"/>
                <a:gd name="GluePoint674X" fmla="*/ 1443657 w 5492394"/>
                <a:gd name="GluePoint674Y" fmla="*/ 1299849 h 1560385"/>
                <a:gd name="GluePoint675X" fmla="*/ 1421710 w 5492394"/>
                <a:gd name="GluePoint675Y" fmla="*/ 1321797 h 1560385"/>
                <a:gd name="GluePoint676X" fmla="*/ 1443657 w 5492394"/>
                <a:gd name="GluePoint676Y" fmla="*/ 1343744 h 1560385"/>
                <a:gd name="GluePoint677X" fmla="*/ 1206706 w 5492394"/>
                <a:gd name="GluePoint677Y" fmla="*/ 1343744 h 1560385"/>
                <a:gd name="GluePoint678X" fmla="*/ 1228654 w 5492394"/>
                <a:gd name="GluePoint678Y" fmla="*/ 1321797 h 1560385"/>
                <a:gd name="GluePoint679X" fmla="*/ 1206706 w 5492394"/>
                <a:gd name="GluePoint679Y" fmla="*/ 1299849 h 1560385"/>
                <a:gd name="GluePoint680X" fmla="*/ 1184759 w 5492394"/>
                <a:gd name="GluePoint680Y" fmla="*/ 1321797 h 1560385"/>
                <a:gd name="GluePoint681X" fmla="*/ 1190636 w 5492394"/>
                <a:gd name="GluePoint681Y" fmla="*/ 1335986 h 1560385"/>
                <a:gd name="GluePoint682X" fmla="*/ 1198005 w 5492394"/>
                <a:gd name="GluePoint682Y" fmla="*/ 1340140 h 1560385"/>
                <a:gd name="GluePoint683X" fmla="*/ 3811738 w 5492394"/>
                <a:gd name="GluePoint683Y" fmla="*/ 1560365 h 1560385"/>
                <a:gd name="GluePoint684X" fmla="*/ 3812329 w 5492394"/>
                <a:gd name="GluePoint684Y" fmla="*/ 1560160 h 1560385"/>
                <a:gd name="GluePoint685X" fmla="*/ 3827304 w 5492394"/>
                <a:gd name="GluePoint685Y" fmla="*/ 1553957 h 1560385"/>
                <a:gd name="GluePoint686X" fmla="*/ 3833733 w 5492394"/>
                <a:gd name="GluePoint686Y" fmla="*/ 1538438 h 1560385"/>
                <a:gd name="GluePoint687X" fmla="*/ 3811785 w 5492394"/>
                <a:gd name="GluePoint687Y" fmla="*/ 1516490 h 1560385"/>
                <a:gd name="GluePoint688X" fmla="*/ 3789838 w 5492394"/>
                <a:gd name="GluePoint688Y" fmla="*/ 1538438 h 1560385"/>
                <a:gd name="GluePoint689X" fmla="*/ 3796266 w 5492394"/>
                <a:gd name="GluePoint689Y" fmla="*/ 1553957 h 1560385"/>
                <a:gd name="GluePoint690X" fmla="*/ 3574834 w 5492394"/>
                <a:gd name="GluePoint690Y" fmla="*/ 1560385 h 1560385"/>
                <a:gd name="GluePoint691X" fmla="*/ 3596781 w 5492394"/>
                <a:gd name="GluePoint691Y" fmla="*/ 1538438 h 1560385"/>
                <a:gd name="GluePoint692X" fmla="*/ 3574834 w 5492394"/>
                <a:gd name="GluePoint692Y" fmla="*/ 1516490 h 1560385"/>
                <a:gd name="GluePoint693X" fmla="*/ 3552886 w 5492394"/>
                <a:gd name="GluePoint693Y" fmla="*/ 1538438 h 1560385"/>
                <a:gd name="GluePoint694X" fmla="*/ 3574834 w 5492394"/>
                <a:gd name="GluePoint694Y" fmla="*/ 1560385 h 1560385"/>
                <a:gd name="GluePoint695X" fmla="*/ 3337882 w 5492394"/>
                <a:gd name="GluePoint695Y" fmla="*/ 1560385 h 1560385"/>
                <a:gd name="GluePoint696X" fmla="*/ 3359829 w 5492394"/>
                <a:gd name="GluePoint696Y" fmla="*/ 1538438 h 1560385"/>
                <a:gd name="GluePoint697X" fmla="*/ 3337882 w 5492394"/>
                <a:gd name="GluePoint697Y" fmla="*/ 1516490 h 1560385"/>
                <a:gd name="GluePoint698X" fmla="*/ 3315935 w 5492394"/>
                <a:gd name="GluePoint698Y" fmla="*/ 1538438 h 1560385"/>
                <a:gd name="GluePoint699X" fmla="*/ 3337882 w 5492394"/>
                <a:gd name="GluePoint699Y" fmla="*/ 1560385 h 1560385"/>
                <a:gd name="GluePoint700X" fmla="*/ 3100930 w 5492394"/>
                <a:gd name="GluePoint700Y" fmla="*/ 1560385 h 1560385"/>
                <a:gd name="GluePoint701X" fmla="*/ 3122878 w 5492394"/>
                <a:gd name="GluePoint701Y" fmla="*/ 1538438 h 1560385"/>
                <a:gd name="GluePoint702X" fmla="*/ 3100930 w 5492394"/>
                <a:gd name="GluePoint702Y" fmla="*/ 1516490 h 1560385"/>
                <a:gd name="GluePoint703X" fmla="*/ 3078983 w 5492394"/>
                <a:gd name="GluePoint703Y" fmla="*/ 1538438 h 1560385"/>
                <a:gd name="GluePoint704X" fmla="*/ 3100930 w 5492394"/>
                <a:gd name="GluePoint704Y" fmla="*/ 1560385 h 1560385"/>
                <a:gd name="GluePoint705X" fmla="*/ 2863979 w 5492394"/>
                <a:gd name="GluePoint705Y" fmla="*/ 1560385 h 1560385"/>
                <a:gd name="GluePoint706X" fmla="*/ 2885926 w 5492394"/>
                <a:gd name="GluePoint706Y" fmla="*/ 1538438 h 1560385"/>
                <a:gd name="GluePoint707X" fmla="*/ 2863979 w 5492394"/>
                <a:gd name="GluePoint707Y" fmla="*/ 1516490 h 1560385"/>
                <a:gd name="GluePoint708X" fmla="*/ 2842031 w 5492394"/>
                <a:gd name="GluePoint708Y" fmla="*/ 1538438 h 1560385"/>
                <a:gd name="GluePoint709X" fmla="*/ 2863979 w 5492394"/>
                <a:gd name="GluePoint709Y" fmla="*/ 1560385 h 1560385"/>
                <a:gd name="GluePoint710X" fmla="*/ 2627027 w 5492394"/>
                <a:gd name="GluePoint710Y" fmla="*/ 1560385 h 1560385"/>
                <a:gd name="GluePoint711X" fmla="*/ 2648974 w 5492394"/>
                <a:gd name="GluePoint711Y" fmla="*/ 1538438 h 1560385"/>
                <a:gd name="GluePoint712X" fmla="*/ 2627027 w 5492394"/>
                <a:gd name="GluePoint712Y" fmla="*/ 1516490 h 1560385"/>
                <a:gd name="GluePoint713X" fmla="*/ 2605079 w 5492394"/>
                <a:gd name="GluePoint713Y" fmla="*/ 1538438 h 1560385"/>
                <a:gd name="GluePoint714X" fmla="*/ 2627027 w 5492394"/>
                <a:gd name="GluePoint714Y" fmla="*/ 1560385 h 1560385"/>
                <a:gd name="GluePoint715X" fmla="*/ 2390075 w 5492394"/>
                <a:gd name="GluePoint715Y" fmla="*/ 1560385 h 1560385"/>
                <a:gd name="GluePoint716X" fmla="*/ 2412023 w 5492394"/>
                <a:gd name="GluePoint716Y" fmla="*/ 1538438 h 1560385"/>
                <a:gd name="GluePoint717X" fmla="*/ 2390075 w 5492394"/>
                <a:gd name="GluePoint717Y" fmla="*/ 1516490 h 1560385"/>
                <a:gd name="GluePoint718X" fmla="*/ 2368127 w 5492394"/>
                <a:gd name="GluePoint718Y" fmla="*/ 1538438 h 1560385"/>
                <a:gd name="GluePoint719X" fmla="*/ 2390075 w 5492394"/>
                <a:gd name="GluePoint719Y" fmla="*/ 1560385 h 1560385"/>
                <a:gd name="GluePoint720X" fmla="*/ 2153124 w 5492394"/>
                <a:gd name="GluePoint720Y" fmla="*/ 1560385 h 1560385"/>
                <a:gd name="GluePoint721X" fmla="*/ 2175071 w 5492394"/>
                <a:gd name="GluePoint721Y" fmla="*/ 1538438 h 1560385"/>
                <a:gd name="GluePoint722X" fmla="*/ 2153124 w 5492394"/>
                <a:gd name="GluePoint722Y" fmla="*/ 1516490 h 1560385"/>
                <a:gd name="GluePoint723X" fmla="*/ 2131176 w 5492394"/>
                <a:gd name="GluePoint723Y" fmla="*/ 1538438 h 1560385"/>
                <a:gd name="GluePoint724X" fmla="*/ 2153124 w 5492394"/>
                <a:gd name="GluePoint724Y" fmla="*/ 1560385 h 1560385"/>
                <a:gd name="GluePoint725X" fmla="*/ 1917561 w 5492394"/>
                <a:gd name="GluePoint725Y" fmla="*/ 1560385 h 1560385"/>
                <a:gd name="GluePoint726X" fmla="*/ 1939509 w 5492394"/>
                <a:gd name="GluePoint726Y" fmla="*/ 1538438 h 1560385"/>
                <a:gd name="GluePoint727X" fmla="*/ 1917561 w 5492394"/>
                <a:gd name="GluePoint727Y" fmla="*/ 1516490 h 1560385"/>
                <a:gd name="GluePoint728X" fmla="*/ 1895613 w 5492394"/>
                <a:gd name="GluePoint728Y" fmla="*/ 1538438 h 1560385"/>
                <a:gd name="GluePoint729X" fmla="*/ 1917561 w 5492394"/>
                <a:gd name="GluePoint729Y" fmla="*/ 1560385 h 1560385"/>
                <a:gd name="GluePoint730X" fmla="*/ 1680609 w 5492394"/>
                <a:gd name="GluePoint730Y" fmla="*/ 1560385 h 1560385"/>
                <a:gd name="GluePoint731X" fmla="*/ 1702557 w 5492394"/>
                <a:gd name="GluePoint731Y" fmla="*/ 1538438 h 1560385"/>
                <a:gd name="GluePoint732X" fmla="*/ 1680609 w 5492394"/>
                <a:gd name="GluePoint732Y" fmla="*/ 1516490 h 1560385"/>
                <a:gd name="GluePoint733X" fmla="*/ 1658662 w 5492394"/>
                <a:gd name="GluePoint733Y" fmla="*/ 1538438 h 1560385"/>
                <a:gd name="GluePoint734X" fmla="*/ 1680609 w 5492394"/>
                <a:gd name="GluePoint734Y" fmla="*/ 1560385 h 156038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  <a:cxn ang="0">
                  <a:pos x="GluePoint78X" y="GluePoint78Y"/>
                </a:cxn>
                <a:cxn ang="0">
                  <a:pos x="GluePoint79X" y="GluePoint79Y"/>
                </a:cxn>
                <a:cxn ang="0">
                  <a:pos x="GluePoint80X" y="GluePoint80Y"/>
                </a:cxn>
                <a:cxn ang="0">
                  <a:pos x="GluePoint81X" y="GluePoint81Y"/>
                </a:cxn>
                <a:cxn ang="0">
                  <a:pos x="GluePoint82X" y="GluePoint82Y"/>
                </a:cxn>
                <a:cxn ang="0">
                  <a:pos x="GluePoint83X" y="GluePoint83Y"/>
                </a:cxn>
                <a:cxn ang="0">
                  <a:pos x="GluePoint84X" y="GluePoint84Y"/>
                </a:cxn>
                <a:cxn ang="0">
                  <a:pos x="GluePoint85X" y="GluePoint85Y"/>
                </a:cxn>
                <a:cxn ang="0">
                  <a:pos x="GluePoint86X" y="GluePoint86Y"/>
                </a:cxn>
                <a:cxn ang="0">
                  <a:pos x="GluePoint87X" y="GluePoint87Y"/>
                </a:cxn>
                <a:cxn ang="0">
                  <a:pos x="GluePoint88X" y="GluePoint88Y"/>
                </a:cxn>
                <a:cxn ang="0">
                  <a:pos x="GluePoint89X" y="GluePoint89Y"/>
                </a:cxn>
                <a:cxn ang="0">
                  <a:pos x="GluePoint90X" y="GluePoint90Y"/>
                </a:cxn>
                <a:cxn ang="0">
                  <a:pos x="GluePoint91X" y="GluePoint91Y"/>
                </a:cxn>
                <a:cxn ang="0">
                  <a:pos x="GluePoint92X" y="GluePoint92Y"/>
                </a:cxn>
                <a:cxn ang="0">
                  <a:pos x="GluePoint93X" y="GluePoint93Y"/>
                </a:cxn>
                <a:cxn ang="0">
                  <a:pos x="GluePoint94X" y="GluePoint94Y"/>
                </a:cxn>
                <a:cxn ang="0">
                  <a:pos x="GluePoint95X" y="GluePoint95Y"/>
                </a:cxn>
                <a:cxn ang="0">
                  <a:pos x="GluePoint96X" y="GluePoint96Y"/>
                </a:cxn>
                <a:cxn ang="0">
                  <a:pos x="GluePoint97X" y="GluePoint97Y"/>
                </a:cxn>
                <a:cxn ang="0">
                  <a:pos x="GluePoint98X" y="GluePoint98Y"/>
                </a:cxn>
                <a:cxn ang="0">
                  <a:pos x="GluePoint99X" y="GluePoint99Y"/>
                </a:cxn>
                <a:cxn ang="0">
                  <a:pos x="GluePoint100X" y="GluePoint100Y"/>
                </a:cxn>
                <a:cxn ang="0">
                  <a:pos x="GluePoint101X" y="GluePoint101Y"/>
                </a:cxn>
                <a:cxn ang="0">
                  <a:pos x="GluePoint102X" y="GluePoint102Y"/>
                </a:cxn>
                <a:cxn ang="0">
                  <a:pos x="GluePoint103X" y="GluePoint103Y"/>
                </a:cxn>
                <a:cxn ang="0">
                  <a:pos x="GluePoint104X" y="GluePoint104Y"/>
                </a:cxn>
                <a:cxn ang="0">
                  <a:pos x="GluePoint105X" y="GluePoint105Y"/>
                </a:cxn>
                <a:cxn ang="0">
                  <a:pos x="GluePoint106X" y="GluePoint106Y"/>
                </a:cxn>
                <a:cxn ang="0">
                  <a:pos x="GluePoint107X" y="GluePoint107Y"/>
                </a:cxn>
                <a:cxn ang="0">
                  <a:pos x="GluePoint108X" y="GluePoint108Y"/>
                </a:cxn>
                <a:cxn ang="0">
                  <a:pos x="GluePoint109X" y="GluePoint109Y"/>
                </a:cxn>
                <a:cxn ang="0">
                  <a:pos x="GluePoint110X" y="GluePoint110Y"/>
                </a:cxn>
                <a:cxn ang="0">
                  <a:pos x="GluePoint111X" y="GluePoint111Y"/>
                </a:cxn>
                <a:cxn ang="0">
                  <a:pos x="GluePoint112X" y="GluePoint112Y"/>
                </a:cxn>
                <a:cxn ang="0">
                  <a:pos x="GluePoint113X" y="GluePoint113Y"/>
                </a:cxn>
                <a:cxn ang="0">
                  <a:pos x="GluePoint114X" y="GluePoint114Y"/>
                </a:cxn>
                <a:cxn ang="0">
                  <a:pos x="GluePoint115X" y="GluePoint115Y"/>
                </a:cxn>
                <a:cxn ang="0">
                  <a:pos x="GluePoint116X" y="GluePoint116Y"/>
                </a:cxn>
                <a:cxn ang="0">
                  <a:pos x="GluePoint117X" y="GluePoint117Y"/>
                </a:cxn>
                <a:cxn ang="0">
                  <a:pos x="GluePoint118X" y="GluePoint118Y"/>
                </a:cxn>
                <a:cxn ang="0">
                  <a:pos x="GluePoint119X" y="GluePoint119Y"/>
                </a:cxn>
                <a:cxn ang="0">
                  <a:pos x="GluePoint120X" y="GluePoint120Y"/>
                </a:cxn>
                <a:cxn ang="0">
                  <a:pos x="GluePoint121X" y="GluePoint121Y"/>
                </a:cxn>
                <a:cxn ang="0">
                  <a:pos x="GluePoint122X" y="GluePoint122Y"/>
                </a:cxn>
                <a:cxn ang="0">
                  <a:pos x="GluePoint123X" y="GluePoint123Y"/>
                </a:cxn>
                <a:cxn ang="0">
                  <a:pos x="GluePoint124X" y="GluePoint124Y"/>
                </a:cxn>
                <a:cxn ang="0">
                  <a:pos x="GluePoint125X" y="GluePoint125Y"/>
                </a:cxn>
                <a:cxn ang="0">
                  <a:pos x="GluePoint126X" y="GluePoint126Y"/>
                </a:cxn>
                <a:cxn ang="0">
                  <a:pos x="GluePoint127X" y="GluePoint127Y"/>
                </a:cxn>
                <a:cxn ang="0">
                  <a:pos x="GluePoint128X" y="GluePoint128Y"/>
                </a:cxn>
                <a:cxn ang="0">
                  <a:pos x="GluePoint129X" y="GluePoint129Y"/>
                </a:cxn>
                <a:cxn ang="0">
                  <a:pos x="GluePoint130X" y="GluePoint130Y"/>
                </a:cxn>
                <a:cxn ang="0">
                  <a:pos x="GluePoint131X" y="GluePoint131Y"/>
                </a:cxn>
                <a:cxn ang="0">
                  <a:pos x="GluePoint132X" y="GluePoint132Y"/>
                </a:cxn>
                <a:cxn ang="0">
                  <a:pos x="GluePoint133X" y="GluePoint133Y"/>
                </a:cxn>
                <a:cxn ang="0">
                  <a:pos x="GluePoint134X" y="GluePoint134Y"/>
                </a:cxn>
                <a:cxn ang="0">
                  <a:pos x="GluePoint135X" y="GluePoint135Y"/>
                </a:cxn>
                <a:cxn ang="0">
                  <a:pos x="GluePoint136X" y="GluePoint136Y"/>
                </a:cxn>
                <a:cxn ang="0">
                  <a:pos x="GluePoint137X" y="GluePoint137Y"/>
                </a:cxn>
                <a:cxn ang="0">
                  <a:pos x="GluePoint138X" y="GluePoint138Y"/>
                </a:cxn>
                <a:cxn ang="0">
                  <a:pos x="GluePoint139X" y="GluePoint139Y"/>
                </a:cxn>
                <a:cxn ang="0">
                  <a:pos x="GluePoint140X" y="GluePoint140Y"/>
                </a:cxn>
                <a:cxn ang="0">
                  <a:pos x="GluePoint141X" y="GluePoint141Y"/>
                </a:cxn>
                <a:cxn ang="0">
                  <a:pos x="GluePoint142X" y="GluePoint142Y"/>
                </a:cxn>
                <a:cxn ang="0">
                  <a:pos x="GluePoint143X" y="GluePoint143Y"/>
                </a:cxn>
                <a:cxn ang="0">
                  <a:pos x="GluePoint144X" y="GluePoint144Y"/>
                </a:cxn>
                <a:cxn ang="0">
                  <a:pos x="GluePoint145X" y="GluePoint145Y"/>
                </a:cxn>
                <a:cxn ang="0">
                  <a:pos x="GluePoint146X" y="GluePoint146Y"/>
                </a:cxn>
                <a:cxn ang="0">
                  <a:pos x="GluePoint147X" y="GluePoint147Y"/>
                </a:cxn>
                <a:cxn ang="0">
                  <a:pos x="GluePoint148X" y="GluePoint148Y"/>
                </a:cxn>
                <a:cxn ang="0">
                  <a:pos x="GluePoint149X" y="GluePoint149Y"/>
                </a:cxn>
                <a:cxn ang="0">
                  <a:pos x="GluePoint150X" y="GluePoint150Y"/>
                </a:cxn>
                <a:cxn ang="0">
                  <a:pos x="GluePoint151X" y="GluePoint151Y"/>
                </a:cxn>
                <a:cxn ang="0">
                  <a:pos x="GluePoint152X" y="GluePoint152Y"/>
                </a:cxn>
                <a:cxn ang="0">
                  <a:pos x="GluePoint153X" y="GluePoint153Y"/>
                </a:cxn>
                <a:cxn ang="0">
                  <a:pos x="GluePoint154X" y="GluePoint154Y"/>
                </a:cxn>
                <a:cxn ang="0">
                  <a:pos x="GluePoint155X" y="GluePoint155Y"/>
                </a:cxn>
                <a:cxn ang="0">
                  <a:pos x="GluePoint156X" y="GluePoint156Y"/>
                </a:cxn>
                <a:cxn ang="0">
                  <a:pos x="GluePoint157X" y="GluePoint157Y"/>
                </a:cxn>
                <a:cxn ang="0">
                  <a:pos x="GluePoint158X" y="GluePoint158Y"/>
                </a:cxn>
                <a:cxn ang="0">
                  <a:pos x="GluePoint159X" y="GluePoint159Y"/>
                </a:cxn>
                <a:cxn ang="0">
                  <a:pos x="GluePoint160X" y="GluePoint160Y"/>
                </a:cxn>
                <a:cxn ang="0">
                  <a:pos x="GluePoint161X" y="GluePoint161Y"/>
                </a:cxn>
                <a:cxn ang="0">
                  <a:pos x="GluePoint162X" y="GluePoint162Y"/>
                </a:cxn>
                <a:cxn ang="0">
                  <a:pos x="GluePoint163X" y="GluePoint163Y"/>
                </a:cxn>
                <a:cxn ang="0">
                  <a:pos x="GluePoint164X" y="GluePoint164Y"/>
                </a:cxn>
                <a:cxn ang="0">
                  <a:pos x="GluePoint165X" y="GluePoint165Y"/>
                </a:cxn>
                <a:cxn ang="0">
                  <a:pos x="GluePoint166X" y="GluePoint166Y"/>
                </a:cxn>
                <a:cxn ang="0">
                  <a:pos x="GluePoint167X" y="GluePoint167Y"/>
                </a:cxn>
                <a:cxn ang="0">
                  <a:pos x="GluePoint168X" y="GluePoint168Y"/>
                </a:cxn>
                <a:cxn ang="0">
                  <a:pos x="GluePoint169X" y="GluePoint169Y"/>
                </a:cxn>
                <a:cxn ang="0">
                  <a:pos x="GluePoint170X" y="GluePoint170Y"/>
                </a:cxn>
                <a:cxn ang="0">
                  <a:pos x="GluePoint171X" y="GluePoint171Y"/>
                </a:cxn>
                <a:cxn ang="0">
                  <a:pos x="GluePoint172X" y="GluePoint172Y"/>
                </a:cxn>
                <a:cxn ang="0">
                  <a:pos x="GluePoint173X" y="GluePoint173Y"/>
                </a:cxn>
                <a:cxn ang="0">
                  <a:pos x="GluePoint174X" y="GluePoint174Y"/>
                </a:cxn>
                <a:cxn ang="0">
                  <a:pos x="GluePoint175X" y="GluePoint175Y"/>
                </a:cxn>
                <a:cxn ang="0">
                  <a:pos x="GluePoint176X" y="GluePoint176Y"/>
                </a:cxn>
                <a:cxn ang="0">
                  <a:pos x="GluePoint177X" y="GluePoint177Y"/>
                </a:cxn>
                <a:cxn ang="0">
                  <a:pos x="GluePoint178X" y="GluePoint178Y"/>
                </a:cxn>
                <a:cxn ang="0">
                  <a:pos x="GluePoint179X" y="GluePoint179Y"/>
                </a:cxn>
                <a:cxn ang="0">
                  <a:pos x="GluePoint180X" y="GluePoint180Y"/>
                </a:cxn>
                <a:cxn ang="0">
                  <a:pos x="GluePoint181X" y="GluePoint181Y"/>
                </a:cxn>
                <a:cxn ang="0">
                  <a:pos x="GluePoint182X" y="GluePoint182Y"/>
                </a:cxn>
                <a:cxn ang="0">
                  <a:pos x="GluePoint183X" y="GluePoint183Y"/>
                </a:cxn>
                <a:cxn ang="0">
                  <a:pos x="GluePoint184X" y="GluePoint184Y"/>
                </a:cxn>
                <a:cxn ang="0">
                  <a:pos x="GluePoint185X" y="GluePoint185Y"/>
                </a:cxn>
                <a:cxn ang="0">
                  <a:pos x="GluePoint186X" y="GluePoint186Y"/>
                </a:cxn>
                <a:cxn ang="0">
                  <a:pos x="GluePoint187X" y="GluePoint187Y"/>
                </a:cxn>
                <a:cxn ang="0">
                  <a:pos x="GluePoint188X" y="GluePoint188Y"/>
                </a:cxn>
                <a:cxn ang="0">
                  <a:pos x="GluePoint189X" y="GluePoint189Y"/>
                </a:cxn>
                <a:cxn ang="0">
                  <a:pos x="GluePoint190X" y="GluePoint190Y"/>
                </a:cxn>
                <a:cxn ang="0">
                  <a:pos x="GluePoint191X" y="GluePoint191Y"/>
                </a:cxn>
                <a:cxn ang="0">
                  <a:pos x="GluePoint192X" y="GluePoint192Y"/>
                </a:cxn>
                <a:cxn ang="0">
                  <a:pos x="GluePoint193X" y="GluePoint193Y"/>
                </a:cxn>
                <a:cxn ang="0">
                  <a:pos x="GluePoint194X" y="GluePoint194Y"/>
                </a:cxn>
                <a:cxn ang="0">
                  <a:pos x="GluePoint195X" y="GluePoint195Y"/>
                </a:cxn>
                <a:cxn ang="0">
                  <a:pos x="GluePoint196X" y="GluePoint196Y"/>
                </a:cxn>
                <a:cxn ang="0">
                  <a:pos x="GluePoint197X" y="GluePoint197Y"/>
                </a:cxn>
                <a:cxn ang="0">
                  <a:pos x="GluePoint198X" y="GluePoint198Y"/>
                </a:cxn>
                <a:cxn ang="0">
                  <a:pos x="GluePoint199X" y="GluePoint199Y"/>
                </a:cxn>
                <a:cxn ang="0">
                  <a:pos x="GluePoint200X" y="GluePoint200Y"/>
                </a:cxn>
                <a:cxn ang="0">
                  <a:pos x="GluePoint201X" y="GluePoint201Y"/>
                </a:cxn>
                <a:cxn ang="0">
                  <a:pos x="GluePoint202X" y="GluePoint202Y"/>
                </a:cxn>
                <a:cxn ang="0">
                  <a:pos x="GluePoint203X" y="GluePoint203Y"/>
                </a:cxn>
                <a:cxn ang="0">
                  <a:pos x="GluePoint204X" y="GluePoint204Y"/>
                </a:cxn>
                <a:cxn ang="0">
                  <a:pos x="GluePoint205X" y="GluePoint205Y"/>
                </a:cxn>
                <a:cxn ang="0">
                  <a:pos x="GluePoint206X" y="GluePoint206Y"/>
                </a:cxn>
                <a:cxn ang="0">
                  <a:pos x="GluePoint207X" y="GluePoint207Y"/>
                </a:cxn>
                <a:cxn ang="0">
                  <a:pos x="GluePoint208X" y="GluePoint208Y"/>
                </a:cxn>
                <a:cxn ang="0">
                  <a:pos x="GluePoint209X" y="GluePoint209Y"/>
                </a:cxn>
                <a:cxn ang="0">
                  <a:pos x="GluePoint210X" y="GluePoint210Y"/>
                </a:cxn>
                <a:cxn ang="0">
                  <a:pos x="GluePoint211X" y="GluePoint211Y"/>
                </a:cxn>
                <a:cxn ang="0">
                  <a:pos x="GluePoint212X" y="GluePoint212Y"/>
                </a:cxn>
                <a:cxn ang="0">
                  <a:pos x="GluePoint213X" y="GluePoint213Y"/>
                </a:cxn>
                <a:cxn ang="0">
                  <a:pos x="GluePoint214X" y="GluePoint214Y"/>
                </a:cxn>
                <a:cxn ang="0">
                  <a:pos x="GluePoint215X" y="GluePoint215Y"/>
                </a:cxn>
                <a:cxn ang="0">
                  <a:pos x="GluePoint216X" y="GluePoint216Y"/>
                </a:cxn>
                <a:cxn ang="0">
                  <a:pos x="GluePoint217X" y="GluePoint217Y"/>
                </a:cxn>
                <a:cxn ang="0">
                  <a:pos x="GluePoint218X" y="GluePoint218Y"/>
                </a:cxn>
                <a:cxn ang="0">
                  <a:pos x="GluePoint219X" y="GluePoint219Y"/>
                </a:cxn>
                <a:cxn ang="0">
                  <a:pos x="GluePoint220X" y="GluePoint220Y"/>
                </a:cxn>
                <a:cxn ang="0">
                  <a:pos x="GluePoint221X" y="GluePoint221Y"/>
                </a:cxn>
                <a:cxn ang="0">
                  <a:pos x="GluePoint222X" y="GluePoint222Y"/>
                </a:cxn>
                <a:cxn ang="0">
                  <a:pos x="GluePoint223X" y="GluePoint223Y"/>
                </a:cxn>
                <a:cxn ang="0">
                  <a:pos x="GluePoint224X" y="GluePoint224Y"/>
                </a:cxn>
                <a:cxn ang="0">
                  <a:pos x="GluePoint225X" y="GluePoint225Y"/>
                </a:cxn>
                <a:cxn ang="0">
                  <a:pos x="GluePoint226X" y="GluePoint226Y"/>
                </a:cxn>
                <a:cxn ang="0">
                  <a:pos x="GluePoint227X" y="GluePoint227Y"/>
                </a:cxn>
                <a:cxn ang="0">
                  <a:pos x="GluePoint228X" y="GluePoint228Y"/>
                </a:cxn>
                <a:cxn ang="0">
                  <a:pos x="GluePoint229X" y="GluePoint229Y"/>
                </a:cxn>
                <a:cxn ang="0">
                  <a:pos x="GluePoint230X" y="GluePoint230Y"/>
                </a:cxn>
                <a:cxn ang="0">
                  <a:pos x="GluePoint231X" y="GluePoint231Y"/>
                </a:cxn>
                <a:cxn ang="0">
                  <a:pos x="GluePoint232X" y="GluePoint232Y"/>
                </a:cxn>
                <a:cxn ang="0">
                  <a:pos x="GluePoint233X" y="GluePoint233Y"/>
                </a:cxn>
                <a:cxn ang="0">
                  <a:pos x="GluePoint234X" y="GluePoint234Y"/>
                </a:cxn>
                <a:cxn ang="0">
                  <a:pos x="GluePoint235X" y="GluePoint235Y"/>
                </a:cxn>
                <a:cxn ang="0">
                  <a:pos x="GluePoint236X" y="GluePoint236Y"/>
                </a:cxn>
                <a:cxn ang="0">
                  <a:pos x="GluePoint237X" y="GluePoint237Y"/>
                </a:cxn>
                <a:cxn ang="0">
                  <a:pos x="GluePoint238X" y="GluePoint238Y"/>
                </a:cxn>
                <a:cxn ang="0">
                  <a:pos x="GluePoint239X" y="GluePoint239Y"/>
                </a:cxn>
                <a:cxn ang="0">
                  <a:pos x="GluePoint240X" y="GluePoint240Y"/>
                </a:cxn>
                <a:cxn ang="0">
                  <a:pos x="GluePoint241X" y="GluePoint241Y"/>
                </a:cxn>
                <a:cxn ang="0">
                  <a:pos x="GluePoint242X" y="GluePoint242Y"/>
                </a:cxn>
                <a:cxn ang="0">
                  <a:pos x="GluePoint243X" y="GluePoint243Y"/>
                </a:cxn>
                <a:cxn ang="0">
                  <a:pos x="GluePoint244X" y="GluePoint244Y"/>
                </a:cxn>
                <a:cxn ang="0">
                  <a:pos x="GluePoint245X" y="GluePoint245Y"/>
                </a:cxn>
                <a:cxn ang="0">
                  <a:pos x="GluePoint246X" y="GluePoint246Y"/>
                </a:cxn>
                <a:cxn ang="0">
                  <a:pos x="GluePoint247X" y="GluePoint247Y"/>
                </a:cxn>
                <a:cxn ang="0">
                  <a:pos x="GluePoint248X" y="GluePoint248Y"/>
                </a:cxn>
                <a:cxn ang="0">
                  <a:pos x="GluePoint249X" y="GluePoint249Y"/>
                </a:cxn>
                <a:cxn ang="0">
                  <a:pos x="GluePoint250X" y="GluePoint250Y"/>
                </a:cxn>
                <a:cxn ang="0">
                  <a:pos x="GluePoint251X" y="GluePoint251Y"/>
                </a:cxn>
                <a:cxn ang="0">
                  <a:pos x="GluePoint252X" y="GluePoint252Y"/>
                </a:cxn>
                <a:cxn ang="0">
                  <a:pos x="GluePoint253X" y="GluePoint253Y"/>
                </a:cxn>
                <a:cxn ang="0">
                  <a:pos x="GluePoint254X" y="GluePoint254Y"/>
                </a:cxn>
                <a:cxn ang="0">
                  <a:pos x="GluePoint255X" y="GluePoint255Y"/>
                </a:cxn>
                <a:cxn ang="0">
                  <a:pos x="GluePoint256X" y="GluePoint256Y"/>
                </a:cxn>
                <a:cxn ang="0">
                  <a:pos x="GluePoint257X" y="GluePoint257Y"/>
                </a:cxn>
                <a:cxn ang="0">
                  <a:pos x="GluePoint258X" y="GluePoint258Y"/>
                </a:cxn>
                <a:cxn ang="0">
                  <a:pos x="GluePoint259X" y="GluePoint259Y"/>
                </a:cxn>
                <a:cxn ang="0">
                  <a:pos x="GluePoint260X" y="GluePoint260Y"/>
                </a:cxn>
                <a:cxn ang="0">
                  <a:pos x="GluePoint261X" y="GluePoint261Y"/>
                </a:cxn>
                <a:cxn ang="0">
                  <a:pos x="GluePoint262X" y="GluePoint262Y"/>
                </a:cxn>
                <a:cxn ang="0">
                  <a:pos x="GluePoint263X" y="GluePoint263Y"/>
                </a:cxn>
                <a:cxn ang="0">
                  <a:pos x="GluePoint264X" y="GluePoint264Y"/>
                </a:cxn>
                <a:cxn ang="0">
                  <a:pos x="GluePoint265X" y="GluePoint265Y"/>
                </a:cxn>
                <a:cxn ang="0">
                  <a:pos x="GluePoint266X" y="GluePoint266Y"/>
                </a:cxn>
                <a:cxn ang="0">
                  <a:pos x="GluePoint267X" y="GluePoint267Y"/>
                </a:cxn>
                <a:cxn ang="0">
                  <a:pos x="GluePoint268X" y="GluePoint268Y"/>
                </a:cxn>
                <a:cxn ang="0">
                  <a:pos x="GluePoint269X" y="GluePoint269Y"/>
                </a:cxn>
                <a:cxn ang="0">
                  <a:pos x="GluePoint270X" y="GluePoint270Y"/>
                </a:cxn>
                <a:cxn ang="0">
                  <a:pos x="GluePoint271X" y="GluePoint271Y"/>
                </a:cxn>
                <a:cxn ang="0">
                  <a:pos x="GluePoint272X" y="GluePoint272Y"/>
                </a:cxn>
                <a:cxn ang="0">
                  <a:pos x="GluePoint273X" y="GluePoint273Y"/>
                </a:cxn>
                <a:cxn ang="0">
                  <a:pos x="GluePoint274X" y="GluePoint274Y"/>
                </a:cxn>
                <a:cxn ang="0">
                  <a:pos x="GluePoint275X" y="GluePoint275Y"/>
                </a:cxn>
                <a:cxn ang="0">
                  <a:pos x="GluePoint276X" y="GluePoint276Y"/>
                </a:cxn>
                <a:cxn ang="0">
                  <a:pos x="GluePoint277X" y="GluePoint277Y"/>
                </a:cxn>
                <a:cxn ang="0">
                  <a:pos x="GluePoint278X" y="GluePoint278Y"/>
                </a:cxn>
                <a:cxn ang="0">
                  <a:pos x="GluePoint279X" y="GluePoint279Y"/>
                </a:cxn>
                <a:cxn ang="0">
                  <a:pos x="GluePoint280X" y="GluePoint280Y"/>
                </a:cxn>
                <a:cxn ang="0">
                  <a:pos x="GluePoint281X" y="GluePoint281Y"/>
                </a:cxn>
                <a:cxn ang="0">
                  <a:pos x="GluePoint282X" y="GluePoint282Y"/>
                </a:cxn>
                <a:cxn ang="0">
                  <a:pos x="GluePoint283X" y="GluePoint283Y"/>
                </a:cxn>
                <a:cxn ang="0">
                  <a:pos x="GluePoint284X" y="GluePoint284Y"/>
                </a:cxn>
                <a:cxn ang="0">
                  <a:pos x="GluePoint285X" y="GluePoint285Y"/>
                </a:cxn>
                <a:cxn ang="0">
                  <a:pos x="GluePoint286X" y="GluePoint286Y"/>
                </a:cxn>
                <a:cxn ang="0">
                  <a:pos x="GluePoint287X" y="GluePoint287Y"/>
                </a:cxn>
                <a:cxn ang="0">
                  <a:pos x="GluePoint288X" y="GluePoint288Y"/>
                </a:cxn>
                <a:cxn ang="0">
                  <a:pos x="GluePoint289X" y="GluePoint289Y"/>
                </a:cxn>
                <a:cxn ang="0">
                  <a:pos x="GluePoint290X" y="GluePoint290Y"/>
                </a:cxn>
                <a:cxn ang="0">
                  <a:pos x="GluePoint291X" y="GluePoint291Y"/>
                </a:cxn>
                <a:cxn ang="0">
                  <a:pos x="GluePoint292X" y="GluePoint292Y"/>
                </a:cxn>
                <a:cxn ang="0">
                  <a:pos x="GluePoint293X" y="GluePoint293Y"/>
                </a:cxn>
                <a:cxn ang="0">
                  <a:pos x="GluePoint294X" y="GluePoint294Y"/>
                </a:cxn>
                <a:cxn ang="0">
                  <a:pos x="GluePoint295X" y="GluePoint295Y"/>
                </a:cxn>
                <a:cxn ang="0">
                  <a:pos x="GluePoint296X" y="GluePoint296Y"/>
                </a:cxn>
                <a:cxn ang="0">
                  <a:pos x="GluePoint297X" y="GluePoint297Y"/>
                </a:cxn>
                <a:cxn ang="0">
                  <a:pos x="GluePoint298X" y="GluePoint298Y"/>
                </a:cxn>
                <a:cxn ang="0">
                  <a:pos x="GluePoint299X" y="GluePoint299Y"/>
                </a:cxn>
                <a:cxn ang="0">
                  <a:pos x="GluePoint300X" y="GluePoint300Y"/>
                </a:cxn>
                <a:cxn ang="0">
                  <a:pos x="GluePoint301X" y="GluePoint301Y"/>
                </a:cxn>
                <a:cxn ang="0">
                  <a:pos x="GluePoint302X" y="GluePoint302Y"/>
                </a:cxn>
                <a:cxn ang="0">
                  <a:pos x="GluePoint303X" y="GluePoint303Y"/>
                </a:cxn>
                <a:cxn ang="0">
                  <a:pos x="GluePoint304X" y="GluePoint304Y"/>
                </a:cxn>
                <a:cxn ang="0">
                  <a:pos x="GluePoint305X" y="GluePoint305Y"/>
                </a:cxn>
                <a:cxn ang="0">
                  <a:pos x="GluePoint306X" y="GluePoint306Y"/>
                </a:cxn>
                <a:cxn ang="0">
                  <a:pos x="GluePoint307X" y="GluePoint307Y"/>
                </a:cxn>
                <a:cxn ang="0">
                  <a:pos x="GluePoint308X" y="GluePoint308Y"/>
                </a:cxn>
                <a:cxn ang="0">
                  <a:pos x="GluePoint309X" y="GluePoint309Y"/>
                </a:cxn>
                <a:cxn ang="0">
                  <a:pos x="GluePoint310X" y="GluePoint310Y"/>
                </a:cxn>
                <a:cxn ang="0">
                  <a:pos x="GluePoint311X" y="GluePoint311Y"/>
                </a:cxn>
                <a:cxn ang="0">
                  <a:pos x="GluePoint312X" y="GluePoint312Y"/>
                </a:cxn>
                <a:cxn ang="0">
                  <a:pos x="GluePoint313X" y="GluePoint313Y"/>
                </a:cxn>
                <a:cxn ang="0">
                  <a:pos x="GluePoint314X" y="GluePoint314Y"/>
                </a:cxn>
                <a:cxn ang="0">
                  <a:pos x="GluePoint315X" y="GluePoint315Y"/>
                </a:cxn>
                <a:cxn ang="0">
                  <a:pos x="GluePoint316X" y="GluePoint316Y"/>
                </a:cxn>
                <a:cxn ang="0">
                  <a:pos x="GluePoint317X" y="GluePoint317Y"/>
                </a:cxn>
                <a:cxn ang="0">
                  <a:pos x="GluePoint318X" y="GluePoint318Y"/>
                </a:cxn>
                <a:cxn ang="0">
                  <a:pos x="GluePoint319X" y="GluePoint319Y"/>
                </a:cxn>
                <a:cxn ang="0">
                  <a:pos x="GluePoint320X" y="GluePoint320Y"/>
                </a:cxn>
                <a:cxn ang="0">
                  <a:pos x="GluePoint321X" y="GluePoint321Y"/>
                </a:cxn>
                <a:cxn ang="0">
                  <a:pos x="GluePoint322X" y="GluePoint322Y"/>
                </a:cxn>
                <a:cxn ang="0">
                  <a:pos x="GluePoint323X" y="GluePoint323Y"/>
                </a:cxn>
                <a:cxn ang="0">
                  <a:pos x="GluePoint324X" y="GluePoint324Y"/>
                </a:cxn>
                <a:cxn ang="0">
                  <a:pos x="GluePoint325X" y="GluePoint325Y"/>
                </a:cxn>
                <a:cxn ang="0">
                  <a:pos x="GluePoint326X" y="GluePoint326Y"/>
                </a:cxn>
                <a:cxn ang="0">
                  <a:pos x="GluePoint327X" y="GluePoint327Y"/>
                </a:cxn>
                <a:cxn ang="0">
                  <a:pos x="GluePoint328X" y="GluePoint328Y"/>
                </a:cxn>
                <a:cxn ang="0">
                  <a:pos x="GluePoint329X" y="GluePoint329Y"/>
                </a:cxn>
                <a:cxn ang="0">
                  <a:pos x="GluePoint330X" y="GluePoint330Y"/>
                </a:cxn>
                <a:cxn ang="0">
                  <a:pos x="GluePoint331X" y="GluePoint331Y"/>
                </a:cxn>
                <a:cxn ang="0">
                  <a:pos x="GluePoint332X" y="GluePoint332Y"/>
                </a:cxn>
                <a:cxn ang="0">
                  <a:pos x="GluePoint333X" y="GluePoint333Y"/>
                </a:cxn>
                <a:cxn ang="0">
                  <a:pos x="GluePoint334X" y="GluePoint334Y"/>
                </a:cxn>
                <a:cxn ang="0">
                  <a:pos x="GluePoint335X" y="GluePoint335Y"/>
                </a:cxn>
                <a:cxn ang="0">
                  <a:pos x="GluePoint336X" y="GluePoint336Y"/>
                </a:cxn>
                <a:cxn ang="0">
                  <a:pos x="GluePoint337X" y="GluePoint337Y"/>
                </a:cxn>
                <a:cxn ang="0">
                  <a:pos x="GluePoint338X" y="GluePoint338Y"/>
                </a:cxn>
                <a:cxn ang="0">
                  <a:pos x="GluePoint339X" y="GluePoint339Y"/>
                </a:cxn>
                <a:cxn ang="0">
                  <a:pos x="GluePoint340X" y="GluePoint340Y"/>
                </a:cxn>
                <a:cxn ang="0">
                  <a:pos x="GluePoint341X" y="GluePoint341Y"/>
                </a:cxn>
                <a:cxn ang="0">
                  <a:pos x="GluePoint342X" y="GluePoint342Y"/>
                </a:cxn>
                <a:cxn ang="0">
                  <a:pos x="GluePoint343X" y="GluePoint343Y"/>
                </a:cxn>
                <a:cxn ang="0">
                  <a:pos x="GluePoint344X" y="GluePoint344Y"/>
                </a:cxn>
                <a:cxn ang="0">
                  <a:pos x="GluePoint345X" y="GluePoint345Y"/>
                </a:cxn>
                <a:cxn ang="0">
                  <a:pos x="GluePoint346X" y="GluePoint346Y"/>
                </a:cxn>
                <a:cxn ang="0">
                  <a:pos x="GluePoint347X" y="GluePoint347Y"/>
                </a:cxn>
                <a:cxn ang="0">
                  <a:pos x="GluePoint348X" y="GluePoint348Y"/>
                </a:cxn>
                <a:cxn ang="0">
                  <a:pos x="GluePoint349X" y="GluePoint349Y"/>
                </a:cxn>
                <a:cxn ang="0">
                  <a:pos x="GluePoint350X" y="GluePoint350Y"/>
                </a:cxn>
                <a:cxn ang="0">
                  <a:pos x="GluePoint351X" y="GluePoint351Y"/>
                </a:cxn>
                <a:cxn ang="0">
                  <a:pos x="GluePoint352X" y="GluePoint352Y"/>
                </a:cxn>
                <a:cxn ang="0">
                  <a:pos x="GluePoint353X" y="GluePoint353Y"/>
                </a:cxn>
                <a:cxn ang="0">
                  <a:pos x="GluePoint354X" y="GluePoint354Y"/>
                </a:cxn>
                <a:cxn ang="0">
                  <a:pos x="GluePoint355X" y="GluePoint355Y"/>
                </a:cxn>
                <a:cxn ang="0">
                  <a:pos x="GluePoint356X" y="GluePoint356Y"/>
                </a:cxn>
                <a:cxn ang="0">
                  <a:pos x="GluePoint357X" y="GluePoint357Y"/>
                </a:cxn>
                <a:cxn ang="0">
                  <a:pos x="GluePoint358X" y="GluePoint358Y"/>
                </a:cxn>
                <a:cxn ang="0">
                  <a:pos x="GluePoint359X" y="GluePoint359Y"/>
                </a:cxn>
                <a:cxn ang="0">
                  <a:pos x="GluePoint360X" y="GluePoint360Y"/>
                </a:cxn>
                <a:cxn ang="0">
                  <a:pos x="GluePoint361X" y="GluePoint361Y"/>
                </a:cxn>
                <a:cxn ang="0">
                  <a:pos x="GluePoint362X" y="GluePoint362Y"/>
                </a:cxn>
                <a:cxn ang="0">
                  <a:pos x="GluePoint363X" y="GluePoint363Y"/>
                </a:cxn>
                <a:cxn ang="0">
                  <a:pos x="GluePoint364X" y="GluePoint364Y"/>
                </a:cxn>
                <a:cxn ang="0">
                  <a:pos x="GluePoint365X" y="GluePoint365Y"/>
                </a:cxn>
                <a:cxn ang="0">
                  <a:pos x="GluePoint366X" y="GluePoint366Y"/>
                </a:cxn>
                <a:cxn ang="0">
                  <a:pos x="GluePoint367X" y="GluePoint367Y"/>
                </a:cxn>
                <a:cxn ang="0">
                  <a:pos x="GluePoint368X" y="GluePoint368Y"/>
                </a:cxn>
                <a:cxn ang="0">
                  <a:pos x="GluePoint369X" y="GluePoint369Y"/>
                </a:cxn>
                <a:cxn ang="0">
                  <a:pos x="GluePoint370X" y="GluePoint370Y"/>
                </a:cxn>
                <a:cxn ang="0">
                  <a:pos x="GluePoint371X" y="GluePoint371Y"/>
                </a:cxn>
                <a:cxn ang="0">
                  <a:pos x="GluePoint372X" y="GluePoint372Y"/>
                </a:cxn>
                <a:cxn ang="0">
                  <a:pos x="GluePoint373X" y="GluePoint373Y"/>
                </a:cxn>
                <a:cxn ang="0">
                  <a:pos x="GluePoint374X" y="GluePoint374Y"/>
                </a:cxn>
                <a:cxn ang="0">
                  <a:pos x="GluePoint375X" y="GluePoint375Y"/>
                </a:cxn>
                <a:cxn ang="0">
                  <a:pos x="GluePoint376X" y="GluePoint376Y"/>
                </a:cxn>
                <a:cxn ang="0">
                  <a:pos x="GluePoint377X" y="GluePoint377Y"/>
                </a:cxn>
                <a:cxn ang="0">
                  <a:pos x="GluePoint378X" y="GluePoint378Y"/>
                </a:cxn>
                <a:cxn ang="0">
                  <a:pos x="GluePoint379X" y="GluePoint379Y"/>
                </a:cxn>
                <a:cxn ang="0">
                  <a:pos x="GluePoint380X" y="GluePoint380Y"/>
                </a:cxn>
                <a:cxn ang="0">
                  <a:pos x="GluePoint381X" y="GluePoint381Y"/>
                </a:cxn>
                <a:cxn ang="0">
                  <a:pos x="GluePoint382X" y="GluePoint382Y"/>
                </a:cxn>
                <a:cxn ang="0">
                  <a:pos x="GluePoint383X" y="GluePoint383Y"/>
                </a:cxn>
                <a:cxn ang="0">
                  <a:pos x="GluePoint384X" y="GluePoint384Y"/>
                </a:cxn>
                <a:cxn ang="0">
                  <a:pos x="GluePoint385X" y="GluePoint385Y"/>
                </a:cxn>
                <a:cxn ang="0">
                  <a:pos x="GluePoint386X" y="GluePoint386Y"/>
                </a:cxn>
                <a:cxn ang="0">
                  <a:pos x="GluePoint387X" y="GluePoint387Y"/>
                </a:cxn>
                <a:cxn ang="0">
                  <a:pos x="GluePoint388X" y="GluePoint388Y"/>
                </a:cxn>
                <a:cxn ang="0">
                  <a:pos x="GluePoint389X" y="GluePoint389Y"/>
                </a:cxn>
                <a:cxn ang="0">
                  <a:pos x="GluePoint390X" y="GluePoint390Y"/>
                </a:cxn>
                <a:cxn ang="0">
                  <a:pos x="GluePoint391X" y="GluePoint391Y"/>
                </a:cxn>
                <a:cxn ang="0">
                  <a:pos x="GluePoint392X" y="GluePoint392Y"/>
                </a:cxn>
                <a:cxn ang="0">
                  <a:pos x="GluePoint393X" y="GluePoint393Y"/>
                </a:cxn>
                <a:cxn ang="0">
                  <a:pos x="GluePoint394X" y="GluePoint394Y"/>
                </a:cxn>
                <a:cxn ang="0">
                  <a:pos x="GluePoint395X" y="GluePoint395Y"/>
                </a:cxn>
                <a:cxn ang="0">
                  <a:pos x="GluePoint396X" y="GluePoint396Y"/>
                </a:cxn>
                <a:cxn ang="0">
                  <a:pos x="GluePoint397X" y="GluePoint397Y"/>
                </a:cxn>
                <a:cxn ang="0">
                  <a:pos x="GluePoint398X" y="GluePoint398Y"/>
                </a:cxn>
                <a:cxn ang="0">
                  <a:pos x="GluePoint399X" y="GluePoint399Y"/>
                </a:cxn>
                <a:cxn ang="0">
                  <a:pos x="GluePoint400X" y="GluePoint400Y"/>
                </a:cxn>
                <a:cxn ang="0">
                  <a:pos x="GluePoint401X" y="GluePoint401Y"/>
                </a:cxn>
                <a:cxn ang="0">
                  <a:pos x="GluePoint402X" y="GluePoint402Y"/>
                </a:cxn>
                <a:cxn ang="0">
                  <a:pos x="GluePoint403X" y="GluePoint403Y"/>
                </a:cxn>
                <a:cxn ang="0">
                  <a:pos x="GluePoint404X" y="GluePoint404Y"/>
                </a:cxn>
                <a:cxn ang="0">
                  <a:pos x="GluePoint405X" y="GluePoint405Y"/>
                </a:cxn>
                <a:cxn ang="0">
                  <a:pos x="GluePoint406X" y="GluePoint406Y"/>
                </a:cxn>
                <a:cxn ang="0">
                  <a:pos x="GluePoint407X" y="GluePoint407Y"/>
                </a:cxn>
                <a:cxn ang="0">
                  <a:pos x="GluePoint408X" y="GluePoint408Y"/>
                </a:cxn>
                <a:cxn ang="0">
                  <a:pos x="GluePoint409X" y="GluePoint409Y"/>
                </a:cxn>
                <a:cxn ang="0">
                  <a:pos x="GluePoint410X" y="GluePoint410Y"/>
                </a:cxn>
                <a:cxn ang="0">
                  <a:pos x="GluePoint411X" y="GluePoint411Y"/>
                </a:cxn>
                <a:cxn ang="0">
                  <a:pos x="GluePoint412X" y="GluePoint412Y"/>
                </a:cxn>
                <a:cxn ang="0">
                  <a:pos x="GluePoint413X" y="GluePoint413Y"/>
                </a:cxn>
                <a:cxn ang="0">
                  <a:pos x="GluePoint414X" y="GluePoint414Y"/>
                </a:cxn>
                <a:cxn ang="0">
                  <a:pos x="GluePoint415X" y="GluePoint415Y"/>
                </a:cxn>
                <a:cxn ang="0">
                  <a:pos x="GluePoint416X" y="GluePoint416Y"/>
                </a:cxn>
                <a:cxn ang="0">
                  <a:pos x="GluePoint417X" y="GluePoint417Y"/>
                </a:cxn>
                <a:cxn ang="0">
                  <a:pos x="GluePoint418X" y="GluePoint418Y"/>
                </a:cxn>
                <a:cxn ang="0">
                  <a:pos x="GluePoint419X" y="GluePoint419Y"/>
                </a:cxn>
                <a:cxn ang="0">
                  <a:pos x="GluePoint420X" y="GluePoint420Y"/>
                </a:cxn>
                <a:cxn ang="0">
                  <a:pos x="GluePoint421X" y="GluePoint421Y"/>
                </a:cxn>
                <a:cxn ang="0">
                  <a:pos x="GluePoint422X" y="GluePoint422Y"/>
                </a:cxn>
                <a:cxn ang="0">
                  <a:pos x="GluePoint423X" y="GluePoint423Y"/>
                </a:cxn>
                <a:cxn ang="0">
                  <a:pos x="GluePoint424X" y="GluePoint424Y"/>
                </a:cxn>
                <a:cxn ang="0">
                  <a:pos x="GluePoint425X" y="GluePoint425Y"/>
                </a:cxn>
                <a:cxn ang="0">
                  <a:pos x="GluePoint426X" y="GluePoint426Y"/>
                </a:cxn>
                <a:cxn ang="0">
                  <a:pos x="GluePoint427X" y="GluePoint427Y"/>
                </a:cxn>
                <a:cxn ang="0">
                  <a:pos x="GluePoint428X" y="GluePoint428Y"/>
                </a:cxn>
                <a:cxn ang="0">
                  <a:pos x="GluePoint429X" y="GluePoint429Y"/>
                </a:cxn>
                <a:cxn ang="0">
                  <a:pos x="GluePoint430X" y="GluePoint430Y"/>
                </a:cxn>
                <a:cxn ang="0">
                  <a:pos x="GluePoint431X" y="GluePoint431Y"/>
                </a:cxn>
                <a:cxn ang="0">
                  <a:pos x="GluePoint432X" y="GluePoint432Y"/>
                </a:cxn>
                <a:cxn ang="0">
                  <a:pos x="GluePoint433X" y="GluePoint433Y"/>
                </a:cxn>
                <a:cxn ang="0">
                  <a:pos x="GluePoint434X" y="GluePoint434Y"/>
                </a:cxn>
                <a:cxn ang="0">
                  <a:pos x="GluePoint435X" y="GluePoint435Y"/>
                </a:cxn>
                <a:cxn ang="0">
                  <a:pos x="GluePoint436X" y="GluePoint436Y"/>
                </a:cxn>
                <a:cxn ang="0">
                  <a:pos x="GluePoint437X" y="GluePoint437Y"/>
                </a:cxn>
                <a:cxn ang="0">
                  <a:pos x="GluePoint438X" y="GluePoint438Y"/>
                </a:cxn>
                <a:cxn ang="0">
                  <a:pos x="GluePoint439X" y="GluePoint439Y"/>
                </a:cxn>
                <a:cxn ang="0">
                  <a:pos x="GluePoint440X" y="GluePoint440Y"/>
                </a:cxn>
                <a:cxn ang="0">
                  <a:pos x="GluePoint441X" y="GluePoint441Y"/>
                </a:cxn>
                <a:cxn ang="0">
                  <a:pos x="GluePoint442X" y="GluePoint442Y"/>
                </a:cxn>
                <a:cxn ang="0">
                  <a:pos x="GluePoint443X" y="GluePoint443Y"/>
                </a:cxn>
                <a:cxn ang="0">
                  <a:pos x="GluePoint444X" y="GluePoint444Y"/>
                </a:cxn>
                <a:cxn ang="0">
                  <a:pos x="GluePoint445X" y="GluePoint445Y"/>
                </a:cxn>
                <a:cxn ang="0">
                  <a:pos x="GluePoint446X" y="GluePoint446Y"/>
                </a:cxn>
                <a:cxn ang="0">
                  <a:pos x="GluePoint447X" y="GluePoint447Y"/>
                </a:cxn>
                <a:cxn ang="0">
                  <a:pos x="GluePoint448X" y="GluePoint448Y"/>
                </a:cxn>
                <a:cxn ang="0">
                  <a:pos x="GluePoint449X" y="GluePoint449Y"/>
                </a:cxn>
                <a:cxn ang="0">
                  <a:pos x="GluePoint450X" y="GluePoint450Y"/>
                </a:cxn>
                <a:cxn ang="0">
                  <a:pos x="GluePoint451X" y="GluePoint451Y"/>
                </a:cxn>
                <a:cxn ang="0">
                  <a:pos x="GluePoint452X" y="GluePoint452Y"/>
                </a:cxn>
                <a:cxn ang="0">
                  <a:pos x="GluePoint453X" y="GluePoint453Y"/>
                </a:cxn>
                <a:cxn ang="0">
                  <a:pos x="GluePoint454X" y="GluePoint454Y"/>
                </a:cxn>
                <a:cxn ang="0">
                  <a:pos x="GluePoint455X" y="GluePoint455Y"/>
                </a:cxn>
                <a:cxn ang="0">
                  <a:pos x="GluePoint456X" y="GluePoint456Y"/>
                </a:cxn>
                <a:cxn ang="0">
                  <a:pos x="GluePoint457X" y="GluePoint457Y"/>
                </a:cxn>
                <a:cxn ang="0">
                  <a:pos x="GluePoint458X" y="GluePoint458Y"/>
                </a:cxn>
                <a:cxn ang="0">
                  <a:pos x="GluePoint459X" y="GluePoint459Y"/>
                </a:cxn>
                <a:cxn ang="0">
                  <a:pos x="GluePoint460X" y="GluePoint460Y"/>
                </a:cxn>
                <a:cxn ang="0">
                  <a:pos x="GluePoint461X" y="GluePoint461Y"/>
                </a:cxn>
                <a:cxn ang="0">
                  <a:pos x="GluePoint462X" y="GluePoint462Y"/>
                </a:cxn>
                <a:cxn ang="0">
                  <a:pos x="GluePoint463X" y="GluePoint463Y"/>
                </a:cxn>
                <a:cxn ang="0">
                  <a:pos x="GluePoint464X" y="GluePoint464Y"/>
                </a:cxn>
                <a:cxn ang="0">
                  <a:pos x="GluePoint465X" y="GluePoint465Y"/>
                </a:cxn>
                <a:cxn ang="0">
                  <a:pos x="GluePoint466X" y="GluePoint466Y"/>
                </a:cxn>
                <a:cxn ang="0">
                  <a:pos x="GluePoint467X" y="GluePoint467Y"/>
                </a:cxn>
                <a:cxn ang="0">
                  <a:pos x="GluePoint468X" y="GluePoint468Y"/>
                </a:cxn>
                <a:cxn ang="0">
                  <a:pos x="GluePoint469X" y="GluePoint469Y"/>
                </a:cxn>
                <a:cxn ang="0">
                  <a:pos x="GluePoint470X" y="GluePoint470Y"/>
                </a:cxn>
                <a:cxn ang="0">
                  <a:pos x="GluePoint471X" y="GluePoint471Y"/>
                </a:cxn>
                <a:cxn ang="0">
                  <a:pos x="GluePoint472X" y="GluePoint472Y"/>
                </a:cxn>
                <a:cxn ang="0">
                  <a:pos x="GluePoint473X" y="GluePoint473Y"/>
                </a:cxn>
                <a:cxn ang="0">
                  <a:pos x="GluePoint474X" y="GluePoint474Y"/>
                </a:cxn>
                <a:cxn ang="0">
                  <a:pos x="GluePoint475X" y="GluePoint475Y"/>
                </a:cxn>
                <a:cxn ang="0">
                  <a:pos x="GluePoint476X" y="GluePoint476Y"/>
                </a:cxn>
                <a:cxn ang="0">
                  <a:pos x="GluePoint477X" y="GluePoint477Y"/>
                </a:cxn>
                <a:cxn ang="0">
                  <a:pos x="GluePoint478X" y="GluePoint478Y"/>
                </a:cxn>
                <a:cxn ang="0">
                  <a:pos x="GluePoint479X" y="GluePoint479Y"/>
                </a:cxn>
                <a:cxn ang="0">
                  <a:pos x="GluePoint480X" y="GluePoint480Y"/>
                </a:cxn>
                <a:cxn ang="0">
                  <a:pos x="GluePoint481X" y="GluePoint481Y"/>
                </a:cxn>
                <a:cxn ang="0">
                  <a:pos x="GluePoint482X" y="GluePoint482Y"/>
                </a:cxn>
                <a:cxn ang="0">
                  <a:pos x="GluePoint483X" y="GluePoint483Y"/>
                </a:cxn>
                <a:cxn ang="0">
                  <a:pos x="GluePoint484X" y="GluePoint484Y"/>
                </a:cxn>
                <a:cxn ang="0">
                  <a:pos x="GluePoint485X" y="GluePoint485Y"/>
                </a:cxn>
                <a:cxn ang="0">
                  <a:pos x="GluePoint486X" y="GluePoint486Y"/>
                </a:cxn>
                <a:cxn ang="0">
                  <a:pos x="GluePoint487X" y="GluePoint487Y"/>
                </a:cxn>
                <a:cxn ang="0">
                  <a:pos x="GluePoint488X" y="GluePoint488Y"/>
                </a:cxn>
                <a:cxn ang="0">
                  <a:pos x="GluePoint489X" y="GluePoint489Y"/>
                </a:cxn>
                <a:cxn ang="0">
                  <a:pos x="GluePoint490X" y="GluePoint490Y"/>
                </a:cxn>
                <a:cxn ang="0">
                  <a:pos x="GluePoint491X" y="GluePoint491Y"/>
                </a:cxn>
                <a:cxn ang="0">
                  <a:pos x="GluePoint492X" y="GluePoint492Y"/>
                </a:cxn>
                <a:cxn ang="0">
                  <a:pos x="GluePoint493X" y="GluePoint493Y"/>
                </a:cxn>
                <a:cxn ang="0">
                  <a:pos x="GluePoint494X" y="GluePoint494Y"/>
                </a:cxn>
                <a:cxn ang="0">
                  <a:pos x="GluePoint495X" y="GluePoint495Y"/>
                </a:cxn>
                <a:cxn ang="0">
                  <a:pos x="GluePoint496X" y="GluePoint496Y"/>
                </a:cxn>
                <a:cxn ang="0">
                  <a:pos x="GluePoint497X" y="GluePoint497Y"/>
                </a:cxn>
                <a:cxn ang="0">
                  <a:pos x="GluePoint498X" y="GluePoint498Y"/>
                </a:cxn>
                <a:cxn ang="0">
                  <a:pos x="GluePoint499X" y="GluePoint499Y"/>
                </a:cxn>
                <a:cxn ang="0">
                  <a:pos x="GluePoint500X" y="GluePoint500Y"/>
                </a:cxn>
                <a:cxn ang="0">
                  <a:pos x="GluePoint501X" y="GluePoint501Y"/>
                </a:cxn>
                <a:cxn ang="0">
                  <a:pos x="GluePoint502X" y="GluePoint502Y"/>
                </a:cxn>
                <a:cxn ang="0">
                  <a:pos x="GluePoint503X" y="GluePoint503Y"/>
                </a:cxn>
                <a:cxn ang="0">
                  <a:pos x="GluePoint504X" y="GluePoint504Y"/>
                </a:cxn>
                <a:cxn ang="0">
                  <a:pos x="GluePoint505X" y="GluePoint505Y"/>
                </a:cxn>
                <a:cxn ang="0">
                  <a:pos x="GluePoint506X" y="GluePoint506Y"/>
                </a:cxn>
                <a:cxn ang="0">
                  <a:pos x="GluePoint507X" y="GluePoint507Y"/>
                </a:cxn>
                <a:cxn ang="0">
                  <a:pos x="GluePoint508X" y="GluePoint508Y"/>
                </a:cxn>
                <a:cxn ang="0">
                  <a:pos x="GluePoint509X" y="GluePoint509Y"/>
                </a:cxn>
                <a:cxn ang="0">
                  <a:pos x="GluePoint510X" y="GluePoint510Y"/>
                </a:cxn>
                <a:cxn ang="0">
                  <a:pos x="GluePoint511X" y="GluePoint511Y"/>
                </a:cxn>
                <a:cxn ang="0">
                  <a:pos x="GluePoint512X" y="GluePoint512Y"/>
                </a:cxn>
                <a:cxn ang="0">
                  <a:pos x="GluePoint513X" y="GluePoint513Y"/>
                </a:cxn>
                <a:cxn ang="0">
                  <a:pos x="GluePoint514X" y="GluePoint514Y"/>
                </a:cxn>
                <a:cxn ang="0">
                  <a:pos x="GluePoint515X" y="GluePoint515Y"/>
                </a:cxn>
                <a:cxn ang="0">
                  <a:pos x="GluePoint516X" y="GluePoint516Y"/>
                </a:cxn>
                <a:cxn ang="0">
                  <a:pos x="GluePoint517X" y="GluePoint517Y"/>
                </a:cxn>
                <a:cxn ang="0">
                  <a:pos x="GluePoint518X" y="GluePoint518Y"/>
                </a:cxn>
                <a:cxn ang="0">
                  <a:pos x="GluePoint519X" y="GluePoint519Y"/>
                </a:cxn>
                <a:cxn ang="0">
                  <a:pos x="GluePoint520X" y="GluePoint520Y"/>
                </a:cxn>
                <a:cxn ang="0">
                  <a:pos x="GluePoint521X" y="GluePoint521Y"/>
                </a:cxn>
                <a:cxn ang="0">
                  <a:pos x="GluePoint522X" y="GluePoint522Y"/>
                </a:cxn>
                <a:cxn ang="0">
                  <a:pos x="GluePoint523X" y="GluePoint523Y"/>
                </a:cxn>
                <a:cxn ang="0">
                  <a:pos x="GluePoint524X" y="GluePoint524Y"/>
                </a:cxn>
                <a:cxn ang="0">
                  <a:pos x="GluePoint525X" y="GluePoint525Y"/>
                </a:cxn>
                <a:cxn ang="0">
                  <a:pos x="GluePoint526X" y="GluePoint526Y"/>
                </a:cxn>
                <a:cxn ang="0">
                  <a:pos x="GluePoint527X" y="GluePoint527Y"/>
                </a:cxn>
                <a:cxn ang="0">
                  <a:pos x="GluePoint528X" y="GluePoint528Y"/>
                </a:cxn>
                <a:cxn ang="0">
                  <a:pos x="GluePoint529X" y="GluePoint529Y"/>
                </a:cxn>
                <a:cxn ang="0">
                  <a:pos x="GluePoint530X" y="GluePoint530Y"/>
                </a:cxn>
                <a:cxn ang="0">
                  <a:pos x="GluePoint531X" y="GluePoint531Y"/>
                </a:cxn>
                <a:cxn ang="0">
                  <a:pos x="GluePoint532X" y="GluePoint532Y"/>
                </a:cxn>
                <a:cxn ang="0">
                  <a:pos x="GluePoint533X" y="GluePoint533Y"/>
                </a:cxn>
                <a:cxn ang="0">
                  <a:pos x="GluePoint534X" y="GluePoint534Y"/>
                </a:cxn>
                <a:cxn ang="0">
                  <a:pos x="GluePoint535X" y="GluePoint535Y"/>
                </a:cxn>
                <a:cxn ang="0">
                  <a:pos x="GluePoint536X" y="GluePoint536Y"/>
                </a:cxn>
                <a:cxn ang="0">
                  <a:pos x="GluePoint537X" y="GluePoint537Y"/>
                </a:cxn>
                <a:cxn ang="0">
                  <a:pos x="GluePoint538X" y="GluePoint538Y"/>
                </a:cxn>
                <a:cxn ang="0">
                  <a:pos x="GluePoint539X" y="GluePoint539Y"/>
                </a:cxn>
                <a:cxn ang="0">
                  <a:pos x="GluePoint540X" y="GluePoint540Y"/>
                </a:cxn>
                <a:cxn ang="0">
                  <a:pos x="GluePoint541X" y="GluePoint541Y"/>
                </a:cxn>
                <a:cxn ang="0">
                  <a:pos x="GluePoint542X" y="GluePoint542Y"/>
                </a:cxn>
                <a:cxn ang="0">
                  <a:pos x="GluePoint543X" y="GluePoint543Y"/>
                </a:cxn>
                <a:cxn ang="0">
                  <a:pos x="GluePoint544X" y="GluePoint544Y"/>
                </a:cxn>
                <a:cxn ang="0">
                  <a:pos x="GluePoint545X" y="GluePoint545Y"/>
                </a:cxn>
                <a:cxn ang="0">
                  <a:pos x="GluePoint546X" y="GluePoint546Y"/>
                </a:cxn>
                <a:cxn ang="0">
                  <a:pos x="GluePoint547X" y="GluePoint547Y"/>
                </a:cxn>
                <a:cxn ang="0">
                  <a:pos x="GluePoint548X" y="GluePoint548Y"/>
                </a:cxn>
                <a:cxn ang="0">
                  <a:pos x="GluePoint549X" y="GluePoint549Y"/>
                </a:cxn>
                <a:cxn ang="0">
                  <a:pos x="GluePoint550X" y="GluePoint550Y"/>
                </a:cxn>
                <a:cxn ang="0">
                  <a:pos x="GluePoint551X" y="GluePoint551Y"/>
                </a:cxn>
                <a:cxn ang="0">
                  <a:pos x="GluePoint552X" y="GluePoint552Y"/>
                </a:cxn>
                <a:cxn ang="0">
                  <a:pos x="GluePoint553X" y="GluePoint553Y"/>
                </a:cxn>
                <a:cxn ang="0">
                  <a:pos x="GluePoint554X" y="GluePoint554Y"/>
                </a:cxn>
                <a:cxn ang="0">
                  <a:pos x="GluePoint555X" y="GluePoint555Y"/>
                </a:cxn>
                <a:cxn ang="0">
                  <a:pos x="GluePoint556X" y="GluePoint556Y"/>
                </a:cxn>
                <a:cxn ang="0">
                  <a:pos x="GluePoint557X" y="GluePoint557Y"/>
                </a:cxn>
                <a:cxn ang="0">
                  <a:pos x="GluePoint558X" y="GluePoint558Y"/>
                </a:cxn>
                <a:cxn ang="0">
                  <a:pos x="GluePoint559X" y="GluePoint559Y"/>
                </a:cxn>
                <a:cxn ang="0">
                  <a:pos x="GluePoint560X" y="GluePoint560Y"/>
                </a:cxn>
                <a:cxn ang="0">
                  <a:pos x="GluePoint561X" y="GluePoint561Y"/>
                </a:cxn>
                <a:cxn ang="0">
                  <a:pos x="GluePoint562X" y="GluePoint562Y"/>
                </a:cxn>
                <a:cxn ang="0">
                  <a:pos x="GluePoint563X" y="GluePoint563Y"/>
                </a:cxn>
                <a:cxn ang="0">
                  <a:pos x="GluePoint564X" y="GluePoint564Y"/>
                </a:cxn>
                <a:cxn ang="0">
                  <a:pos x="GluePoint565X" y="GluePoint565Y"/>
                </a:cxn>
                <a:cxn ang="0">
                  <a:pos x="GluePoint566X" y="GluePoint566Y"/>
                </a:cxn>
                <a:cxn ang="0">
                  <a:pos x="GluePoint567X" y="GluePoint567Y"/>
                </a:cxn>
                <a:cxn ang="0">
                  <a:pos x="GluePoint568X" y="GluePoint568Y"/>
                </a:cxn>
                <a:cxn ang="0">
                  <a:pos x="GluePoint569X" y="GluePoint569Y"/>
                </a:cxn>
                <a:cxn ang="0">
                  <a:pos x="GluePoint570X" y="GluePoint570Y"/>
                </a:cxn>
                <a:cxn ang="0">
                  <a:pos x="GluePoint571X" y="GluePoint571Y"/>
                </a:cxn>
                <a:cxn ang="0">
                  <a:pos x="GluePoint572X" y="GluePoint572Y"/>
                </a:cxn>
                <a:cxn ang="0">
                  <a:pos x="GluePoint573X" y="GluePoint573Y"/>
                </a:cxn>
                <a:cxn ang="0">
                  <a:pos x="GluePoint574X" y="GluePoint574Y"/>
                </a:cxn>
                <a:cxn ang="0">
                  <a:pos x="GluePoint575X" y="GluePoint575Y"/>
                </a:cxn>
                <a:cxn ang="0">
                  <a:pos x="GluePoint576X" y="GluePoint576Y"/>
                </a:cxn>
                <a:cxn ang="0">
                  <a:pos x="GluePoint577X" y="GluePoint577Y"/>
                </a:cxn>
                <a:cxn ang="0">
                  <a:pos x="GluePoint578X" y="GluePoint578Y"/>
                </a:cxn>
                <a:cxn ang="0">
                  <a:pos x="GluePoint579X" y="GluePoint579Y"/>
                </a:cxn>
                <a:cxn ang="0">
                  <a:pos x="GluePoint580X" y="GluePoint580Y"/>
                </a:cxn>
                <a:cxn ang="0">
                  <a:pos x="GluePoint581X" y="GluePoint581Y"/>
                </a:cxn>
                <a:cxn ang="0">
                  <a:pos x="GluePoint582X" y="GluePoint582Y"/>
                </a:cxn>
                <a:cxn ang="0">
                  <a:pos x="GluePoint583X" y="GluePoint583Y"/>
                </a:cxn>
                <a:cxn ang="0">
                  <a:pos x="GluePoint584X" y="GluePoint584Y"/>
                </a:cxn>
                <a:cxn ang="0">
                  <a:pos x="GluePoint585X" y="GluePoint585Y"/>
                </a:cxn>
                <a:cxn ang="0">
                  <a:pos x="GluePoint586X" y="GluePoint586Y"/>
                </a:cxn>
                <a:cxn ang="0">
                  <a:pos x="GluePoint587X" y="GluePoint587Y"/>
                </a:cxn>
                <a:cxn ang="0">
                  <a:pos x="GluePoint588X" y="GluePoint588Y"/>
                </a:cxn>
                <a:cxn ang="0">
                  <a:pos x="GluePoint589X" y="GluePoint589Y"/>
                </a:cxn>
                <a:cxn ang="0">
                  <a:pos x="GluePoint590X" y="GluePoint590Y"/>
                </a:cxn>
                <a:cxn ang="0">
                  <a:pos x="GluePoint591X" y="GluePoint591Y"/>
                </a:cxn>
                <a:cxn ang="0">
                  <a:pos x="GluePoint592X" y="GluePoint592Y"/>
                </a:cxn>
                <a:cxn ang="0">
                  <a:pos x="GluePoint593X" y="GluePoint593Y"/>
                </a:cxn>
                <a:cxn ang="0">
                  <a:pos x="GluePoint594X" y="GluePoint594Y"/>
                </a:cxn>
                <a:cxn ang="0">
                  <a:pos x="GluePoint595X" y="GluePoint595Y"/>
                </a:cxn>
                <a:cxn ang="0">
                  <a:pos x="GluePoint596X" y="GluePoint596Y"/>
                </a:cxn>
                <a:cxn ang="0">
                  <a:pos x="GluePoint597X" y="GluePoint597Y"/>
                </a:cxn>
                <a:cxn ang="0">
                  <a:pos x="GluePoint598X" y="GluePoint598Y"/>
                </a:cxn>
                <a:cxn ang="0">
                  <a:pos x="GluePoint599X" y="GluePoint599Y"/>
                </a:cxn>
                <a:cxn ang="0">
                  <a:pos x="GluePoint600X" y="GluePoint600Y"/>
                </a:cxn>
                <a:cxn ang="0">
                  <a:pos x="GluePoint601X" y="GluePoint601Y"/>
                </a:cxn>
                <a:cxn ang="0">
                  <a:pos x="GluePoint602X" y="GluePoint602Y"/>
                </a:cxn>
                <a:cxn ang="0">
                  <a:pos x="GluePoint603X" y="GluePoint603Y"/>
                </a:cxn>
                <a:cxn ang="0">
                  <a:pos x="GluePoint604X" y="GluePoint604Y"/>
                </a:cxn>
                <a:cxn ang="0">
                  <a:pos x="GluePoint605X" y="GluePoint605Y"/>
                </a:cxn>
                <a:cxn ang="0">
                  <a:pos x="GluePoint606X" y="GluePoint606Y"/>
                </a:cxn>
                <a:cxn ang="0">
                  <a:pos x="GluePoint607X" y="GluePoint607Y"/>
                </a:cxn>
                <a:cxn ang="0">
                  <a:pos x="GluePoint608X" y="GluePoint608Y"/>
                </a:cxn>
                <a:cxn ang="0">
                  <a:pos x="GluePoint609X" y="GluePoint609Y"/>
                </a:cxn>
                <a:cxn ang="0">
                  <a:pos x="GluePoint610X" y="GluePoint610Y"/>
                </a:cxn>
                <a:cxn ang="0">
                  <a:pos x="GluePoint611X" y="GluePoint611Y"/>
                </a:cxn>
                <a:cxn ang="0">
                  <a:pos x="GluePoint612X" y="GluePoint612Y"/>
                </a:cxn>
                <a:cxn ang="0">
                  <a:pos x="GluePoint613X" y="GluePoint613Y"/>
                </a:cxn>
                <a:cxn ang="0">
                  <a:pos x="GluePoint614X" y="GluePoint614Y"/>
                </a:cxn>
                <a:cxn ang="0">
                  <a:pos x="GluePoint615X" y="GluePoint615Y"/>
                </a:cxn>
                <a:cxn ang="0">
                  <a:pos x="GluePoint616X" y="GluePoint616Y"/>
                </a:cxn>
                <a:cxn ang="0">
                  <a:pos x="GluePoint617X" y="GluePoint617Y"/>
                </a:cxn>
                <a:cxn ang="0">
                  <a:pos x="GluePoint618X" y="GluePoint618Y"/>
                </a:cxn>
                <a:cxn ang="0">
                  <a:pos x="GluePoint619X" y="GluePoint619Y"/>
                </a:cxn>
                <a:cxn ang="0">
                  <a:pos x="GluePoint620X" y="GluePoint620Y"/>
                </a:cxn>
                <a:cxn ang="0">
                  <a:pos x="GluePoint621X" y="GluePoint621Y"/>
                </a:cxn>
                <a:cxn ang="0">
                  <a:pos x="GluePoint622X" y="GluePoint622Y"/>
                </a:cxn>
                <a:cxn ang="0">
                  <a:pos x="GluePoint623X" y="GluePoint623Y"/>
                </a:cxn>
                <a:cxn ang="0">
                  <a:pos x="GluePoint624X" y="GluePoint624Y"/>
                </a:cxn>
                <a:cxn ang="0">
                  <a:pos x="GluePoint625X" y="GluePoint625Y"/>
                </a:cxn>
                <a:cxn ang="0">
                  <a:pos x="GluePoint626X" y="GluePoint626Y"/>
                </a:cxn>
                <a:cxn ang="0">
                  <a:pos x="GluePoint627X" y="GluePoint627Y"/>
                </a:cxn>
                <a:cxn ang="0">
                  <a:pos x="GluePoint628X" y="GluePoint628Y"/>
                </a:cxn>
                <a:cxn ang="0">
                  <a:pos x="GluePoint629X" y="GluePoint629Y"/>
                </a:cxn>
                <a:cxn ang="0">
                  <a:pos x="GluePoint630X" y="GluePoint630Y"/>
                </a:cxn>
                <a:cxn ang="0">
                  <a:pos x="GluePoint631X" y="GluePoint631Y"/>
                </a:cxn>
                <a:cxn ang="0">
                  <a:pos x="GluePoint632X" y="GluePoint632Y"/>
                </a:cxn>
                <a:cxn ang="0">
                  <a:pos x="GluePoint633X" y="GluePoint633Y"/>
                </a:cxn>
                <a:cxn ang="0">
                  <a:pos x="GluePoint634X" y="GluePoint634Y"/>
                </a:cxn>
                <a:cxn ang="0">
                  <a:pos x="GluePoint635X" y="GluePoint635Y"/>
                </a:cxn>
                <a:cxn ang="0">
                  <a:pos x="GluePoint636X" y="GluePoint636Y"/>
                </a:cxn>
                <a:cxn ang="0">
                  <a:pos x="GluePoint637X" y="GluePoint637Y"/>
                </a:cxn>
                <a:cxn ang="0">
                  <a:pos x="GluePoint638X" y="GluePoint638Y"/>
                </a:cxn>
                <a:cxn ang="0">
                  <a:pos x="GluePoint639X" y="GluePoint639Y"/>
                </a:cxn>
                <a:cxn ang="0">
                  <a:pos x="GluePoint640X" y="GluePoint640Y"/>
                </a:cxn>
                <a:cxn ang="0">
                  <a:pos x="GluePoint641X" y="GluePoint641Y"/>
                </a:cxn>
                <a:cxn ang="0">
                  <a:pos x="GluePoint642X" y="GluePoint642Y"/>
                </a:cxn>
                <a:cxn ang="0">
                  <a:pos x="GluePoint643X" y="GluePoint643Y"/>
                </a:cxn>
                <a:cxn ang="0">
                  <a:pos x="GluePoint644X" y="GluePoint644Y"/>
                </a:cxn>
                <a:cxn ang="0">
                  <a:pos x="GluePoint645X" y="GluePoint645Y"/>
                </a:cxn>
                <a:cxn ang="0">
                  <a:pos x="GluePoint646X" y="GluePoint646Y"/>
                </a:cxn>
                <a:cxn ang="0">
                  <a:pos x="GluePoint647X" y="GluePoint647Y"/>
                </a:cxn>
                <a:cxn ang="0">
                  <a:pos x="GluePoint648X" y="GluePoint648Y"/>
                </a:cxn>
                <a:cxn ang="0">
                  <a:pos x="GluePoint649X" y="GluePoint649Y"/>
                </a:cxn>
                <a:cxn ang="0">
                  <a:pos x="GluePoint650X" y="GluePoint650Y"/>
                </a:cxn>
                <a:cxn ang="0">
                  <a:pos x="GluePoint651X" y="GluePoint651Y"/>
                </a:cxn>
                <a:cxn ang="0">
                  <a:pos x="GluePoint652X" y="GluePoint652Y"/>
                </a:cxn>
                <a:cxn ang="0">
                  <a:pos x="GluePoint653X" y="GluePoint653Y"/>
                </a:cxn>
                <a:cxn ang="0">
                  <a:pos x="GluePoint654X" y="GluePoint654Y"/>
                </a:cxn>
                <a:cxn ang="0">
                  <a:pos x="GluePoint655X" y="GluePoint655Y"/>
                </a:cxn>
                <a:cxn ang="0">
                  <a:pos x="GluePoint656X" y="GluePoint656Y"/>
                </a:cxn>
                <a:cxn ang="0">
                  <a:pos x="GluePoint657X" y="GluePoint657Y"/>
                </a:cxn>
                <a:cxn ang="0">
                  <a:pos x="GluePoint658X" y="GluePoint658Y"/>
                </a:cxn>
                <a:cxn ang="0">
                  <a:pos x="GluePoint659X" y="GluePoint659Y"/>
                </a:cxn>
                <a:cxn ang="0">
                  <a:pos x="GluePoint660X" y="GluePoint660Y"/>
                </a:cxn>
                <a:cxn ang="0">
                  <a:pos x="GluePoint661X" y="GluePoint661Y"/>
                </a:cxn>
                <a:cxn ang="0">
                  <a:pos x="GluePoint662X" y="GluePoint662Y"/>
                </a:cxn>
                <a:cxn ang="0">
                  <a:pos x="GluePoint663X" y="GluePoint663Y"/>
                </a:cxn>
                <a:cxn ang="0">
                  <a:pos x="GluePoint664X" y="GluePoint664Y"/>
                </a:cxn>
                <a:cxn ang="0">
                  <a:pos x="GluePoint665X" y="GluePoint665Y"/>
                </a:cxn>
                <a:cxn ang="0">
                  <a:pos x="GluePoint666X" y="GluePoint666Y"/>
                </a:cxn>
                <a:cxn ang="0">
                  <a:pos x="GluePoint667X" y="GluePoint667Y"/>
                </a:cxn>
                <a:cxn ang="0">
                  <a:pos x="GluePoint668X" y="GluePoint668Y"/>
                </a:cxn>
                <a:cxn ang="0">
                  <a:pos x="GluePoint669X" y="GluePoint669Y"/>
                </a:cxn>
                <a:cxn ang="0">
                  <a:pos x="GluePoint670X" y="GluePoint670Y"/>
                </a:cxn>
                <a:cxn ang="0">
                  <a:pos x="GluePoint671X" y="GluePoint671Y"/>
                </a:cxn>
                <a:cxn ang="0">
                  <a:pos x="GluePoint672X" y="GluePoint672Y"/>
                </a:cxn>
                <a:cxn ang="0">
                  <a:pos x="GluePoint673X" y="GluePoint673Y"/>
                </a:cxn>
                <a:cxn ang="0">
                  <a:pos x="GluePoint674X" y="GluePoint674Y"/>
                </a:cxn>
                <a:cxn ang="0">
                  <a:pos x="GluePoint675X" y="GluePoint675Y"/>
                </a:cxn>
                <a:cxn ang="0">
                  <a:pos x="GluePoint676X" y="GluePoint676Y"/>
                </a:cxn>
                <a:cxn ang="0">
                  <a:pos x="GluePoint677X" y="GluePoint677Y"/>
                </a:cxn>
                <a:cxn ang="0">
                  <a:pos x="GluePoint678X" y="GluePoint678Y"/>
                </a:cxn>
                <a:cxn ang="0">
                  <a:pos x="GluePoint679X" y="GluePoint679Y"/>
                </a:cxn>
                <a:cxn ang="0">
                  <a:pos x="GluePoint680X" y="GluePoint680Y"/>
                </a:cxn>
                <a:cxn ang="0">
                  <a:pos x="GluePoint681X" y="GluePoint681Y"/>
                </a:cxn>
                <a:cxn ang="0">
                  <a:pos x="GluePoint682X" y="GluePoint682Y"/>
                </a:cxn>
                <a:cxn ang="0">
                  <a:pos x="GluePoint683X" y="GluePoint683Y"/>
                </a:cxn>
                <a:cxn ang="0">
                  <a:pos x="GluePoint684X" y="GluePoint684Y"/>
                </a:cxn>
                <a:cxn ang="0">
                  <a:pos x="GluePoint685X" y="GluePoint685Y"/>
                </a:cxn>
                <a:cxn ang="0">
                  <a:pos x="GluePoint686X" y="GluePoint686Y"/>
                </a:cxn>
                <a:cxn ang="0">
                  <a:pos x="GluePoint687X" y="GluePoint687Y"/>
                </a:cxn>
                <a:cxn ang="0">
                  <a:pos x="GluePoint688X" y="GluePoint688Y"/>
                </a:cxn>
                <a:cxn ang="0">
                  <a:pos x="GluePoint689X" y="GluePoint689Y"/>
                </a:cxn>
                <a:cxn ang="0">
                  <a:pos x="GluePoint690X" y="GluePoint690Y"/>
                </a:cxn>
                <a:cxn ang="0">
                  <a:pos x="GluePoint691X" y="GluePoint691Y"/>
                </a:cxn>
                <a:cxn ang="0">
                  <a:pos x="GluePoint692X" y="GluePoint692Y"/>
                </a:cxn>
                <a:cxn ang="0">
                  <a:pos x="GluePoint693X" y="GluePoint693Y"/>
                </a:cxn>
                <a:cxn ang="0">
                  <a:pos x="GluePoint694X" y="GluePoint694Y"/>
                </a:cxn>
                <a:cxn ang="0">
                  <a:pos x="GluePoint695X" y="GluePoint695Y"/>
                </a:cxn>
                <a:cxn ang="0">
                  <a:pos x="GluePoint696X" y="GluePoint696Y"/>
                </a:cxn>
                <a:cxn ang="0">
                  <a:pos x="GluePoint697X" y="GluePoint697Y"/>
                </a:cxn>
                <a:cxn ang="0">
                  <a:pos x="GluePoint698X" y="GluePoint698Y"/>
                </a:cxn>
                <a:cxn ang="0">
                  <a:pos x="GluePoint699X" y="GluePoint699Y"/>
                </a:cxn>
                <a:cxn ang="0">
                  <a:pos x="GluePoint700X" y="GluePoint700Y"/>
                </a:cxn>
                <a:cxn ang="0">
                  <a:pos x="GluePoint701X" y="GluePoint701Y"/>
                </a:cxn>
                <a:cxn ang="0">
                  <a:pos x="GluePoint702X" y="GluePoint702Y"/>
                </a:cxn>
                <a:cxn ang="0">
                  <a:pos x="GluePoint703X" y="GluePoint703Y"/>
                </a:cxn>
                <a:cxn ang="0">
                  <a:pos x="GluePoint704X" y="GluePoint704Y"/>
                </a:cxn>
                <a:cxn ang="0">
                  <a:pos x="GluePoint705X" y="GluePoint705Y"/>
                </a:cxn>
                <a:cxn ang="0">
                  <a:pos x="GluePoint706X" y="GluePoint706Y"/>
                </a:cxn>
                <a:cxn ang="0">
                  <a:pos x="GluePoint707X" y="GluePoint707Y"/>
                </a:cxn>
                <a:cxn ang="0">
                  <a:pos x="GluePoint708X" y="GluePoint708Y"/>
                </a:cxn>
                <a:cxn ang="0">
                  <a:pos x="GluePoint709X" y="GluePoint709Y"/>
                </a:cxn>
                <a:cxn ang="0">
                  <a:pos x="GluePoint710X" y="GluePoint710Y"/>
                </a:cxn>
                <a:cxn ang="0">
                  <a:pos x="GluePoint711X" y="GluePoint711Y"/>
                </a:cxn>
                <a:cxn ang="0">
                  <a:pos x="GluePoint712X" y="GluePoint712Y"/>
                </a:cxn>
                <a:cxn ang="0">
                  <a:pos x="GluePoint713X" y="GluePoint713Y"/>
                </a:cxn>
                <a:cxn ang="0">
                  <a:pos x="GluePoint714X" y="GluePoint714Y"/>
                </a:cxn>
                <a:cxn ang="0">
                  <a:pos x="GluePoint715X" y="GluePoint715Y"/>
                </a:cxn>
                <a:cxn ang="0">
                  <a:pos x="GluePoint716X" y="GluePoint716Y"/>
                </a:cxn>
                <a:cxn ang="0">
                  <a:pos x="GluePoint717X" y="GluePoint717Y"/>
                </a:cxn>
                <a:cxn ang="0">
                  <a:pos x="GluePoint718X" y="GluePoint718Y"/>
                </a:cxn>
                <a:cxn ang="0">
                  <a:pos x="GluePoint719X" y="GluePoint719Y"/>
                </a:cxn>
                <a:cxn ang="0">
                  <a:pos x="GluePoint720X" y="GluePoint720Y"/>
                </a:cxn>
                <a:cxn ang="0">
                  <a:pos x="GluePoint721X" y="GluePoint721Y"/>
                </a:cxn>
                <a:cxn ang="0">
                  <a:pos x="GluePoint722X" y="GluePoint722Y"/>
                </a:cxn>
                <a:cxn ang="0">
                  <a:pos x="GluePoint723X" y="GluePoint723Y"/>
                </a:cxn>
                <a:cxn ang="0">
                  <a:pos x="GluePoint724X" y="GluePoint724Y"/>
                </a:cxn>
                <a:cxn ang="0">
                  <a:pos x="GluePoint725X" y="GluePoint725Y"/>
                </a:cxn>
                <a:cxn ang="0">
                  <a:pos x="GluePoint726X" y="GluePoint726Y"/>
                </a:cxn>
                <a:cxn ang="0">
                  <a:pos x="GluePoint727X" y="GluePoint727Y"/>
                </a:cxn>
                <a:cxn ang="0">
                  <a:pos x="GluePoint728X" y="GluePoint728Y"/>
                </a:cxn>
                <a:cxn ang="0">
                  <a:pos x="GluePoint729X" y="GluePoint729Y"/>
                </a:cxn>
                <a:cxn ang="0">
                  <a:pos x="GluePoint730X" y="GluePoint730Y"/>
                </a:cxn>
                <a:cxn ang="0">
                  <a:pos x="GluePoint731X" y="GluePoint731Y"/>
                </a:cxn>
                <a:cxn ang="0">
                  <a:pos x="GluePoint732X" y="GluePoint732Y"/>
                </a:cxn>
                <a:cxn ang="0">
                  <a:pos x="GluePoint733X" y="GluePoint733Y"/>
                </a:cxn>
                <a:cxn ang="0">
                  <a:pos x="GluePoint734X" y="GluePoint734Y"/>
                </a:cxn>
              </a:cxnLst>
              <a:rect l="textAreaLeft" t="textAreaTop" r="textAreaRight" b="textAreaBottom"/>
              <a:pathLst>
                <a:path w="5492394" h="1560385">
                  <a:moveTo>
                    <a:pt x="5470448" y="43894"/>
                  </a:moveTo>
                  <a:cubicBezTo>
                    <a:pt x="5482568" y="43894"/>
                    <a:pt x="5492394" y="34069"/>
                    <a:pt x="5492394" y="21947"/>
                  </a:cubicBezTo>
                  <a:cubicBezTo>
                    <a:pt x="5492394" y="9826"/>
                    <a:pt x="5482568" y="0"/>
                    <a:pt x="5470448" y="0"/>
                  </a:cubicBezTo>
                  <a:cubicBezTo>
                    <a:pt x="5458326" y="0"/>
                    <a:pt x="5448500" y="9826"/>
                    <a:pt x="5448500" y="21947"/>
                  </a:cubicBezTo>
                  <a:cubicBezTo>
                    <a:pt x="5448500" y="34069"/>
                    <a:pt x="5458326" y="43894"/>
                    <a:pt x="5470448" y="43894"/>
                  </a:cubicBezTo>
                  <a:close/>
                  <a:moveTo>
                    <a:pt x="5233496" y="43894"/>
                  </a:moveTo>
                  <a:cubicBezTo>
                    <a:pt x="5245616" y="43894"/>
                    <a:pt x="5255443" y="34069"/>
                    <a:pt x="5255443" y="21947"/>
                  </a:cubicBezTo>
                  <a:cubicBezTo>
                    <a:pt x="5255443" y="9826"/>
                    <a:pt x="5245616" y="0"/>
                    <a:pt x="5233496" y="0"/>
                  </a:cubicBezTo>
                  <a:cubicBezTo>
                    <a:pt x="5221375" y="0"/>
                    <a:pt x="5211547" y="9826"/>
                    <a:pt x="5211547" y="21947"/>
                  </a:cubicBezTo>
                  <a:cubicBezTo>
                    <a:pt x="5211547" y="34069"/>
                    <a:pt x="5221375" y="43894"/>
                    <a:pt x="5233496" y="43894"/>
                  </a:cubicBezTo>
                  <a:close/>
                  <a:moveTo>
                    <a:pt x="4996544" y="43894"/>
                  </a:moveTo>
                  <a:cubicBezTo>
                    <a:pt x="5008665" y="43894"/>
                    <a:pt x="5018491" y="34069"/>
                    <a:pt x="5018491" y="21947"/>
                  </a:cubicBezTo>
                  <a:cubicBezTo>
                    <a:pt x="5018491" y="9826"/>
                    <a:pt x="5008665" y="0"/>
                    <a:pt x="4996544" y="0"/>
                  </a:cubicBezTo>
                  <a:cubicBezTo>
                    <a:pt x="4984422" y="0"/>
                    <a:pt x="4974596" y="9826"/>
                    <a:pt x="4974596" y="21947"/>
                  </a:cubicBezTo>
                  <a:cubicBezTo>
                    <a:pt x="4974596" y="34069"/>
                    <a:pt x="4984422" y="43894"/>
                    <a:pt x="4996544" y="43894"/>
                  </a:cubicBezTo>
                  <a:close/>
                  <a:moveTo>
                    <a:pt x="4759592" y="43894"/>
                  </a:moveTo>
                  <a:cubicBezTo>
                    <a:pt x="4771713" y="43894"/>
                    <a:pt x="4781540" y="34069"/>
                    <a:pt x="4781540" y="21947"/>
                  </a:cubicBezTo>
                  <a:cubicBezTo>
                    <a:pt x="4781540" y="9826"/>
                    <a:pt x="4771713" y="0"/>
                    <a:pt x="4759592" y="0"/>
                  </a:cubicBezTo>
                  <a:cubicBezTo>
                    <a:pt x="4747471" y="0"/>
                    <a:pt x="4737644" y="9826"/>
                    <a:pt x="4737644" y="21947"/>
                  </a:cubicBezTo>
                  <a:cubicBezTo>
                    <a:pt x="4737644" y="34069"/>
                    <a:pt x="4747471" y="43894"/>
                    <a:pt x="4759592" y="43894"/>
                  </a:cubicBezTo>
                  <a:close/>
                  <a:moveTo>
                    <a:pt x="4522640" y="43894"/>
                  </a:moveTo>
                  <a:cubicBezTo>
                    <a:pt x="4534762" y="43894"/>
                    <a:pt x="4544588" y="34069"/>
                    <a:pt x="4544588" y="21947"/>
                  </a:cubicBezTo>
                  <a:cubicBezTo>
                    <a:pt x="4544588" y="9826"/>
                    <a:pt x="4534762" y="0"/>
                    <a:pt x="4522640" y="0"/>
                  </a:cubicBezTo>
                  <a:cubicBezTo>
                    <a:pt x="4510519" y="0"/>
                    <a:pt x="4500693" y="9826"/>
                    <a:pt x="4500693" y="21947"/>
                  </a:cubicBezTo>
                  <a:cubicBezTo>
                    <a:pt x="4500693" y="34069"/>
                    <a:pt x="4510519" y="43894"/>
                    <a:pt x="4522640" y="43894"/>
                  </a:cubicBezTo>
                  <a:close/>
                  <a:moveTo>
                    <a:pt x="4285689" y="43894"/>
                  </a:moveTo>
                  <a:cubicBezTo>
                    <a:pt x="4297810" y="43894"/>
                    <a:pt x="4307637" y="34069"/>
                    <a:pt x="4307637" y="21947"/>
                  </a:cubicBezTo>
                  <a:cubicBezTo>
                    <a:pt x="4307637" y="9826"/>
                    <a:pt x="4297810" y="0"/>
                    <a:pt x="4285689" y="0"/>
                  </a:cubicBezTo>
                  <a:cubicBezTo>
                    <a:pt x="4273567" y="0"/>
                    <a:pt x="4263741" y="9826"/>
                    <a:pt x="4263741" y="21947"/>
                  </a:cubicBezTo>
                  <a:cubicBezTo>
                    <a:pt x="4263741" y="34069"/>
                    <a:pt x="4273567" y="43894"/>
                    <a:pt x="4285689" y="43894"/>
                  </a:cubicBezTo>
                  <a:close/>
                  <a:moveTo>
                    <a:pt x="4048737" y="43894"/>
                  </a:moveTo>
                  <a:cubicBezTo>
                    <a:pt x="4060858" y="43894"/>
                    <a:pt x="4070684" y="34069"/>
                    <a:pt x="4070684" y="21947"/>
                  </a:cubicBezTo>
                  <a:cubicBezTo>
                    <a:pt x="4070684" y="9826"/>
                    <a:pt x="4060858" y="0"/>
                    <a:pt x="4048737" y="0"/>
                  </a:cubicBezTo>
                  <a:cubicBezTo>
                    <a:pt x="4036616" y="0"/>
                    <a:pt x="4026790" y="9826"/>
                    <a:pt x="4026790" y="21947"/>
                  </a:cubicBezTo>
                  <a:cubicBezTo>
                    <a:pt x="4026790" y="34069"/>
                    <a:pt x="4036616" y="43894"/>
                    <a:pt x="4048737" y="43894"/>
                  </a:cubicBezTo>
                  <a:close/>
                  <a:moveTo>
                    <a:pt x="3811785" y="43894"/>
                  </a:moveTo>
                  <a:cubicBezTo>
                    <a:pt x="3823907" y="43894"/>
                    <a:pt x="3833733" y="34069"/>
                    <a:pt x="3833733" y="21947"/>
                  </a:cubicBezTo>
                  <a:cubicBezTo>
                    <a:pt x="3833733" y="9826"/>
                    <a:pt x="3823907" y="0"/>
                    <a:pt x="3811785" y="0"/>
                  </a:cubicBezTo>
                  <a:cubicBezTo>
                    <a:pt x="3799664" y="0"/>
                    <a:pt x="3789838" y="9826"/>
                    <a:pt x="3789838" y="21947"/>
                  </a:cubicBezTo>
                  <a:cubicBezTo>
                    <a:pt x="3789838" y="34069"/>
                    <a:pt x="3799664" y="43894"/>
                    <a:pt x="3811785" y="43894"/>
                  </a:cubicBezTo>
                  <a:close/>
                  <a:moveTo>
                    <a:pt x="3574834" y="43894"/>
                  </a:moveTo>
                  <a:cubicBezTo>
                    <a:pt x="3586955" y="43894"/>
                    <a:pt x="3596781" y="34069"/>
                    <a:pt x="3596781" y="21947"/>
                  </a:cubicBezTo>
                  <a:cubicBezTo>
                    <a:pt x="3596781" y="9826"/>
                    <a:pt x="3586955" y="0"/>
                    <a:pt x="3574834" y="0"/>
                  </a:cubicBezTo>
                  <a:cubicBezTo>
                    <a:pt x="3562712" y="0"/>
                    <a:pt x="3552886" y="9826"/>
                    <a:pt x="3552886" y="21947"/>
                  </a:cubicBezTo>
                  <a:cubicBezTo>
                    <a:pt x="3552886" y="34069"/>
                    <a:pt x="3562712" y="43894"/>
                    <a:pt x="3574834" y="43894"/>
                  </a:cubicBezTo>
                  <a:close/>
                  <a:moveTo>
                    <a:pt x="3337882" y="43894"/>
                  </a:moveTo>
                  <a:cubicBezTo>
                    <a:pt x="3350004" y="43894"/>
                    <a:pt x="3359829" y="34069"/>
                    <a:pt x="3359829" y="21947"/>
                  </a:cubicBezTo>
                  <a:cubicBezTo>
                    <a:pt x="3359829" y="9826"/>
                    <a:pt x="3350004" y="0"/>
                    <a:pt x="3337882" y="0"/>
                  </a:cubicBezTo>
                  <a:cubicBezTo>
                    <a:pt x="3325761" y="0"/>
                    <a:pt x="3315935" y="9826"/>
                    <a:pt x="3315935" y="21947"/>
                  </a:cubicBezTo>
                  <a:cubicBezTo>
                    <a:pt x="3315935" y="34069"/>
                    <a:pt x="3325761" y="43894"/>
                    <a:pt x="3337882" y="43894"/>
                  </a:cubicBezTo>
                  <a:close/>
                  <a:moveTo>
                    <a:pt x="3100930" y="43894"/>
                  </a:moveTo>
                  <a:cubicBezTo>
                    <a:pt x="3113052" y="43894"/>
                    <a:pt x="3122878" y="34069"/>
                    <a:pt x="3122878" y="21947"/>
                  </a:cubicBezTo>
                  <a:cubicBezTo>
                    <a:pt x="3122878" y="9826"/>
                    <a:pt x="3113052" y="0"/>
                    <a:pt x="3100930" y="0"/>
                  </a:cubicBezTo>
                  <a:cubicBezTo>
                    <a:pt x="3088809" y="0"/>
                    <a:pt x="3078983" y="9826"/>
                    <a:pt x="3078983" y="21947"/>
                  </a:cubicBezTo>
                  <a:cubicBezTo>
                    <a:pt x="3078983" y="34069"/>
                    <a:pt x="3088809" y="43894"/>
                    <a:pt x="3100930" y="43894"/>
                  </a:cubicBezTo>
                  <a:close/>
                  <a:moveTo>
                    <a:pt x="2863979" y="43894"/>
                  </a:moveTo>
                  <a:cubicBezTo>
                    <a:pt x="2876100" y="43894"/>
                    <a:pt x="2885926" y="34069"/>
                    <a:pt x="2885926" y="21947"/>
                  </a:cubicBezTo>
                  <a:cubicBezTo>
                    <a:pt x="2885926" y="9826"/>
                    <a:pt x="2876100" y="0"/>
                    <a:pt x="2863979" y="0"/>
                  </a:cubicBezTo>
                  <a:cubicBezTo>
                    <a:pt x="2851857" y="0"/>
                    <a:pt x="2842031" y="9826"/>
                    <a:pt x="2842031" y="21947"/>
                  </a:cubicBezTo>
                  <a:cubicBezTo>
                    <a:pt x="2842031" y="34069"/>
                    <a:pt x="2851857" y="43894"/>
                    <a:pt x="2863979" y="43894"/>
                  </a:cubicBezTo>
                  <a:close/>
                  <a:moveTo>
                    <a:pt x="2627027" y="43894"/>
                  </a:moveTo>
                  <a:cubicBezTo>
                    <a:pt x="2639149" y="43894"/>
                    <a:pt x="2648974" y="34069"/>
                    <a:pt x="2648974" y="21947"/>
                  </a:cubicBezTo>
                  <a:cubicBezTo>
                    <a:pt x="2648974" y="9826"/>
                    <a:pt x="2639149" y="0"/>
                    <a:pt x="2627027" y="0"/>
                  </a:cubicBezTo>
                  <a:cubicBezTo>
                    <a:pt x="2614906" y="0"/>
                    <a:pt x="2605079" y="9826"/>
                    <a:pt x="2605079" y="21947"/>
                  </a:cubicBezTo>
                  <a:cubicBezTo>
                    <a:pt x="2605079" y="34069"/>
                    <a:pt x="2614906" y="43894"/>
                    <a:pt x="2627027" y="43894"/>
                  </a:cubicBezTo>
                  <a:close/>
                  <a:moveTo>
                    <a:pt x="2390075" y="43894"/>
                  </a:moveTo>
                  <a:cubicBezTo>
                    <a:pt x="2402196" y="43894"/>
                    <a:pt x="2412023" y="34069"/>
                    <a:pt x="2412023" y="21947"/>
                  </a:cubicBezTo>
                  <a:cubicBezTo>
                    <a:pt x="2412023" y="9826"/>
                    <a:pt x="2402196" y="0"/>
                    <a:pt x="2390075" y="0"/>
                  </a:cubicBezTo>
                  <a:cubicBezTo>
                    <a:pt x="2377954" y="0"/>
                    <a:pt x="2368127" y="9826"/>
                    <a:pt x="2368127" y="21947"/>
                  </a:cubicBezTo>
                  <a:cubicBezTo>
                    <a:pt x="2368127" y="34069"/>
                    <a:pt x="2377954" y="43894"/>
                    <a:pt x="2390075" y="43894"/>
                  </a:cubicBezTo>
                  <a:close/>
                  <a:moveTo>
                    <a:pt x="2153124" y="43894"/>
                  </a:moveTo>
                  <a:cubicBezTo>
                    <a:pt x="2165244" y="43894"/>
                    <a:pt x="2175071" y="34069"/>
                    <a:pt x="2175071" y="21947"/>
                  </a:cubicBezTo>
                  <a:cubicBezTo>
                    <a:pt x="2175071" y="9826"/>
                    <a:pt x="2165244" y="0"/>
                    <a:pt x="2153124" y="0"/>
                  </a:cubicBezTo>
                  <a:cubicBezTo>
                    <a:pt x="2141002" y="0"/>
                    <a:pt x="2131176" y="9826"/>
                    <a:pt x="2131176" y="21947"/>
                  </a:cubicBezTo>
                  <a:cubicBezTo>
                    <a:pt x="2131176" y="34069"/>
                    <a:pt x="2141002" y="43894"/>
                    <a:pt x="2153124" y="43894"/>
                  </a:cubicBezTo>
                  <a:close/>
                  <a:moveTo>
                    <a:pt x="1917561" y="43894"/>
                  </a:moveTo>
                  <a:cubicBezTo>
                    <a:pt x="1929682" y="43894"/>
                    <a:pt x="1939509" y="34069"/>
                    <a:pt x="1939509" y="21947"/>
                  </a:cubicBezTo>
                  <a:cubicBezTo>
                    <a:pt x="1939509" y="9826"/>
                    <a:pt x="1929682" y="0"/>
                    <a:pt x="1917561" y="0"/>
                  </a:cubicBezTo>
                  <a:cubicBezTo>
                    <a:pt x="1905440" y="0"/>
                    <a:pt x="1895613" y="9826"/>
                    <a:pt x="1895613" y="21947"/>
                  </a:cubicBezTo>
                  <a:cubicBezTo>
                    <a:pt x="1895613" y="34069"/>
                    <a:pt x="1905440" y="43894"/>
                    <a:pt x="1917561" y="43894"/>
                  </a:cubicBezTo>
                  <a:close/>
                  <a:moveTo>
                    <a:pt x="1680609" y="43894"/>
                  </a:moveTo>
                  <a:cubicBezTo>
                    <a:pt x="1692731" y="43894"/>
                    <a:pt x="1702557" y="34069"/>
                    <a:pt x="1702557" y="21947"/>
                  </a:cubicBezTo>
                  <a:cubicBezTo>
                    <a:pt x="1702557" y="9826"/>
                    <a:pt x="1692731" y="0"/>
                    <a:pt x="1680609" y="0"/>
                  </a:cubicBezTo>
                  <a:cubicBezTo>
                    <a:pt x="1668488" y="0"/>
                    <a:pt x="1658662" y="9826"/>
                    <a:pt x="1658662" y="21947"/>
                  </a:cubicBezTo>
                  <a:cubicBezTo>
                    <a:pt x="1658662" y="34069"/>
                    <a:pt x="1668488" y="43894"/>
                    <a:pt x="1680609" y="43894"/>
                  </a:cubicBezTo>
                  <a:close/>
                  <a:moveTo>
                    <a:pt x="1443657" y="43894"/>
                  </a:moveTo>
                  <a:cubicBezTo>
                    <a:pt x="1455779" y="43894"/>
                    <a:pt x="1465606" y="34069"/>
                    <a:pt x="1465606" y="21947"/>
                  </a:cubicBezTo>
                  <a:cubicBezTo>
                    <a:pt x="1465606" y="9826"/>
                    <a:pt x="1455779" y="0"/>
                    <a:pt x="1443657" y="0"/>
                  </a:cubicBezTo>
                  <a:cubicBezTo>
                    <a:pt x="1431537" y="0"/>
                    <a:pt x="1421710" y="9826"/>
                    <a:pt x="1421710" y="21947"/>
                  </a:cubicBezTo>
                  <a:cubicBezTo>
                    <a:pt x="1421710" y="34069"/>
                    <a:pt x="1431537" y="43894"/>
                    <a:pt x="1443657" y="43894"/>
                  </a:cubicBezTo>
                  <a:close/>
                  <a:moveTo>
                    <a:pt x="1206706" y="43894"/>
                  </a:moveTo>
                  <a:cubicBezTo>
                    <a:pt x="1218827" y="43894"/>
                    <a:pt x="1228654" y="34069"/>
                    <a:pt x="1228654" y="21947"/>
                  </a:cubicBezTo>
                  <a:cubicBezTo>
                    <a:pt x="1228654" y="9826"/>
                    <a:pt x="1218827" y="0"/>
                    <a:pt x="1206706" y="0"/>
                  </a:cubicBezTo>
                  <a:cubicBezTo>
                    <a:pt x="1194585" y="0"/>
                    <a:pt x="1184759" y="9826"/>
                    <a:pt x="1184759" y="21947"/>
                  </a:cubicBezTo>
                  <a:cubicBezTo>
                    <a:pt x="1184759" y="34069"/>
                    <a:pt x="1194585" y="43894"/>
                    <a:pt x="1206706" y="43894"/>
                  </a:cubicBezTo>
                  <a:close/>
                  <a:moveTo>
                    <a:pt x="969754" y="43894"/>
                  </a:moveTo>
                  <a:cubicBezTo>
                    <a:pt x="981875" y="43894"/>
                    <a:pt x="991702" y="34069"/>
                    <a:pt x="991702" y="21947"/>
                  </a:cubicBezTo>
                  <a:cubicBezTo>
                    <a:pt x="991702" y="9826"/>
                    <a:pt x="981875" y="0"/>
                    <a:pt x="969754" y="0"/>
                  </a:cubicBezTo>
                  <a:cubicBezTo>
                    <a:pt x="957632" y="0"/>
                    <a:pt x="947807" y="9826"/>
                    <a:pt x="947807" y="21947"/>
                  </a:cubicBezTo>
                  <a:cubicBezTo>
                    <a:pt x="947807" y="34069"/>
                    <a:pt x="957632" y="43894"/>
                    <a:pt x="969754" y="43894"/>
                  </a:cubicBezTo>
                  <a:close/>
                  <a:moveTo>
                    <a:pt x="732802" y="43894"/>
                  </a:moveTo>
                  <a:cubicBezTo>
                    <a:pt x="744924" y="43894"/>
                    <a:pt x="754750" y="34069"/>
                    <a:pt x="754750" y="21947"/>
                  </a:cubicBezTo>
                  <a:cubicBezTo>
                    <a:pt x="754750" y="9826"/>
                    <a:pt x="744924" y="0"/>
                    <a:pt x="732802" y="0"/>
                  </a:cubicBezTo>
                  <a:cubicBezTo>
                    <a:pt x="720682" y="0"/>
                    <a:pt x="710855" y="9826"/>
                    <a:pt x="710855" y="21947"/>
                  </a:cubicBezTo>
                  <a:cubicBezTo>
                    <a:pt x="710855" y="34069"/>
                    <a:pt x="720682" y="43894"/>
                    <a:pt x="732802" y="43894"/>
                  </a:cubicBezTo>
                  <a:close/>
                  <a:moveTo>
                    <a:pt x="495851" y="43894"/>
                  </a:moveTo>
                  <a:cubicBezTo>
                    <a:pt x="507972" y="43894"/>
                    <a:pt x="517799" y="34069"/>
                    <a:pt x="517799" y="21947"/>
                  </a:cubicBezTo>
                  <a:cubicBezTo>
                    <a:pt x="517799" y="9826"/>
                    <a:pt x="507972" y="0"/>
                    <a:pt x="495851" y="0"/>
                  </a:cubicBezTo>
                  <a:cubicBezTo>
                    <a:pt x="483729" y="0"/>
                    <a:pt x="473903" y="9826"/>
                    <a:pt x="473903" y="21947"/>
                  </a:cubicBezTo>
                  <a:cubicBezTo>
                    <a:pt x="473903" y="34069"/>
                    <a:pt x="483729" y="43894"/>
                    <a:pt x="495851" y="43894"/>
                  </a:cubicBezTo>
                  <a:close/>
                  <a:moveTo>
                    <a:pt x="258899" y="43894"/>
                  </a:moveTo>
                  <a:cubicBezTo>
                    <a:pt x="271020" y="43894"/>
                    <a:pt x="280846" y="34069"/>
                    <a:pt x="280846" y="21947"/>
                  </a:cubicBezTo>
                  <a:cubicBezTo>
                    <a:pt x="280846" y="9826"/>
                    <a:pt x="271020" y="0"/>
                    <a:pt x="258899" y="0"/>
                  </a:cubicBezTo>
                  <a:cubicBezTo>
                    <a:pt x="246778" y="0"/>
                    <a:pt x="236952" y="9826"/>
                    <a:pt x="236952" y="21947"/>
                  </a:cubicBezTo>
                  <a:cubicBezTo>
                    <a:pt x="236952" y="34069"/>
                    <a:pt x="246778" y="43894"/>
                    <a:pt x="258899" y="43894"/>
                  </a:cubicBezTo>
                  <a:close/>
                  <a:moveTo>
                    <a:pt x="21947" y="43894"/>
                  </a:moveTo>
                  <a:cubicBezTo>
                    <a:pt x="34069" y="43894"/>
                    <a:pt x="43895" y="34069"/>
                    <a:pt x="43895" y="21947"/>
                  </a:cubicBezTo>
                  <a:cubicBezTo>
                    <a:pt x="43895" y="9826"/>
                    <a:pt x="34069" y="0"/>
                    <a:pt x="21947" y="0"/>
                  </a:cubicBezTo>
                  <a:cubicBezTo>
                    <a:pt x="9826" y="0"/>
                    <a:pt x="0" y="9826"/>
                    <a:pt x="0" y="21947"/>
                  </a:cubicBezTo>
                  <a:cubicBezTo>
                    <a:pt x="0" y="34069"/>
                    <a:pt x="9826" y="43894"/>
                    <a:pt x="21947" y="43894"/>
                  </a:cubicBezTo>
                  <a:close/>
                  <a:moveTo>
                    <a:pt x="5233496" y="260535"/>
                  </a:moveTo>
                  <a:cubicBezTo>
                    <a:pt x="5245616" y="260535"/>
                    <a:pt x="5255443" y="250710"/>
                    <a:pt x="5255443" y="238588"/>
                  </a:cubicBezTo>
                  <a:cubicBezTo>
                    <a:pt x="5255443" y="226468"/>
                    <a:pt x="5245616" y="216642"/>
                    <a:pt x="5233496" y="216642"/>
                  </a:cubicBezTo>
                  <a:cubicBezTo>
                    <a:pt x="5221375" y="216642"/>
                    <a:pt x="5211547" y="226468"/>
                    <a:pt x="5211547" y="238588"/>
                  </a:cubicBezTo>
                  <a:cubicBezTo>
                    <a:pt x="5211547" y="250710"/>
                    <a:pt x="5221375" y="260535"/>
                    <a:pt x="5233496" y="260535"/>
                  </a:cubicBezTo>
                  <a:close/>
                  <a:moveTo>
                    <a:pt x="4996544" y="260535"/>
                  </a:moveTo>
                  <a:cubicBezTo>
                    <a:pt x="5008665" y="260535"/>
                    <a:pt x="5018491" y="250710"/>
                    <a:pt x="5018491" y="238588"/>
                  </a:cubicBezTo>
                  <a:cubicBezTo>
                    <a:pt x="5018491" y="226468"/>
                    <a:pt x="5008665" y="216642"/>
                    <a:pt x="4996544" y="216642"/>
                  </a:cubicBezTo>
                  <a:cubicBezTo>
                    <a:pt x="4984422" y="216642"/>
                    <a:pt x="4974596" y="226468"/>
                    <a:pt x="4974596" y="238588"/>
                  </a:cubicBezTo>
                  <a:cubicBezTo>
                    <a:pt x="4974596" y="250710"/>
                    <a:pt x="4984422" y="260535"/>
                    <a:pt x="4996544" y="260535"/>
                  </a:cubicBezTo>
                  <a:close/>
                  <a:moveTo>
                    <a:pt x="4759592" y="260535"/>
                  </a:moveTo>
                  <a:cubicBezTo>
                    <a:pt x="4771713" y="260535"/>
                    <a:pt x="4781540" y="250710"/>
                    <a:pt x="4781540" y="238588"/>
                  </a:cubicBezTo>
                  <a:cubicBezTo>
                    <a:pt x="4781540" y="226468"/>
                    <a:pt x="4771713" y="216642"/>
                    <a:pt x="4759592" y="216642"/>
                  </a:cubicBezTo>
                  <a:cubicBezTo>
                    <a:pt x="4747471" y="216642"/>
                    <a:pt x="4737644" y="226468"/>
                    <a:pt x="4737644" y="238588"/>
                  </a:cubicBezTo>
                  <a:cubicBezTo>
                    <a:pt x="4737644" y="250710"/>
                    <a:pt x="4747471" y="260535"/>
                    <a:pt x="4759592" y="260535"/>
                  </a:cubicBezTo>
                  <a:close/>
                  <a:moveTo>
                    <a:pt x="4522640" y="260535"/>
                  </a:moveTo>
                  <a:cubicBezTo>
                    <a:pt x="4534762" y="260535"/>
                    <a:pt x="4544588" y="250710"/>
                    <a:pt x="4544588" y="238588"/>
                  </a:cubicBezTo>
                  <a:cubicBezTo>
                    <a:pt x="4544588" y="226468"/>
                    <a:pt x="4534762" y="216642"/>
                    <a:pt x="4522640" y="216642"/>
                  </a:cubicBezTo>
                  <a:cubicBezTo>
                    <a:pt x="4510519" y="216642"/>
                    <a:pt x="4500693" y="226468"/>
                    <a:pt x="4500693" y="238588"/>
                  </a:cubicBezTo>
                  <a:cubicBezTo>
                    <a:pt x="4500693" y="250710"/>
                    <a:pt x="4510519" y="260535"/>
                    <a:pt x="4522640" y="260535"/>
                  </a:cubicBezTo>
                  <a:close/>
                  <a:moveTo>
                    <a:pt x="4285689" y="260535"/>
                  </a:moveTo>
                  <a:cubicBezTo>
                    <a:pt x="4297810" y="260535"/>
                    <a:pt x="4307637" y="250710"/>
                    <a:pt x="4307637" y="238588"/>
                  </a:cubicBezTo>
                  <a:cubicBezTo>
                    <a:pt x="4307637" y="226468"/>
                    <a:pt x="4297810" y="216642"/>
                    <a:pt x="4285689" y="216642"/>
                  </a:cubicBezTo>
                  <a:cubicBezTo>
                    <a:pt x="4273567" y="216642"/>
                    <a:pt x="4263741" y="226468"/>
                    <a:pt x="4263741" y="238588"/>
                  </a:cubicBezTo>
                  <a:cubicBezTo>
                    <a:pt x="4263741" y="250710"/>
                    <a:pt x="4273567" y="260535"/>
                    <a:pt x="4285689" y="260535"/>
                  </a:cubicBezTo>
                  <a:close/>
                  <a:moveTo>
                    <a:pt x="4048737" y="260535"/>
                  </a:moveTo>
                  <a:cubicBezTo>
                    <a:pt x="4060858" y="260535"/>
                    <a:pt x="4070684" y="250710"/>
                    <a:pt x="4070684" y="238588"/>
                  </a:cubicBezTo>
                  <a:cubicBezTo>
                    <a:pt x="4070684" y="226468"/>
                    <a:pt x="4060858" y="216642"/>
                    <a:pt x="4048737" y="216642"/>
                  </a:cubicBezTo>
                  <a:cubicBezTo>
                    <a:pt x="4036616" y="216642"/>
                    <a:pt x="4026790" y="226468"/>
                    <a:pt x="4026790" y="238588"/>
                  </a:cubicBezTo>
                  <a:cubicBezTo>
                    <a:pt x="4026790" y="250710"/>
                    <a:pt x="4036616" y="260535"/>
                    <a:pt x="4048737" y="260535"/>
                  </a:cubicBezTo>
                  <a:close/>
                  <a:moveTo>
                    <a:pt x="3811785" y="260535"/>
                  </a:moveTo>
                  <a:cubicBezTo>
                    <a:pt x="3823907" y="260535"/>
                    <a:pt x="3833733" y="250710"/>
                    <a:pt x="3833733" y="238588"/>
                  </a:cubicBezTo>
                  <a:cubicBezTo>
                    <a:pt x="3833733" y="226468"/>
                    <a:pt x="3823907" y="216642"/>
                    <a:pt x="3811785" y="216642"/>
                  </a:cubicBezTo>
                  <a:cubicBezTo>
                    <a:pt x="3799664" y="216642"/>
                    <a:pt x="3789838" y="226468"/>
                    <a:pt x="3789838" y="238588"/>
                  </a:cubicBezTo>
                  <a:cubicBezTo>
                    <a:pt x="3789838" y="250710"/>
                    <a:pt x="3799664" y="260535"/>
                    <a:pt x="3811785" y="260535"/>
                  </a:cubicBezTo>
                  <a:close/>
                  <a:moveTo>
                    <a:pt x="3574834" y="260535"/>
                  </a:moveTo>
                  <a:cubicBezTo>
                    <a:pt x="3586955" y="260535"/>
                    <a:pt x="3596781" y="250710"/>
                    <a:pt x="3596781" y="238588"/>
                  </a:cubicBezTo>
                  <a:cubicBezTo>
                    <a:pt x="3596781" y="226468"/>
                    <a:pt x="3586955" y="216642"/>
                    <a:pt x="3574834" y="216642"/>
                  </a:cubicBezTo>
                  <a:cubicBezTo>
                    <a:pt x="3562712" y="216642"/>
                    <a:pt x="3552886" y="226468"/>
                    <a:pt x="3552886" y="238588"/>
                  </a:cubicBezTo>
                  <a:cubicBezTo>
                    <a:pt x="3552886" y="250710"/>
                    <a:pt x="3562712" y="260535"/>
                    <a:pt x="3574834" y="260535"/>
                  </a:cubicBezTo>
                  <a:close/>
                  <a:moveTo>
                    <a:pt x="3337882" y="260535"/>
                  </a:moveTo>
                  <a:cubicBezTo>
                    <a:pt x="3350004" y="260535"/>
                    <a:pt x="3359829" y="250710"/>
                    <a:pt x="3359829" y="238588"/>
                  </a:cubicBezTo>
                  <a:cubicBezTo>
                    <a:pt x="3359829" y="226468"/>
                    <a:pt x="3350004" y="216642"/>
                    <a:pt x="3337882" y="216642"/>
                  </a:cubicBezTo>
                  <a:cubicBezTo>
                    <a:pt x="3325761" y="216642"/>
                    <a:pt x="3315935" y="226468"/>
                    <a:pt x="3315935" y="238588"/>
                  </a:cubicBezTo>
                  <a:cubicBezTo>
                    <a:pt x="3315935" y="250710"/>
                    <a:pt x="3325761" y="260535"/>
                    <a:pt x="3337882" y="260535"/>
                  </a:cubicBezTo>
                  <a:close/>
                  <a:moveTo>
                    <a:pt x="3100930" y="260535"/>
                  </a:moveTo>
                  <a:cubicBezTo>
                    <a:pt x="3113052" y="260535"/>
                    <a:pt x="3122878" y="250710"/>
                    <a:pt x="3122878" y="238588"/>
                  </a:cubicBezTo>
                  <a:cubicBezTo>
                    <a:pt x="3122878" y="226468"/>
                    <a:pt x="3113052" y="216642"/>
                    <a:pt x="3100930" y="216642"/>
                  </a:cubicBezTo>
                  <a:cubicBezTo>
                    <a:pt x="3088809" y="216642"/>
                    <a:pt x="3078983" y="226468"/>
                    <a:pt x="3078983" y="238588"/>
                  </a:cubicBezTo>
                  <a:cubicBezTo>
                    <a:pt x="3078983" y="250710"/>
                    <a:pt x="3088809" y="260535"/>
                    <a:pt x="3100930" y="260535"/>
                  </a:cubicBezTo>
                  <a:close/>
                  <a:moveTo>
                    <a:pt x="2863979" y="260535"/>
                  </a:moveTo>
                  <a:cubicBezTo>
                    <a:pt x="2876100" y="260535"/>
                    <a:pt x="2885926" y="250710"/>
                    <a:pt x="2885926" y="238588"/>
                  </a:cubicBezTo>
                  <a:cubicBezTo>
                    <a:pt x="2885926" y="226468"/>
                    <a:pt x="2876100" y="216642"/>
                    <a:pt x="2863979" y="216642"/>
                  </a:cubicBezTo>
                  <a:cubicBezTo>
                    <a:pt x="2851857" y="216642"/>
                    <a:pt x="2842031" y="226468"/>
                    <a:pt x="2842031" y="238588"/>
                  </a:cubicBezTo>
                  <a:cubicBezTo>
                    <a:pt x="2842031" y="250710"/>
                    <a:pt x="2851857" y="260535"/>
                    <a:pt x="2863979" y="260535"/>
                  </a:cubicBezTo>
                  <a:close/>
                  <a:moveTo>
                    <a:pt x="2627027" y="260535"/>
                  </a:moveTo>
                  <a:cubicBezTo>
                    <a:pt x="2639149" y="260535"/>
                    <a:pt x="2648974" y="250710"/>
                    <a:pt x="2648974" y="238588"/>
                  </a:cubicBezTo>
                  <a:cubicBezTo>
                    <a:pt x="2648974" y="226468"/>
                    <a:pt x="2639149" y="216642"/>
                    <a:pt x="2627027" y="216642"/>
                  </a:cubicBezTo>
                  <a:cubicBezTo>
                    <a:pt x="2614906" y="216642"/>
                    <a:pt x="2605079" y="226468"/>
                    <a:pt x="2605079" y="238588"/>
                  </a:cubicBezTo>
                  <a:cubicBezTo>
                    <a:pt x="2605079" y="250710"/>
                    <a:pt x="2614906" y="260535"/>
                    <a:pt x="2627027" y="260535"/>
                  </a:cubicBezTo>
                  <a:close/>
                  <a:moveTo>
                    <a:pt x="2390075" y="260535"/>
                  </a:moveTo>
                  <a:cubicBezTo>
                    <a:pt x="2402196" y="260535"/>
                    <a:pt x="2412023" y="250710"/>
                    <a:pt x="2412023" y="238588"/>
                  </a:cubicBezTo>
                  <a:cubicBezTo>
                    <a:pt x="2412023" y="226468"/>
                    <a:pt x="2402196" y="216642"/>
                    <a:pt x="2390075" y="216642"/>
                  </a:cubicBezTo>
                  <a:cubicBezTo>
                    <a:pt x="2377954" y="216642"/>
                    <a:pt x="2368127" y="226468"/>
                    <a:pt x="2368127" y="238588"/>
                  </a:cubicBezTo>
                  <a:cubicBezTo>
                    <a:pt x="2368127" y="250710"/>
                    <a:pt x="2377954" y="260535"/>
                    <a:pt x="2390075" y="260535"/>
                  </a:cubicBezTo>
                  <a:close/>
                  <a:moveTo>
                    <a:pt x="2153124" y="260535"/>
                  </a:moveTo>
                  <a:cubicBezTo>
                    <a:pt x="2165244" y="260535"/>
                    <a:pt x="2175071" y="250710"/>
                    <a:pt x="2175071" y="238588"/>
                  </a:cubicBezTo>
                  <a:cubicBezTo>
                    <a:pt x="2175071" y="226468"/>
                    <a:pt x="2165244" y="216642"/>
                    <a:pt x="2153124" y="216642"/>
                  </a:cubicBezTo>
                  <a:cubicBezTo>
                    <a:pt x="2141002" y="216642"/>
                    <a:pt x="2131176" y="226468"/>
                    <a:pt x="2131176" y="238588"/>
                  </a:cubicBezTo>
                  <a:cubicBezTo>
                    <a:pt x="2131176" y="250710"/>
                    <a:pt x="2141002" y="260535"/>
                    <a:pt x="2153124" y="260535"/>
                  </a:cubicBezTo>
                  <a:close/>
                  <a:moveTo>
                    <a:pt x="1917561" y="260535"/>
                  </a:moveTo>
                  <a:cubicBezTo>
                    <a:pt x="1929682" y="260535"/>
                    <a:pt x="1939509" y="250710"/>
                    <a:pt x="1939509" y="238588"/>
                  </a:cubicBezTo>
                  <a:cubicBezTo>
                    <a:pt x="1939509" y="226468"/>
                    <a:pt x="1929682" y="216642"/>
                    <a:pt x="1917561" y="216642"/>
                  </a:cubicBezTo>
                  <a:cubicBezTo>
                    <a:pt x="1905440" y="216642"/>
                    <a:pt x="1895613" y="226468"/>
                    <a:pt x="1895613" y="238588"/>
                  </a:cubicBezTo>
                  <a:cubicBezTo>
                    <a:pt x="1895613" y="250710"/>
                    <a:pt x="1905440" y="260535"/>
                    <a:pt x="1917561" y="260535"/>
                  </a:cubicBezTo>
                  <a:close/>
                  <a:moveTo>
                    <a:pt x="1680609" y="260535"/>
                  </a:moveTo>
                  <a:cubicBezTo>
                    <a:pt x="1692731" y="260535"/>
                    <a:pt x="1702557" y="250710"/>
                    <a:pt x="1702557" y="238588"/>
                  </a:cubicBezTo>
                  <a:cubicBezTo>
                    <a:pt x="1702557" y="226468"/>
                    <a:pt x="1692731" y="216642"/>
                    <a:pt x="1680609" y="216642"/>
                  </a:cubicBezTo>
                  <a:cubicBezTo>
                    <a:pt x="1668488" y="216642"/>
                    <a:pt x="1658662" y="226468"/>
                    <a:pt x="1658662" y="238588"/>
                  </a:cubicBezTo>
                  <a:cubicBezTo>
                    <a:pt x="1658662" y="250710"/>
                    <a:pt x="1668488" y="260535"/>
                    <a:pt x="1680609" y="260535"/>
                  </a:cubicBezTo>
                  <a:close/>
                  <a:moveTo>
                    <a:pt x="1443657" y="260535"/>
                  </a:moveTo>
                  <a:cubicBezTo>
                    <a:pt x="1455779" y="260535"/>
                    <a:pt x="1465606" y="250710"/>
                    <a:pt x="1465606" y="238588"/>
                  </a:cubicBezTo>
                  <a:cubicBezTo>
                    <a:pt x="1465606" y="226468"/>
                    <a:pt x="1455779" y="216642"/>
                    <a:pt x="1443657" y="216642"/>
                  </a:cubicBezTo>
                  <a:cubicBezTo>
                    <a:pt x="1431537" y="216642"/>
                    <a:pt x="1421710" y="226468"/>
                    <a:pt x="1421710" y="238588"/>
                  </a:cubicBezTo>
                  <a:cubicBezTo>
                    <a:pt x="1421710" y="250710"/>
                    <a:pt x="1431537" y="260535"/>
                    <a:pt x="1443657" y="260535"/>
                  </a:cubicBezTo>
                  <a:close/>
                  <a:moveTo>
                    <a:pt x="1206706" y="260535"/>
                  </a:moveTo>
                  <a:cubicBezTo>
                    <a:pt x="1218827" y="260535"/>
                    <a:pt x="1228654" y="250710"/>
                    <a:pt x="1228654" y="238588"/>
                  </a:cubicBezTo>
                  <a:cubicBezTo>
                    <a:pt x="1228654" y="226468"/>
                    <a:pt x="1218827" y="216642"/>
                    <a:pt x="1206706" y="216642"/>
                  </a:cubicBezTo>
                  <a:cubicBezTo>
                    <a:pt x="1194585" y="216642"/>
                    <a:pt x="1184759" y="226468"/>
                    <a:pt x="1184759" y="238588"/>
                  </a:cubicBezTo>
                  <a:cubicBezTo>
                    <a:pt x="1184759" y="250710"/>
                    <a:pt x="1194585" y="260535"/>
                    <a:pt x="1206706" y="260535"/>
                  </a:cubicBezTo>
                  <a:close/>
                  <a:moveTo>
                    <a:pt x="969754" y="260535"/>
                  </a:moveTo>
                  <a:cubicBezTo>
                    <a:pt x="981875" y="260535"/>
                    <a:pt x="991702" y="250710"/>
                    <a:pt x="991702" y="238588"/>
                  </a:cubicBezTo>
                  <a:cubicBezTo>
                    <a:pt x="991702" y="226468"/>
                    <a:pt x="981875" y="216642"/>
                    <a:pt x="969754" y="216642"/>
                  </a:cubicBezTo>
                  <a:cubicBezTo>
                    <a:pt x="957632" y="216642"/>
                    <a:pt x="947807" y="226468"/>
                    <a:pt x="947807" y="238588"/>
                  </a:cubicBezTo>
                  <a:cubicBezTo>
                    <a:pt x="947807" y="250710"/>
                    <a:pt x="957632" y="260535"/>
                    <a:pt x="969754" y="260535"/>
                  </a:cubicBezTo>
                  <a:close/>
                  <a:moveTo>
                    <a:pt x="732802" y="260535"/>
                  </a:moveTo>
                  <a:cubicBezTo>
                    <a:pt x="744924" y="260535"/>
                    <a:pt x="754750" y="250710"/>
                    <a:pt x="754750" y="238588"/>
                  </a:cubicBezTo>
                  <a:cubicBezTo>
                    <a:pt x="754750" y="226468"/>
                    <a:pt x="744924" y="216642"/>
                    <a:pt x="732802" y="216642"/>
                  </a:cubicBezTo>
                  <a:cubicBezTo>
                    <a:pt x="720682" y="216642"/>
                    <a:pt x="710855" y="226468"/>
                    <a:pt x="710855" y="238588"/>
                  </a:cubicBezTo>
                  <a:cubicBezTo>
                    <a:pt x="710855" y="250710"/>
                    <a:pt x="720682" y="260535"/>
                    <a:pt x="732802" y="260535"/>
                  </a:cubicBezTo>
                  <a:close/>
                  <a:moveTo>
                    <a:pt x="495851" y="260535"/>
                  </a:moveTo>
                  <a:cubicBezTo>
                    <a:pt x="507972" y="260535"/>
                    <a:pt x="517799" y="250710"/>
                    <a:pt x="517799" y="238588"/>
                  </a:cubicBezTo>
                  <a:cubicBezTo>
                    <a:pt x="517799" y="226468"/>
                    <a:pt x="507972" y="216642"/>
                    <a:pt x="495851" y="216642"/>
                  </a:cubicBezTo>
                  <a:cubicBezTo>
                    <a:pt x="483729" y="216642"/>
                    <a:pt x="473903" y="226468"/>
                    <a:pt x="473903" y="238588"/>
                  </a:cubicBezTo>
                  <a:cubicBezTo>
                    <a:pt x="473903" y="250710"/>
                    <a:pt x="483729" y="260535"/>
                    <a:pt x="495851" y="260535"/>
                  </a:cubicBezTo>
                  <a:close/>
                  <a:moveTo>
                    <a:pt x="258899" y="260535"/>
                  </a:moveTo>
                  <a:cubicBezTo>
                    <a:pt x="271020" y="260535"/>
                    <a:pt x="280846" y="250710"/>
                    <a:pt x="280846" y="238588"/>
                  </a:cubicBezTo>
                  <a:cubicBezTo>
                    <a:pt x="280846" y="226468"/>
                    <a:pt x="271020" y="216642"/>
                    <a:pt x="258899" y="216642"/>
                  </a:cubicBezTo>
                  <a:cubicBezTo>
                    <a:pt x="246778" y="216642"/>
                    <a:pt x="236952" y="226468"/>
                    <a:pt x="236952" y="238588"/>
                  </a:cubicBezTo>
                  <a:cubicBezTo>
                    <a:pt x="236952" y="250710"/>
                    <a:pt x="246778" y="260535"/>
                    <a:pt x="258899" y="260535"/>
                  </a:cubicBezTo>
                  <a:close/>
                  <a:moveTo>
                    <a:pt x="5233496" y="477177"/>
                  </a:moveTo>
                  <a:cubicBezTo>
                    <a:pt x="5245616" y="477177"/>
                    <a:pt x="5255443" y="467352"/>
                    <a:pt x="5255443" y="455230"/>
                  </a:cubicBezTo>
                  <a:cubicBezTo>
                    <a:pt x="5255443" y="443109"/>
                    <a:pt x="5245616" y="433283"/>
                    <a:pt x="5233496" y="433283"/>
                  </a:cubicBezTo>
                  <a:cubicBezTo>
                    <a:pt x="5221375" y="433283"/>
                    <a:pt x="5211547" y="443109"/>
                    <a:pt x="5211547" y="455230"/>
                  </a:cubicBezTo>
                  <a:cubicBezTo>
                    <a:pt x="5211547" y="467352"/>
                    <a:pt x="5221375" y="477177"/>
                    <a:pt x="5233496" y="477177"/>
                  </a:cubicBezTo>
                  <a:close/>
                  <a:moveTo>
                    <a:pt x="4996544" y="477177"/>
                  </a:moveTo>
                  <a:cubicBezTo>
                    <a:pt x="5008665" y="477177"/>
                    <a:pt x="5018491" y="467352"/>
                    <a:pt x="5018491" y="455230"/>
                  </a:cubicBezTo>
                  <a:cubicBezTo>
                    <a:pt x="5018491" y="443109"/>
                    <a:pt x="5008665" y="433283"/>
                    <a:pt x="4996544" y="433283"/>
                  </a:cubicBezTo>
                  <a:cubicBezTo>
                    <a:pt x="4984422" y="433283"/>
                    <a:pt x="4974596" y="443109"/>
                    <a:pt x="4974596" y="455230"/>
                  </a:cubicBezTo>
                  <a:cubicBezTo>
                    <a:pt x="4974596" y="467352"/>
                    <a:pt x="4984422" y="477177"/>
                    <a:pt x="4996544" y="477177"/>
                  </a:cubicBezTo>
                  <a:close/>
                  <a:moveTo>
                    <a:pt x="4759592" y="477177"/>
                  </a:moveTo>
                  <a:cubicBezTo>
                    <a:pt x="4771713" y="477177"/>
                    <a:pt x="4781540" y="467352"/>
                    <a:pt x="4781540" y="455230"/>
                  </a:cubicBezTo>
                  <a:cubicBezTo>
                    <a:pt x="4781540" y="443109"/>
                    <a:pt x="4771713" y="433283"/>
                    <a:pt x="4759592" y="433283"/>
                  </a:cubicBezTo>
                  <a:cubicBezTo>
                    <a:pt x="4747471" y="433283"/>
                    <a:pt x="4737644" y="443109"/>
                    <a:pt x="4737644" y="455230"/>
                  </a:cubicBezTo>
                  <a:cubicBezTo>
                    <a:pt x="4737644" y="467352"/>
                    <a:pt x="4747471" y="477177"/>
                    <a:pt x="4759592" y="477177"/>
                  </a:cubicBezTo>
                  <a:close/>
                  <a:moveTo>
                    <a:pt x="4522640" y="477177"/>
                  </a:moveTo>
                  <a:cubicBezTo>
                    <a:pt x="4534762" y="477177"/>
                    <a:pt x="4544588" y="467352"/>
                    <a:pt x="4544588" y="455230"/>
                  </a:cubicBezTo>
                  <a:cubicBezTo>
                    <a:pt x="4544588" y="443109"/>
                    <a:pt x="4534762" y="433283"/>
                    <a:pt x="4522640" y="433283"/>
                  </a:cubicBezTo>
                  <a:cubicBezTo>
                    <a:pt x="4510519" y="433283"/>
                    <a:pt x="4500693" y="443109"/>
                    <a:pt x="4500693" y="455230"/>
                  </a:cubicBezTo>
                  <a:cubicBezTo>
                    <a:pt x="4500693" y="467352"/>
                    <a:pt x="4510519" y="477177"/>
                    <a:pt x="4522640" y="477177"/>
                  </a:cubicBezTo>
                  <a:close/>
                  <a:moveTo>
                    <a:pt x="4285689" y="477177"/>
                  </a:moveTo>
                  <a:cubicBezTo>
                    <a:pt x="4297810" y="477177"/>
                    <a:pt x="4307637" y="467352"/>
                    <a:pt x="4307637" y="455230"/>
                  </a:cubicBezTo>
                  <a:cubicBezTo>
                    <a:pt x="4307637" y="443109"/>
                    <a:pt x="4297810" y="433283"/>
                    <a:pt x="4285689" y="433283"/>
                  </a:cubicBezTo>
                  <a:cubicBezTo>
                    <a:pt x="4273567" y="433283"/>
                    <a:pt x="4263741" y="443109"/>
                    <a:pt x="4263741" y="455230"/>
                  </a:cubicBezTo>
                  <a:cubicBezTo>
                    <a:pt x="4263741" y="467352"/>
                    <a:pt x="4273567" y="477177"/>
                    <a:pt x="4285689" y="477177"/>
                  </a:cubicBezTo>
                  <a:close/>
                  <a:moveTo>
                    <a:pt x="4048737" y="477177"/>
                  </a:moveTo>
                  <a:cubicBezTo>
                    <a:pt x="4060858" y="477177"/>
                    <a:pt x="4070684" y="467352"/>
                    <a:pt x="4070684" y="455230"/>
                  </a:cubicBezTo>
                  <a:cubicBezTo>
                    <a:pt x="4070684" y="443109"/>
                    <a:pt x="4060858" y="433283"/>
                    <a:pt x="4048737" y="433283"/>
                  </a:cubicBezTo>
                  <a:cubicBezTo>
                    <a:pt x="4036616" y="433283"/>
                    <a:pt x="4026790" y="443109"/>
                    <a:pt x="4026790" y="455230"/>
                  </a:cubicBezTo>
                  <a:cubicBezTo>
                    <a:pt x="4026790" y="467352"/>
                    <a:pt x="4036616" y="477177"/>
                    <a:pt x="4048737" y="477177"/>
                  </a:cubicBezTo>
                  <a:close/>
                  <a:moveTo>
                    <a:pt x="3811785" y="477177"/>
                  </a:moveTo>
                  <a:cubicBezTo>
                    <a:pt x="3823907" y="477177"/>
                    <a:pt x="3833733" y="467352"/>
                    <a:pt x="3833733" y="455230"/>
                  </a:cubicBezTo>
                  <a:cubicBezTo>
                    <a:pt x="3833733" y="443109"/>
                    <a:pt x="3823907" y="433283"/>
                    <a:pt x="3811785" y="433283"/>
                  </a:cubicBezTo>
                  <a:cubicBezTo>
                    <a:pt x="3799664" y="433283"/>
                    <a:pt x="3789838" y="443109"/>
                    <a:pt x="3789838" y="455230"/>
                  </a:cubicBezTo>
                  <a:cubicBezTo>
                    <a:pt x="3789838" y="467352"/>
                    <a:pt x="3799664" y="477177"/>
                    <a:pt x="3811785" y="477177"/>
                  </a:cubicBezTo>
                  <a:close/>
                  <a:moveTo>
                    <a:pt x="3574834" y="477177"/>
                  </a:moveTo>
                  <a:cubicBezTo>
                    <a:pt x="3586955" y="477177"/>
                    <a:pt x="3596781" y="467352"/>
                    <a:pt x="3596781" y="455230"/>
                  </a:cubicBezTo>
                  <a:cubicBezTo>
                    <a:pt x="3596781" y="443109"/>
                    <a:pt x="3586955" y="433283"/>
                    <a:pt x="3574834" y="433283"/>
                  </a:cubicBezTo>
                  <a:cubicBezTo>
                    <a:pt x="3562712" y="433283"/>
                    <a:pt x="3552886" y="443109"/>
                    <a:pt x="3552886" y="455230"/>
                  </a:cubicBezTo>
                  <a:cubicBezTo>
                    <a:pt x="3552886" y="467352"/>
                    <a:pt x="3562712" y="477177"/>
                    <a:pt x="3574834" y="477177"/>
                  </a:cubicBezTo>
                  <a:close/>
                  <a:moveTo>
                    <a:pt x="3337882" y="477177"/>
                  </a:moveTo>
                  <a:cubicBezTo>
                    <a:pt x="3350004" y="477177"/>
                    <a:pt x="3359829" y="467352"/>
                    <a:pt x="3359829" y="455230"/>
                  </a:cubicBezTo>
                  <a:cubicBezTo>
                    <a:pt x="3359829" y="443109"/>
                    <a:pt x="3350004" y="433283"/>
                    <a:pt x="3337882" y="433283"/>
                  </a:cubicBezTo>
                  <a:cubicBezTo>
                    <a:pt x="3325761" y="433283"/>
                    <a:pt x="3315935" y="443109"/>
                    <a:pt x="3315935" y="455230"/>
                  </a:cubicBezTo>
                  <a:cubicBezTo>
                    <a:pt x="3315935" y="467352"/>
                    <a:pt x="3325761" y="477177"/>
                    <a:pt x="3337882" y="477177"/>
                  </a:cubicBezTo>
                  <a:close/>
                  <a:moveTo>
                    <a:pt x="3100930" y="477177"/>
                  </a:moveTo>
                  <a:cubicBezTo>
                    <a:pt x="3113052" y="477177"/>
                    <a:pt x="3122878" y="467352"/>
                    <a:pt x="3122878" y="455230"/>
                  </a:cubicBezTo>
                  <a:cubicBezTo>
                    <a:pt x="3122878" y="443109"/>
                    <a:pt x="3113052" y="433283"/>
                    <a:pt x="3100930" y="433283"/>
                  </a:cubicBezTo>
                  <a:cubicBezTo>
                    <a:pt x="3088809" y="433283"/>
                    <a:pt x="3078983" y="443109"/>
                    <a:pt x="3078983" y="455230"/>
                  </a:cubicBezTo>
                  <a:cubicBezTo>
                    <a:pt x="3078983" y="467352"/>
                    <a:pt x="3088809" y="477177"/>
                    <a:pt x="3100930" y="477177"/>
                  </a:cubicBezTo>
                  <a:close/>
                  <a:moveTo>
                    <a:pt x="2863979" y="477177"/>
                  </a:moveTo>
                  <a:cubicBezTo>
                    <a:pt x="2876100" y="477177"/>
                    <a:pt x="2885926" y="467352"/>
                    <a:pt x="2885926" y="455230"/>
                  </a:cubicBezTo>
                  <a:cubicBezTo>
                    <a:pt x="2885926" y="443109"/>
                    <a:pt x="2876100" y="433283"/>
                    <a:pt x="2863979" y="433283"/>
                  </a:cubicBezTo>
                  <a:cubicBezTo>
                    <a:pt x="2851857" y="433283"/>
                    <a:pt x="2842031" y="443109"/>
                    <a:pt x="2842031" y="455230"/>
                  </a:cubicBezTo>
                  <a:cubicBezTo>
                    <a:pt x="2842031" y="467352"/>
                    <a:pt x="2851857" y="477177"/>
                    <a:pt x="2863979" y="477177"/>
                  </a:cubicBezTo>
                  <a:close/>
                  <a:moveTo>
                    <a:pt x="2627027" y="477177"/>
                  </a:moveTo>
                  <a:cubicBezTo>
                    <a:pt x="2639149" y="477177"/>
                    <a:pt x="2648974" y="467352"/>
                    <a:pt x="2648974" y="455230"/>
                  </a:cubicBezTo>
                  <a:cubicBezTo>
                    <a:pt x="2648974" y="443109"/>
                    <a:pt x="2639149" y="433283"/>
                    <a:pt x="2627027" y="433283"/>
                  </a:cubicBezTo>
                  <a:cubicBezTo>
                    <a:pt x="2614906" y="433283"/>
                    <a:pt x="2605079" y="443109"/>
                    <a:pt x="2605079" y="455230"/>
                  </a:cubicBezTo>
                  <a:cubicBezTo>
                    <a:pt x="2605079" y="467352"/>
                    <a:pt x="2614906" y="477177"/>
                    <a:pt x="2627027" y="477177"/>
                  </a:cubicBezTo>
                  <a:close/>
                  <a:moveTo>
                    <a:pt x="2390075" y="477177"/>
                  </a:moveTo>
                  <a:cubicBezTo>
                    <a:pt x="2402196" y="477177"/>
                    <a:pt x="2412023" y="467352"/>
                    <a:pt x="2412023" y="455230"/>
                  </a:cubicBezTo>
                  <a:cubicBezTo>
                    <a:pt x="2412023" y="443109"/>
                    <a:pt x="2402196" y="433283"/>
                    <a:pt x="2390075" y="433283"/>
                  </a:cubicBezTo>
                  <a:cubicBezTo>
                    <a:pt x="2377954" y="433283"/>
                    <a:pt x="2368127" y="443109"/>
                    <a:pt x="2368127" y="455230"/>
                  </a:cubicBezTo>
                  <a:cubicBezTo>
                    <a:pt x="2368127" y="467352"/>
                    <a:pt x="2377954" y="477177"/>
                    <a:pt x="2390075" y="477177"/>
                  </a:cubicBezTo>
                  <a:close/>
                  <a:moveTo>
                    <a:pt x="2153124" y="477177"/>
                  </a:moveTo>
                  <a:cubicBezTo>
                    <a:pt x="2165244" y="477177"/>
                    <a:pt x="2175071" y="467352"/>
                    <a:pt x="2175071" y="455230"/>
                  </a:cubicBezTo>
                  <a:cubicBezTo>
                    <a:pt x="2175071" y="443109"/>
                    <a:pt x="2165244" y="433283"/>
                    <a:pt x="2153124" y="433283"/>
                  </a:cubicBezTo>
                  <a:cubicBezTo>
                    <a:pt x="2141002" y="433283"/>
                    <a:pt x="2131176" y="443109"/>
                    <a:pt x="2131176" y="455230"/>
                  </a:cubicBezTo>
                  <a:cubicBezTo>
                    <a:pt x="2131176" y="467352"/>
                    <a:pt x="2141002" y="477177"/>
                    <a:pt x="2153124" y="477177"/>
                  </a:cubicBezTo>
                  <a:close/>
                  <a:moveTo>
                    <a:pt x="1917561" y="477177"/>
                  </a:moveTo>
                  <a:cubicBezTo>
                    <a:pt x="1929682" y="477177"/>
                    <a:pt x="1939509" y="467352"/>
                    <a:pt x="1939509" y="455230"/>
                  </a:cubicBezTo>
                  <a:cubicBezTo>
                    <a:pt x="1939509" y="443109"/>
                    <a:pt x="1929682" y="433283"/>
                    <a:pt x="1917561" y="433283"/>
                  </a:cubicBezTo>
                  <a:cubicBezTo>
                    <a:pt x="1905440" y="433283"/>
                    <a:pt x="1895613" y="443109"/>
                    <a:pt x="1895613" y="455230"/>
                  </a:cubicBezTo>
                  <a:cubicBezTo>
                    <a:pt x="1895613" y="467352"/>
                    <a:pt x="1905440" y="477177"/>
                    <a:pt x="1917561" y="477177"/>
                  </a:cubicBezTo>
                  <a:close/>
                  <a:moveTo>
                    <a:pt x="1680609" y="477177"/>
                  </a:moveTo>
                  <a:cubicBezTo>
                    <a:pt x="1692731" y="477177"/>
                    <a:pt x="1702557" y="467352"/>
                    <a:pt x="1702557" y="455230"/>
                  </a:cubicBezTo>
                  <a:cubicBezTo>
                    <a:pt x="1702557" y="443109"/>
                    <a:pt x="1692731" y="433283"/>
                    <a:pt x="1680609" y="433283"/>
                  </a:cubicBezTo>
                  <a:cubicBezTo>
                    <a:pt x="1668488" y="433283"/>
                    <a:pt x="1658662" y="443109"/>
                    <a:pt x="1658662" y="455230"/>
                  </a:cubicBezTo>
                  <a:cubicBezTo>
                    <a:pt x="1658662" y="467352"/>
                    <a:pt x="1668488" y="477177"/>
                    <a:pt x="1680609" y="477177"/>
                  </a:cubicBezTo>
                  <a:close/>
                  <a:moveTo>
                    <a:pt x="1443657" y="477177"/>
                  </a:moveTo>
                  <a:cubicBezTo>
                    <a:pt x="1455779" y="477177"/>
                    <a:pt x="1465606" y="467352"/>
                    <a:pt x="1465606" y="455230"/>
                  </a:cubicBezTo>
                  <a:cubicBezTo>
                    <a:pt x="1465606" y="443109"/>
                    <a:pt x="1455779" y="433283"/>
                    <a:pt x="1443657" y="433283"/>
                  </a:cubicBezTo>
                  <a:cubicBezTo>
                    <a:pt x="1431537" y="433283"/>
                    <a:pt x="1421710" y="443109"/>
                    <a:pt x="1421710" y="455230"/>
                  </a:cubicBezTo>
                  <a:cubicBezTo>
                    <a:pt x="1421710" y="467352"/>
                    <a:pt x="1431537" y="477177"/>
                    <a:pt x="1443657" y="477177"/>
                  </a:cubicBezTo>
                  <a:close/>
                  <a:moveTo>
                    <a:pt x="1206706" y="477177"/>
                  </a:moveTo>
                  <a:cubicBezTo>
                    <a:pt x="1218827" y="477177"/>
                    <a:pt x="1228654" y="467352"/>
                    <a:pt x="1228654" y="455230"/>
                  </a:cubicBezTo>
                  <a:cubicBezTo>
                    <a:pt x="1228654" y="443109"/>
                    <a:pt x="1218827" y="433283"/>
                    <a:pt x="1206706" y="433283"/>
                  </a:cubicBezTo>
                  <a:cubicBezTo>
                    <a:pt x="1194585" y="433283"/>
                    <a:pt x="1184759" y="443109"/>
                    <a:pt x="1184759" y="455230"/>
                  </a:cubicBezTo>
                  <a:cubicBezTo>
                    <a:pt x="1184759" y="467352"/>
                    <a:pt x="1194585" y="477177"/>
                    <a:pt x="1206706" y="477177"/>
                  </a:cubicBezTo>
                  <a:close/>
                  <a:moveTo>
                    <a:pt x="969754" y="477177"/>
                  </a:moveTo>
                  <a:cubicBezTo>
                    <a:pt x="981875" y="477177"/>
                    <a:pt x="991702" y="467352"/>
                    <a:pt x="991702" y="455230"/>
                  </a:cubicBezTo>
                  <a:cubicBezTo>
                    <a:pt x="991702" y="443109"/>
                    <a:pt x="981875" y="433283"/>
                    <a:pt x="969754" y="433283"/>
                  </a:cubicBezTo>
                  <a:cubicBezTo>
                    <a:pt x="957632" y="433283"/>
                    <a:pt x="947807" y="443109"/>
                    <a:pt x="947807" y="455230"/>
                  </a:cubicBezTo>
                  <a:cubicBezTo>
                    <a:pt x="947807" y="467352"/>
                    <a:pt x="957632" y="477177"/>
                    <a:pt x="969754" y="477177"/>
                  </a:cubicBezTo>
                  <a:close/>
                  <a:moveTo>
                    <a:pt x="732802" y="477177"/>
                  </a:moveTo>
                  <a:cubicBezTo>
                    <a:pt x="744924" y="477177"/>
                    <a:pt x="754750" y="467352"/>
                    <a:pt x="754750" y="455230"/>
                  </a:cubicBezTo>
                  <a:cubicBezTo>
                    <a:pt x="754750" y="443109"/>
                    <a:pt x="744924" y="433283"/>
                    <a:pt x="732802" y="433283"/>
                  </a:cubicBezTo>
                  <a:cubicBezTo>
                    <a:pt x="720682" y="433283"/>
                    <a:pt x="710855" y="443109"/>
                    <a:pt x="710855" y="455230"/>
                  </a:cubicBezTo>
                  <a:cubicBezTo>
                    <a:pt x="710855" y="467352"/>
                    <a:pt x="720682" y="477177"/>
                    <a:pt x="732802" y="477177"/>
                  </a:cubicBezTo>
                  <a:close/>
                  <a:moveTo>
                    <a:pt x="495851" y="477177"/>
                  </a:moveTo>
                  <a:cubicBezTo>
                    <a:pt x="507972" y="477177"/>
                    <a:pt x="517799" y="467352"/>
                    <a:pt x="517799" y="455230"/>
                  </a:cubicBezTo>
                  <a:cubicBezTo>
                    <a:pt x="517799" y="443109"/>
                    <a:pt x="507972" y="433283"/>
                    <a:pt x="495851" y="433283"/>
                  </a:cubicBezTo>
                  <a:cubicBezTo>
                    <a:pt x="483729" y="433283"/>
                    <a:pt x="473903" y="443109"/>
                    <a:pt x="473903" y="455230"/>
                  </a:cubicBezTo>
                  <a:cubicBezTo>
                    <a:pt x="473903" y="467352"/>
                    <a:pt x="483729" y="477177"/>
                    <a:pt x="495851" y="477177"/>
                  </a:cubicBezTo>
                  <a:close/>
                  <a:moveTo>
                    <a:pt x="258899" y="477177"/>
                  </a:moveTo>
                  <a:cubicBezTo>
                    <a:pt x="271020" y="477177"/>
                    <a:pt x="280846" y="467352"/>
                    <a:pt x="280846" y="455230"/>
                  </a:cubicBezTo>
                  <a:cubicBezTo>
                    <a:pt x="280846" y="443109"/>
                    <a:pt x="271020" y="433283"/>
                    <a:pt x="258899" y="433283"/>
                  </a:cubicBezTo>
                  <a:cubicBezTo>
                    <a:pt x="246778" y="433283"/>
                    <a:pt x="236952" y="443109"/>
                    <a:pt x="236952" y="455230"/>
                  </a:cubicBezTo>
                  <a:cubicBezTo>
                    <a:pt x="236952" y="467352"/>
                    <a:pt x="246778" y="477177"/>
                    <a:pt x="258899" y="477177"/>
                  </a:cubicBezTo>
                  <a:close/>
                  <a:moveTo>
                    <a:pt x="4996544" y="693818"/>
                  </a:moveTo>
                  <a:cubicBezTo>
                    <a:pt x="5008665" y="693818"/>
                    <a:pt x="5018491" y="683993"/>
                    <a:pt x="5018491" y="671872"/>
                  </a:cubicBezTo>
                  <a:cubicBezTo>
                    <a:pt x="5018491" y="659750"/>
                    <a:pt x="5008665" y="649925"/>
                    <a:pt x="4996544" y="649925"/>
                  </a:cubicBezTo>
                  <a:cubicBezTo>
                    <a:pt x="4984422" y="649925"/>
                    <a:pt x="4974596" y="659750"/>
                    <a:pt x="4974596" y="671872"/>
                  </a:cubicBezTo>
                  <a:cubicBezTo>
                    <a:pt x="4974596" y="683993"/>
                    <a:pt x="4984422" y="693818"/>
                    <a:pt x="4996544" y="693818"/>
                  </a:cubicBezTo>
                  <a:close/>
                  <a:moveTo>
                    <a:pt x="4759592" y="693818"/>
                  </a:moveTo>
                  <a:cubicBezTo>
                    <a:pt x="4771713" y="693818"/>
                    <a:pt x="4781540" y="683993"/>
                    <a:pt x="4781540" y="671872"/>
                  </a:cubicBezTo>
                  <a:cubicBezTo>
                    <a:pt x="4781540" y="659750"/>
                    <a:pt x="4771713" y="649925"/>
                    <a:pt x="4759592" y="649925"/>
                  </a:cubicBezTo>
                  <a:cubicBezTo>
                    <a:pt x="4747471" y="649925"/>
                    <a:pt x="4737644" y="659750"/>
                    <a:pt x="4737644" y="671872"/>
                  </a:cubicBezTo>
                  <a:cubicBezTo>
                    <a:pt x="4737644" y="683993"/>
                    <a:pt x="4747471" y="693818"/>
                    <a:pt x="4759592" y="693818"/>
                  </a:cubicBezTo>
                  <a:close/>
                  <a:moveTo>
                    <a:pt x="4522640" y="693818"/>
                  </a:moveTo>
                  <a:cubicBezTo>
                    <a:pt x="4534762" y="693818"/>
                    <a:pt x="4544588" y="683993"/>
                    <a:pt x="4544588" y="671872"/>
                  </a:cubicBezTo>
                  <a:cubicBezTo>
                    <a:pt x="4544588" y="659750"/>
                    <a:pt x="4534762" y="649925"/>
                    <a:pt x="4522640" y="649925"/>
                  </a:cubicBezTo>
                  <a:cubicBezTo>
                    <a:pt x="4510519" y="649925"/>
                    <a:pt x="4500693" y="659750"/>
                    <a:pt x="4500693" y="671872"/>
                  </a:cubicBezTo>
                  <a:cubicBezTo>
                    <a:pt x="4500693" y="683993"/>
                    <a:pt x="4510519" y="693818"/>
                    <a:pt x="4522640" y="693818"/>
                  </a:cubicBezTo>
                  <a:close/>
                  <a:moveTo>
                    <a:pt x="4285689" y="693818"/>
                  </a:moveTo>
                  <a:cubicBezTo>
                    <a:pt x="4297810" y="693818"/>
                    <a:pt x="4307637" y="683993"/>
                    <a:pt x="4307637" y="671872"/>
                  </a:cubicBezTo>
                  <a:cubicBezTo>
                    <a:pt x="4307637" y="659750"/>
                    <a:pt x="4297810" y="649925"/>
                    <a:pt x="4285689" y="649925"/>
                  </a:cubicBezTo>
                  <a:cubicBezTo>
                    <a:pt x="4273567" y="649925"/>
                    <a:pt x="4263741" y="659750"/>
                    <a:pt x="4263741" y="671872"/>
                  </a:cubicBezTo>
                  <a:cubicBezTo>
                    <a:pt x="4263741" y="683993"/>
                    <a:pt x="4273567" y="693818"/>
                    <a:pt x="4285689" y="693818"/>
                  </a:cubicBezTo>
                  <a:close/>
                  <a:moveTo>
                    <a:pt x="4048737" y="693818"/>
                  </a:moveTo>
                  <a:cubicBezTo>
                    <a:pt x="4060858" y="693818"/>
                    <a:pt x="4070684" y="683993"/>
                    <a:pt x="4070684" y="671872"/>
                  </a:cubicBezTo>
                  <a:cubicBezTo>
                    <a:pt x="4070684" y="659750"/>
                    <a:pt x="4060858" y="649925"/>
                    <a:pt x="4048737" y="649925"/>
                  </a:cubicBezTo>
                  <a:cubicBezTo>
                    <a:pt x="4036616" y="649925"/>
                    <a:pt x="4026790" y="659750"/>
                    <a:pt x="4026790" y="671872"/>
                  </a:cubicBezTo>
                  <a:cubicBezTo>
                    <a:pt x="4026790" y="683993"/>
                    <a:pt x="4036616" y="693818"/>
                    <a:pt x="4048737" y="693818"/>
                  </a:cubicBezTo>
                  <a:close/>
                  <a:moveTo>
                    <a:pt x="3811785" y="693818"/>
                  </a:moveTo>
                  <a:cubicBezTo>
                    <a:pt x="3823907" y="693818"/>
                    <a:pt x="3833733" y="683993"/>
                    <a:pt x="3833733" y="671872"/>
                  </a:cubicBezTo>
                  <a:cubicBezTo>
                    <a:pt x="3833733" y="659750"/>
                    <a:pt x="3823907" y="649925"/>
                    <a:pt x="3811785" y="649925"/>
                  </a:cubicBezTo>
                  <a:cubicBezTo>
                    <a:pt x="3799664" y="649925"/>
                    <a:pt x="3789838" y="659750"/>
                    <a:pt x="3789838" y="671872"/>
                  </a:cubicBezTo>
                  <a:cubicBezTo>
                    <a:pt x="3789838" y="683993"/>
                    <a:pt x="3799664" y="693818"/>
                    <a:pt x="3811785" y="693818"/>
                  </a:cubicBezTo>
                  <a:close/>
                  <a:moveTo>
                    <a:pt x="3574834" y="693818"/>
                  </a:moveTo>
                  <a:cubicBezTo>
                    <a:pt x="3586955" y="693818"/>
                    <a:pt x="3596781" y="683993"/>
                    <a:pt x="3596781" y="671872"/>
                  </a:cubicBezTo>
                  <a:cubicBezTo>
                    <a:pt x="3596781" y="659750"/>
                    <a:pt x="3586955" y="649925"/>
                    <a:pt x="3574834" y="649925"/>
                  </a:cubicBezTo>
                  <a:cubicBezTo>
                    <a:pt x="3562712" y="649925"/>
                    <a:pt x="3552886" y="659750"/>
                    <a:pt x="3552886" y="671872"/>
                  </a:cubicBezTo>
                  <a:cubicBezTo>
                    <a:pt x="3552886" y="683993"/>
                    <a:pt x="3562712" y="693818"/>
                    <a:pt x="3574834" y="693818"/>
                  </a:cubicBezTo>
                  <a:close/>
                  <a:moveTo>
                    <a:pt x="3337882" y="693818"/>
                  </a:moveTo>
                  <a:cubicBezTo>
                    <a:pt x="3350004" y="693818"/>
                    <a:pt x="3359829" y="683993"/>
                    <a:pt x="3359829" y="671872"/>
                  </a:cubicBezTo>
                  <a:cubicBezTo>
                    <a:pt x="3359829" y="659750"/>
                    <a:pt x="3350004" y="649925"/>
                    <a:pt x="3337882" y="649925"/>
                  </a:cubicBezTo>
                  <a:cubicBezTo>
                    <a:pt x="3325761" y="649925"/>
                    <a:pt x="3315935" y="659750"/>
                    <a:pt x="3315935" y="671872"/>
                  </a:cubicBezTo>
                  <a:cubicBezTo>
                    <a:pt x="3315935" y="683993"/>
                    <a:pt x="3325761" y="693818"/>
                    <a:pt x="3337882" y="693818"/>
                  </a:cubicBezTo>
                  <a:close/>
                  <a:moveTo>
                    <a:pt x="3100930" y="693818"/>
                  </a:moveTo>
                  <a:cubicBezTo>
                    <a:pt x="3113052" y="693818"/>
                    <a:pt x="3122878" y="683993"/>
                    <a:pt x="3122878" y="671872"/>
                  </a:cubicBezTo>
                  <a:cubicBezTo>
                    <a:pt x="3122878" y="659750"/>
                    <a:pt x="3113052" y="649925"/>
                    <a:pt x="3100930" y="649925"/>
                  </a:cubicBezTo>
                  <a:cubicBezTo>
                    <a:pt x="3088809" y="649925"/>
                    <a:pt x="3078983" y="659750"/>
                    <a:pt x="3078983" y="671872"/>
                  </a:cubicBezTo>
                  <a:cubicBezTo>
                    <a:pt x="3078983" y="683993"/>
                    <a:pt x="3088809" y="693818"/>
                    <a:pt x="3100930" y="693818"/>
                  </a:cubicBezTo>
                  <a:close/>
                  <a:moveTo>
                    <a:pt x="2863979" y="693818"/>
                  </a:moveTo>
                  <a:cubicBezTo>
                    <a:pt x="2876100" y="693818"/>
                    <a:pt x="2885926" y="683993"/>
                    <a:pt x="2885926" y="671872"/>
                  </a:cubicBezTo>
                  <a:cubicBezTo>
                    <a:pt x="2885926" y="659750"/>
                    <a:pt x="2876100" y="649925"/>
                    <a:pt x="2863979" y="649925"/>
                  </a:cubicBezTo>
                  <a:cubicBezTo>
                    <a:pt x="2851857" y="649925"/>
                    <a:pt x="2842031" y="659750"/>
                    <a:pt x="2842031" y="671872"/>
                  </a:cubicBezTo>
                  <a:cubicBezTo>
                    <a:pt x="2842031" y="683993"/>
                    <a:pt x="2851857" y="693818"/>
                    <a:pt x="2863979" y="693818"/>
                  </a:cubicBezTo>
                  <a:close/>
                  <a:moveTo>
                    <a:pt x="2627027" y="693818"/>
                  </a:moveTo>
                  <a:cubicBezTo>
                    <a:pt x="2639149" y="693818"/>
                    <a:pt x="2648974" y="683993"/>
                    <a:pt x="2648974" y="671872"/>
                  </a:cubicBezTo>
                  <a:cubicBezTo>
                    <a:pt x="2648974" y="659750"/>
                    <a:pt x="2639149" y="649925"/>
                    <a:pt x="2627027" y="649925"/>
                  </a:cubicBezTo>
                  <a:cubicBezTo>
                    <a:pt x="2614906" y="649925"/>
                    <a:pt x="2605079" y="659750"/>
                    <a:pt x="2605079" y="671872"/>
                  </a:cubicBezTo>
                  <a:cubicBezTo>
                    <a:pt x="2605079" y="683993"/>
                    <a:pt x="2614906" y="693818"/>
                    <a:pt x="2627027" y="693818"/>
                  </a:cubicBezTo>
                  <a:close/>
                  <a:moveTo>
                    <a:pt x="2390075" y="693818"/>
                  </a:moveTo>
                  <a:cubicBezTo>
                    <a:pt x="2402196" y="693818"/>
                    <a:pt x="2412023" y="683993"/>
                    <a:pt x="2412023" y="671872"/>
                  </a:cubicBezTo>
                  <a:cubicBezTo>
                    <a:pt x="2412023" y="659750"/>
                    <a:pt x="2402196" y="649925"/>
                    <a:pt x="2390075" y="649925"/>
                  </a:cubicBezTo>
                  <a:cubicBezTo>
                    <a:pt x="2377954" y="649925"/>
                    <a:pt x="2368127" y="659750"/>
                    <a:pt x="2368127" y="671872"/>
                  </a:cubicBezTo>
                  <a:cubicBezTo>
                    <a:pt x="2368127" y="683993"/>
                    <a:pt x="2377954" y="693818"/>
                    <a:pt x="2390075" y="693818"/>
                  </a:cubicBezTo>
                  <a:close/>
                  <a:moveTo>
                    <a:pt x="2153124" y="693818"/>
                  </a:moveTo>
                  <a:cubicBezTo>
                    <a:pt x="2165244" y="693818"/>
                    <a:pt x="2175071" y="683993"/>
                    <a:pt x="2175071" y="671872"/>
                  </a:cubicBezTo>
                  <a:cubicBezTo>
                    <a:pt x="2175071" y="659750"/>
                    <a:pt x="2165244" y="649925"/>
                    <a:pt x="2153124" y="649925"/>
                  </a:cubicBezTo>
                  <a:cubicBezTo>
                    <a:pt x="2141002" y="649925"/>
                    <a:pt x="2131176" y="659750"/>
                    <a:pt x="2131176" y="671872"/>
                  </a:cubicBezTo>
                  <a:cubicBezTo>
                    <a:pt x="2131176" y="683993"/>
                    <a:pt x="2141002" y="693818"/>
                    <a:pt x="2153124" y="693818"/>
                  </a:cubicBezTo>
                  <a:close/>
                  <a:moveTo>
                    <a:pt x="1917561" y="693818"/>
                  </a:moveTo>
                  <a:cubicBezTo>
                    <a:pt x="1929682" y="693818"/>
                    <a:pt x="1939509" y="683993"/>
                    <a:pt x="1939509" y="671872"/>
                  </a:cubicBezTo>
                  <a:cubicBezTo>
                    <a:pt x="1939509" y="659750"/>
                    <a:pt x="1929682" y="649925"/>
                    <a:pt x="1917561" y="649925"/>
                  </a:cubicBezTo>
                  <a:cubicBezTo>
                    <a:pt x="1905440" y="649925"/>
                    <a:pt x="1895613" y="659750"/>
                    <a:pt x="1895613" y="671872"/>
                  </a:cubicBezTo>
                  <a:cubicBezTo>
                    <a:pt x="1895613" y="683993"/>
                    <a:pt x="1905440" y="693818"/>
                    <a:pt x="1917561" y="693818"/>
                  </a:cubicBezTo>
                  <a:close/>
                  <a:moveTo>
                    <a:pt x="1680609" y="693818"/>
                  </a:moveTo>
                  <a:cubicBezTo>
                    <a:pt x="1692731" y="693818"/>
                    <a:pt x="1702557" y="683993"/>
                    <a:pt x="1702557" y="671872"/>
                  </a:cubicBezTo>
                  <a:cubicBezTo>
                    <a:pt x="1702557" y="659750"/>
                    <a:pt x="1692731" y="649925"/>
                    <a:pt x="1680609" y="649925"/>
                  </a:cubicBezTo>
                  <a:cubicBezTo>
                    <a:pt x="1668488" y="649925"/>
                    <a:pt x="1658662" y="659750"/>
                    <a:pt x="1658662" y="671872"/>
                  </a:cubicBezTo>
                  <a:cubicBezTo>
                    <a:pt x="1658662" y="683993"/>
                    <a:pt x="1668488" y="693818"/>
                    <a:pt x="1680609" y="693818"/>
                  </a:cubicBezTo>
                  <a:close/>
                  <a:moveTo>
                    <a:pt x="1443657" y="693818"/>
                  </a:moveTo>
                  <a:cubicBezTo>
                    <a:pt x="1455779" y="693818"/>
                    <a:pt x="1465606" y="683993"/>
                    <a:pt x="1465606" y="671872"/>
                  </a:cubicBezTo>
                  <a:cubicBezTo>
                    <a:pt x="1465606" y="659750"/>
                    <a:pt x="1455779" y="649925"/>
                    <a:pt x="1443657" y="649925"/>
                  </a:cubicBezTo>
                  <a:cubicBezTo>
                    <a:pt x="1431537" y="649925"/>
                    <a:pt x="1421710" y="659750"/>
                    <a:pt x="1421710" y="671872"/>
                  </a:cubicBezTo>
                  <a:cubicBezTo>
                    <a:pt x="1421710" y="683993"/>
                    <a:pt x="1431537" y="693818"/>
                    <a:pt x="1443657" y="693818"/>
                  </a:cubicBezTo>
                  <a:close/>
                  <a:moveTo>
                    <a:pt x="1206706" y="693818"/>
                  </a:moveTo>
                  <a:cubicBezTo>
                    <a:pt x="1218827" y="693818"/>
                    <a:pt x="1228654" y="683993"/>
                    <a:pt x="1228654" y="671872"/>
                  </a:cubicBezTo>
                  <a:cubicBezTo>
                    <a:pt x="1228654" y="659750"/>
                    <a:pt x="1218827" y="649925"/>
                    <a:pt x="1206706" y="649925"/>
                  </a:cubicBezTo>
                  <a:cubicBezTo>
                    <a:pt x="1194585" y="649925"/>
                    <a:pt x="1184759" y="659750"/>
                    <a:pt x="1184759" y="671872"/>
                  </a:cubicBezTo>
                  <a:cubicBezTo>
                    <a:pt x="1184759" y="683993"/>
                    <a:pt x="1194585" y="693818"/>
                    <a:pt x="1206706" y="693818"/>
                  </a:cubicBezTo>
                  <a:close/>
                  <a:moveTo>
                    <a:pt x="969754" y="693818"/>
                  </a:moveTo>
                  <a:cubicBezTo>
                    <a:pt x="981875" y="693818"/>
                    <a:pt x="991702" y="683993"/>
                    <a:pt x="991702" y="671872"/>
                  </a:cubicBezTo>
                  <a:cubicBezTo>
                    <a:pt x="991702" y="659750"/>
                    <a:pt x="981875" y="649925"/>
                    <a:pt x="969754" y="649925"/>
                  </a:cubicBezTo>
                  <a:cubicBezTo>
                    <a:pt x="957632" y="649925"/>
                    <a:pt x="947807" y="659750"/>
                    <a:pt x="947807" y="671872"/>
                  </a:cubicBezTo>
                  <a:cubicBezTo>
                    <a:pt x="947807" y="683993"/>
                    <a:pt x="957632" y="693818"/>
                    <a:pt x="969754" y="693818"/>
                  </a:cubicBezTo>
                  <a:close/>
                  <a:moveTo>
                    <a:pt x="732802" y="693818"/>
                  </a:moveTo>
                  <a:cubicBezTo>
                    <a:pt x="744924" y="693818"/>
                    <a:pt x="754750" y="683993"/>
                    <a:pt x="754750" y="671872"/>
                  </a:cubicBezTo>
                  <a:cubicBezTo>
                    <a:pt x="754750" y="659750"/>
                    <a:pt x="744924" y="649925"/>
                    <a:pt x="732802" y="649925"/>
                  </a:cubicBezTo>
                  <a:cubicBezTo>
                    <a:pt x="720682" y="649925"/>
                    <a:pt x="710855" y="659750"/>
                    <a:pt x="710855" y="671872"/>
                  </a:cubicBezTo>
                  <a:cubicBezTo>
                    <a:pt x="710855" y="683993"/>
                    <a:pt x="720682" y="693818"/>
                    <a:pt x="732802" y="693818"/>
                  </a:cubicBezTo>
                  <a:close/>
                  <a:moveTo>
                    <a:pt x="495851" y="693818"/>
                  </a:moveTo>
                  <a:cubicBezTo>
                    <a:pt x="507972" y="693818"/>
                    <a:pt x="517799" y="683993"/>
                    <a:pt x="517799" y="671872"/>
                  </a:cubicBezTo>
                  <a:cubicBezTo>
                    <a:pt x="517799" y="659750"/>
                    <a:pt x="507972" y="649925"/>
                    <a:pt x="495851" y="649925"/>
                  </a:cubicBezTo>
                  <a:cubicBezTo>
                    <a:pt x="483729" y="649925"/>
                    <a:pt x="473903" y="659750"/>
                    <a:pt x="473903" y="671872"/>
                  </a:cubicBezTo>
                  <a:cubicBezTo>
                    <a:pt x="473903" y="683993"/>
                    <a:pt x="483729" y="693818"/>
                    <a:pt x="495851" y="693818"/>
                  </a:cubicBezTo>
                  <a:close/>
                  <a:moveTo>
                    <a:pt x="4759592" y="910460"/>
                  </a:moveTo>
                  <a:cubicBezTo>
                    <a:pt x="4771713" y="910460"/>
                    <a:pt x="4781540" y="900634"/>
                    <a:pt x="4781540" y="888513"/>
                  </a:cubicBezTo>
                  <a:cubicBezTo>
                    <a:pt x="4781540" y="876391"/>
                    <a:pt x="4771713" y="866566"/>
                    <a:pt x="4759592" y="866566"/>
                  </a:cubicBezTo>
                  <a:cubicBezTo>
                    <a:pt x="4747471" y="866566"/>
                    <a:pt x="4737644" y="876391"/>
                    <a:pt x="4737644" y="888513"/>
                  </a:cubicBezTo>
                  <a:cubicBezTo>
                    <a:pt x="4737644" y="900634"/>
                    <a:pt x="4747471" y="910460"/>
                    <a:pt x="4759592" y="910460"/>
                  </a:cubicBezTo>
                  <a:close/>
                  <a:moveTo>
                    <a:pt x="4522640" y="910460"/>
                  </a:moveTo>
                  <a:cubicBezTo>
                    <a:pt x="4534762" y="910460"/>
                    <a:pt x="4544588" y="900634"/>
                    <a:pt x="4544588" y="888513"/>
                  </a:cubicBezTo>
                  <a:cubicBezTo>
                    <a:pt x="4544588" y="876391"/>
                    <a:pt x="4534762" y="866566"/>
                    <a:pt x="4522640" y="866566"/>
                  </a:cubicBezTo>
                  <a:cubicBezTo>
                    <a:pt x="4510519" y="866566"/>
                    <a:pt x="4500693" y="876391"/>
                    <a:pt x="4500693" y="888513"/>
                  </a:cubicBezTo>
                  <a:cubicBezTo>
                    <a:pt x="4500693" y="900634"/>
                    <a:pt x="4510519" y="910460"/>
                    <a:pt x="4522640" y="910460"/>
                  </a:cubicBezTo>
                  <a:close/>
                  <a:moveTo>
                    <a:pt x="4285689" y="910460"/>
                  </a:moveTo>
                  <a:cubicBezTo>
                    <a:pt x="4297810" y="910460"/>
                    <a:pt x="4307637" y="900634"/>
                    <a:pt x="4307637" y="888513"/>
                  </a:cubicBezTo>
                  <a:cubicBezTo>
                    <a:pt x="4307637" y="876391"/>
                    <a:pt x="4297810" y="866566"/>
                    <a:pt x="4285689" y="866566"/>
                  </a:cubicBezTo>
                  <a:cubicBezTo>
                    <a:pt x="4273567" y="866566"/>
                    <a:pt x="4263741" y="876391"/>
                    <a:pt x="4263741" y="888513"/>
                  </a:cubicBezTo>
                  <a:cubicBezTo>
                    <a:pt x="4263741" y="900634"/>
                    <a:pt x="4273567" y="910460"/>
                    <a:pt x="4285689" y="910460"/>
                  </a:cubicBezTo>
                  <a:close/>
                  <a:moveTo>
                    <a:pt x="4048737" y="910460"/>
                  </a:moveTo>
                  <a:cubicBezTo>
                    <a:pt x="4060858" y="910460"/>
                    <a:pt x="4070684" y="900634"/>
                    <a:pt x="4070684" y="888513"/>
                  </a:cubicBezTo>
                  <a:cubicBezTo>
                    <a:pt x="4070684" y="876391"/>
                    <a:pt x="4060858" y="866566"/>
                    <a:pt x="4048737" y="866566"/>
                  </a:cubicBezTo>
                  <a:cubicBezTo>
                    <a:pt x="4036616" y="866566"/>
                    <a:pt x="4026790" y="876391"/>
                    <a:pt x="4026790" y="888513"/>
                  </a:cubicBezTo>
                  <a:cubicBezTo>
                    <a:pt x="4026790" y="900634"/>
                    <a:pt x="4036616" y="910460"/>
                    <a:pt x="4048737" y="910460"/>
                  </a:cubicBezTo>
                  <a:close/>
                  <a:moveTo>
                    <a:pt x="3811785" y="910460"/>
                  </a:moveTo>
                  <a:cubicBezTo>
                    <a:pt x="3823907" y="910460"/>
                    <a:pt x="3833733" y="900634"/>
                    <a:pt x="3833733" y="888513"/>
                  </a:cubicBezTo>
                  <a:cubicBezTo>
                    <a:pt x="3833733" y="876391"/>
                    <a:pt x="3823907" y="866566"/>
                    <a:pt x="3811785" y="866566"/>
                  </a:cubicBezTo>
                  <a:cubicBezTo>
                    <a:pt x="3799664" y="866566"/>
                    <a:pt x="3789838" y="876391"/>
                    <a:pt x="3789838" y="888513"/>
                  </a:cubicBezTo>
                  <a:cubicBezTo>
                    <a:pt x="3789838" y="900634"/>
                    <a:pt x="3799664" y="910460"/>
                    <a:pt x="3811785" y="910460"/>
                  </a:cubicBezTo>
                  <a:close/>
                  <a:moveTo>
                    <a:pt x="3574834" y="910460"/>
                  </a:moveTo>
                  <a:cubicBezTo>
                    <a:pt x="3586955" y="910460"/>
                    <a:pt x="3596781" y="900634"/>
                    <a:pt x="3596781" y="888513"/>
                  </a:cubicBezTo>
                  <a:cubicBezTo>
                    <a:pt x="3596781" y="876391"/>
                    <a:pt x="3586955" y="866566"/>
                    <a:pt x="3574834" y="866566"/>
                  </a:cubicBezTo>
                  <a:cubicBezTo>
                    <a:pt x="3562712" y="866566"/>
                    <a:pt x="3552886" y="876391"/>
                    <a:pt x="3552886" y="888513"/>
                  </a:cubicBezTo>
                  <a:cubicBezTo>
                    <a:pt x="3552886" y="900634"/>
                    <a:pt x="3562712" y="910460"/>
                    <a:pt x="3574834" y="910460"/>
                  </a:cubicBezTo>
                  <a:close/>
                  <a:moveTo>
                    <a:pt x="3337882" y="910460"/>
                  </a:moveTo>
                  <a:cubicBezTo>
                    <a:pt x="3350004" y="910460"/>
                    <a:pt x="3359829" y="900634"/>
                    <a:pt x="3359829" y="888513"/>
                  </a:cubicBezTo>
                  <a:cubicBezTo>
                    <a:pt x="3359829" y="876391"/>
                    <a:pt x="3350004" y="866566"/>
                    <a:pt x="3337882" y="866566"/>
                  </a:cubicBezTo>
                  <a:cubicBezTo>
                    <a:pt x="3325761" y="866566"/>
                    <a:pt x="3315935" y="876391"/>
                    <a:pt x="3315935" y="888513"/>
                  </a:cubicBezTo>
                  <a:cubicBezTo>
                    <a:pt x="3315935" y="900634"/>
                    <a:pt x="3325761" y="910460"/>
                    <a:pt x="3337882" y="910460"/>
                  </a:cubicBezTo>
                  <a:close/>
                  <a:moveTo>
                    <a:pt x="3100930" y="910460"/>
                  </a:moveTo>
                  <a:cubicBezTo>
                    <a:pt x="3113052" y="910460"/>
                    <a:pt x="3122878" y="900634"/>
                    <a:pt x="3122878" y="888513"/>
                  </a:cubicBezTo>
                  <a:cubicBezTo>
                    <a:pt x="3122878" y="876391"/>
                    <a:pt x="3113052" y="866566"/>
                    <a:pt x="3100930" y="866566"/>
                  </a:cubicBezTo>
                  <a:cubicBezTo>
                    <a:pt x="3088809" y="866566"/>
                    <a:pt x="3078983" y="876391"/>
                    <a:pt x="3078983" y="888513"/>
                  </a:cubicBezTo>
                  <a:cubicBezTo>
                    <a:pt x="3078983" y="900634"/>
                    <a:pt x="3088809" y="910460"/>
                    <a:pt x="3100930" y="910460"/>
                  </a:cubicBezTo>
                  <a:close/>
                  <a:moveTo>
                    <a:pt x="2863979" y="910460"/>
                  </a:moveTo>
                  <a:cubicBezTo>
                    <a:pt x="2876100" y="910460"/>
                    <a:pt x="2885926" y="900634"/>
                    <a:pt x="2885926" y="888513"/>
                  </a:cubicBezTo>
                  <a:cubicBezTo>
                    <a:pt x="2885926" y="876391"/>
                    <a:pt x="2876100" y="866566"/>
                    <a:pt x="2863979" y="866566"/>
                  </a:cubicBezTo>
                  <a:cubicBezTo>
                    <a:pt x="2851857" y="866566"/>
                    <a:pt x="2842031" y="876391"/>
                    <a:pt x="2842031" y="888513"/>
                  </a:cubicBezTo>
                  <a:cubicBezTo>
                    <a:pt x="2842031" y="900634"/>
                    <a:pt x="2851857" y="910460"/>
                    <a:pt x="2863979" y="910460"/>
                  </a:cubicBezTo>
                  <a:close/>
                  <a:moveTo>
                    <a:pt x="2627027" y="910460"/>
                  </a:moveTo>
                  <a:cubicBezTo>
                    <a:pt x="2639149" y="910460"/>
                    <a:pt x="2648974" y="900634"/>
                    <a:pt x="2648974" y="888513"/>
                  </a:cubicBezTo>
                  <a:cubicBezTo>
                    <a:pt x="2648974" y="876391"/>
                    <a:pt x="2639149" y="866566"/>
                    <a:pt x="2627027" y="866566"/>
                  </a:cubicBezTo>
                  <a:cubicBezTo>
                    <a:pt x="2614906" y="866566"/>
                    <a:pt x="2605079" y="876391"/>
                    <a:pt x="2605079" y="888513"/>
                  </a:cubicBezTo>
                  <a:cubicBezTo>
                    <a:pt x="2605079" y="900634"/>
                    <a:pt x="2614906" y="910460"/>
                    <a:pt x="2627027" y="910460"/>
                  </a:cubicBezTo>
                  <a:close/>
                  <a:moveTo>
                    <a:pt x="2390075" y="910460"/>
                  </a:moveTo>
                  <a:cubicBezTo>
                    <a:pt x="2402196" y="910460"/>
                    <a:pt x="2412023" y="900634"/>
                    <a:pt x="2412023" y="888513"/>
                  </a:cubicBezTo>
                  <a:cubicBezTo>
                    <a:pt x="2412023" y="876391"/>
                    <a:pt x="2402196" y="866566"/>
                    <a:pt x="2390075" y="866566"/>
                  </a:cubicBezTo>
                  <a:cubicBezTo>
                    <a:pt x="2377954" y="866566"/>
                    <a:pt x="2368127" y="876391"/>
                    <a:pt x="2368127" y="888513"/>
                  </a:cubicBezTo>
                  <a:cubicBezTo>
                    <a:pt x="2368127" y="900634"/>
                    <a:pt x="2377954" y="910460"/>
                    <a:pt x="2390075" y="910460"/>
                  </a:cubicBezTo>
                  <a:close/>
                  <a:moveTo>
                    <a:pt x="2153124" y="910460"/>
                  </a:moveTo>
                  <a:cubicBezTo>
                    <a:pt x="2165244" y="910460"/>
                    <a:pt x="2175071" y="900634"/>
                    <a:pt x="2175071" y="888513"/>
                  </a:cubicBezTo>
                  <a:cubicBezTo>
                    <a:pt x="2175071" y="876391"/>
                    <a:pt x="2165244" y="866566"/>
                    <a:pt x="2153124" y="866566"/>
                  </a:cubicBezTo>
                  <a:cubicBezTo>
                    <a:pt x="2141002" y="866566"/>
                    <a:pt x="2131176" y="876391"/>
                    <a:pt x="2131176" y="888513"/>
                  </a:cubicBezTo>
                  <a:cubicBezTo>
                    <a:pt x="2131176" y="900634"/>
                    <a:pt x="2141002" y="910460"/>
                    <a:pt x="2153124" y="910460"/>
                  </a:cubicBezTo>
                  <a:close/>
                  <a:moveTo>
                    <a:pt x="1917561" y="910460"/>
                  </a:moveTo>
                  <a:cubicBezTo>
                    <a:pt x="1929682" y="910460"/>
                    <a:pt x="1939509" y="900634"/>
                    <a:pt x="1939509" y="888513"/>
                  </a:cubicBezTo>
                  <a:cubicBezTo>
                    <a:pt x="1939509" y="876391"/>
                    <a:pt x="1929682" y="866566"/>
                    <a:pt x="1917561" y="866566"/>
                  </a:cubicBezTo>
                  <a:cubicBezTo>
                    <a:pt x="1905440" y="866566"/>
                    <a:pt x="1895613" y="876391"/>
                    <a:pt x="1895613" y="888513"/>
                  </a:cubicBezTo>
                  <a:cubicBezTo>
                    <a:pt x="1895613" y="900634"/>
                    <a:pt x="1905440" y="910460"/>
                    <a:pt x="1917561" y="910460"/>
                  </a:cubicBezTo>
                  <a:close/>
                  <a:moveTo>
                    <a:pt x="1680609" y="910460"/>
                  </a:moveTo>
                  <a:cubicBezTo>
                    <a:pt x="1692731" y="910460"/>
                    <a:pt x="1702557" y="900634"/>
                    <a:pt x="1702557" y="888513"/>
                  </a:cubicBezTo>
                  <a:cubicBezTo>
                    <a:pt x="1702557" y="876391"/>
                    <a:pt x="1692731" y="866566"/>
                    <a:pt x="1680609" y="866566"/>
                  </a:cubicBezTo>
                  <a:cubicBezTo>
                    <a:pt x="1668488" y="866566"/>
                    <a:pt x="1658662" y="876391"/>
                    <a:pt x="1658662" y="888513"/>
                  </a:cubicBezTo>
                  <a:cubicBezTo>
                    <a:pt x="1658662" y="900634"/>
                    <a:pt x="1668488" y="910460"/>
                    <a:pt x="1680609" y="910460"/>
                  </a:cubicBezTo>
                  <a:close/>
                  <a:moveTo>
                    <a:pt x="1443657" y="910460"/>
                  </a:moveTo>
                  <a:cubicBezTo>
                    <a:pt x="1455779" y="910460"/>
                    <a:pt x="1465606" y="900634"/>
                    <a:pt x="1465606" y="888513"/>
                  </a:cubicBezTo>
                  <a:cubicBezTo>
                    <a:pt x="1465606" y="876391"/>
                    <a:pt x="1455779" y="866566"/>
                    <a:pt x="1443657" y="866566"/>
                  </a:cubicBezTo>
                  <a:cubicBezTo>
                    <a:pt x="1431537" y="866566"/>
                    <a:pt x="1421710" y="876391"/>
                    <a:pt x="1421710" y="888513"/>
                  </a:cubicBezTo>
                  <a:cubicBezTo>
                    <a:pt x="1421710" y="900634"/>
                    <a:pt x="1431537" y="910460"/>
                    <a:pt x="1443657" y="910460"/>
                  </a:cubicBezTo>
                  <a:close/>
                  <a:moveTo>
                    <a:pt x="1206706" y="910460"/>
                  </a:moveTo>
                  <a:cubicBezTo>
                    <a:pt x="1218827" y="910460"/>
                    <a:pt x="1228654" y="900634"/>
                    <a:pt x="1228654" y="888513"/>
                  </a:cubicBezTo>
                  <a:cubicBezTo>
                    <a:pt x="1228654" y="876391"/>
                    <a:pt x="1218827" y="866566"/>
                    <a:pt x="1206706" y="866566"/>
                  </a:cubicBezTo>
                  <a:cubicBezTo>
                    <a:pt x="1194585" y="866566"/>
                    <a:pt x="1184759" y="876391"/>
                    <a:pt x="1184759" y="888513"/>
                  </a:cubicBezTo>
                  <a:cubicBezTo>
                    <a:pt x="1184759" y="900634"/>
                    <a:pt x="1194585" y="910460"/>
                    <a:pt x="1206706" y="910460"/>
                  </a:cubicBezTo>
                  <a:close/>
                  <a:moveTo>
                    <a:pt x="969754" y="910460"/>
                  </a:moveTo>
                  <a:cubicBezTo>
                    <a:pt x="981875" y="910460"/>
                    <a:pt x="991702" y="900634"/>
                    <a:pt x="991702" y="888513"/>
                  </a:cubicBezTo>
                  <a:cubicBezTo>
                    <a:pt x="991702" y="876391"/>
                    <a:pt x="981875" y="866566"/>
                    <a:pt x="969754" y="866566"/>
                  </a:cubicBezTo>
                  <a:cubicBezTo>
                    <a:pt x="957632" y="866566"/>
                    <a:pt x="947807" y="876391"/>
                    <a:pt x="947807" y="888513"/>
                  </a:cubicBezTo>
                  <a:cubicBezTo>
                    <a:pt x="947807" y="900634"/>
                    <a:pt x="957632" y="910460"/>
                    <a:pt x="969754" y="910460"/>
                  </a:cubicBezTo>
                  <a:close/>
                  <a:moveTo>
                    <a:pt x="732802" y="910460"/>
                  </a:moveTo>
                  <a:cubicBezTo>
                    <a:pt x="744924" y="910460"/>
                    <a:pt x="754750" y="900634"/>
                    <a:pt x="754750" y="888513"/>
                  </a:cubicBezTo>
                  <a:cubicBezTo>
                    <a:pt x="754750" y="876391"/>
                    <a:pt x="744924" y="866566"/>
                    <a:pt x="732802" y="866566"/>
                  </a:cubicBezTo>
                  <a:cubicBezTo>
                    <a:pt x="720682" y="866566"/>
                    <a:pt x="710855" y="876391"/>
                    <a:pt x="710855" y="888513"/>
                  </a:cubicBezTo>
                  <a:cubicBezTo>
                    <a:pt x="710855" y="900634"/>
                    <a:pt x="720682" y="910460"/>
                    <a:pt x="732802" y="910460"/>
                  </a:cubicBezTo>
                  <a:close/>
                  <a:moveTo>
                    <a:pt x="4522640" y="1127102"/>
                  </a:moveTo>
                  <a:cubicBezTo>
                    <a:pt x="4534762" y="1127102"/>
                    <a:pt x="4544588" y="1117276"/>
                    <a:pt x="4544588" y="1105155"/>
                  </a:cubicBezTo>
                  <a:cubicBezTo>
                    <a:pt x="4544588" y="1093033"/>
                    <a:pt x="4534762" y="1083207"/>
                    <a:pt x="4522640" y="1083207"/>
                  </a:cubicBezTo>
                  <a:cubicBezTo>
                    <a:pt x="4510519" y="1083207"/>
                    <a:pt x="4500693" y="1093033"/>
                    <a:pt x="4500693" y="1105155"/>
                  </a:cubicBezTo>
                  <a:cubicBezTo>
                    <a:pt x="4500693" y="1117276"/>
                    <a:pt x="4510519" y="1127102"/>
                    <a:pt x="4522640" y="1127102"/>
                  </a:cubicBezTo>
                  <a:close/>
                  <a:moveTo>
                    <a:pt x="4285689" y="1127102"/>
                  </a:moveTo>
                  <a:cubicBezTo>
                    <a:pt x="4297810" y="1127102"/>
                    <a:pt x="4307637" y="1117276"/>
                    <a:pt x="4307637" y="1105155"/>
                  </a:cubicBezTo>
                  <a:cubicBezTo>
                    <a:pt x="4307637" y="1093033"/>
                    <a:pt x="4297810" y="1083207"/>
                    <a:pt x="4285689" y="1083207"/>
                  </a:cubicBezTo>
                  <a:cubicBezTo>
                    <a:pt x="4273567" y="1083207"/>
                    <a:pt x="4263741" y="1093033"/>
                    <a:pt x="4263741" y="1105155"/>
                  </a:cubicBezTo>
                  <a:cubicBezTo>
                    <a:pt x="4263741" y="1117276"/>
                    <a:pt x="4273567" y="1127102"/>
                    <a:pt x="4285689" y="1127102"/>
                  </a:cubicBezTo>
                  <a:close/>
                  <a:moveTo>
                    <a:pt x="4048737" y="1127102"/>
                  </a:moveTo>
                  <a:cubicBezTo>
                    <a:pt x="4060858" y="1127102"/>
                    <a:pt x="4070684" y="1117276"/>
                    <a:pt x="4070684" y="1105155"/>
                  </a:cubicBezTo>
                  <a:cubicBezTo>
                    <a:pt x="4070684" y="1093033"/>
                    <a:pt x="4060858" y="1083207"/>
                    <a:pt x="4048737" y="1083207"/>
                  </a:cubicBezTo>
                  <a:cubicBezTo>
                    <a:pt x="4036616" y="1083207"/>
                    <a:pt x="4026790" y="1093033"/>
                    <a:pt x="4026790" y="1105155"/>
                  </a:cubicBezTo>
                  <a:cubicBezTo>
                    <a:pt x="4026790" y="1117276"/>
                    <a:pt x="4036616" y="1127102"/>
                    <a:pt x="4048737" y="1127102"/>
                  </a:cubicBezTo>
                  <a:close/>
                  <a:moveTo>
                    <a:pt x="3811785" y="1127102"/>
                  </a:moveTo>
                  <a:cubicBezTo>
                    <a:pt x="3823907" y="1127102"/>
                    <a:pt x="3833733" y="1117276"/>
                    <a:pt x="3833733" y="1105155"/>
                  </a:cubicBezTo>
                  <a:cubicBezTo>
                    <a:pt x="3833733" y="1093033"/>
                    <a:pt x="3823907" y="1083207"/>
                    <a:pt x="3811785" y="1083207"/>
                  </a:cubicBezTo>
                  <a:cubicBezTo>
                    <a:pt x="3799664" y="1083207"/>
                    <a:pt x="3789838" y="1093033"/>
                    <a:pt x="3789838" y="1105155"/>
                  </a:cubicBezTo>
                  <a:cubicBezTo>
                    <a:pt x="3789838" y="1117276"/>
                    <a:pt x="3799664" y="1127102"/>
                    <a:pt x="3811785" y="1127102"/>
                  </a:cubicBezTo>
                  <a:close/>
                  <a:moveTo>
                    <a:pt x="3574834" y="1127102"/>
                  </a:moveTo>
                  <a:cubicBezTo>
                    <a:pt x="3586955" y="1127102"/>
                    <a:pt x="3596781" y="1117276"/>
                    <a:pt x="3596781" y="1105155"/>
                  </a:cubicBezTo>
                  <a:cubicBezTo>
                    <a:pt x="3596781" y="1093033"/>
                    <a:pt x="3586955" y="1083207"/>
                    <a:pt x="3574834" y="1083207"/>
                  </a:cubicBezTo>
                  <a:cubicBezTo>
                    <a:pt x="3562712" y="1083207"/>
                    <a:pt x="3552886" y="1093033"/>
                    <a:pt x="3552886" y="1105155"/>
                  </a:cubicBezTo>
                  <a:cubicBezTo>
                    <a:pt x="3552886" y="1117276"/>
                    <a:pt x="3562712" y="1127102"/>
                    <a:pt x="3574834" y="1127102"/>
                  </a:cubicBezTo>
                  <a:close/>
                  <a:moveTo>
                    <a:pt x="3337882" y="1127102"/>
                  </a:moveTo>
                  <a:cubicBezTo>
                    <a:pt x="3350004" y="1127102"/>
                    <a:pt x="3359829" y="1117276"/>
                    <a:pt x="3359829" y="1105155"/>
                  </a:cubicBezTo>
                  <a:cubicBezTo>
                    <a:pt x="3359829" y="1093033"/>
                    <a:pt x="3350004" y="1083207"/>
                    <a:pt x="3337882" y="1083207"/>
                  </a:cubicBezTo>
                  <a:cubicBezTo>
                    <a:pt x="3325761" y="1083207"/>
                    <a:pt x="3315935" y="1093033"/>
                    <a:pt x="3315935" y="1105155"/>
                  </a:cubicBezTo>
                  <a:cubicBezTo>
                    <a:pt x="3315935" y="1117276"/>
                    <a:pt x="3325761" y="1127102"/>
                    <a:pt x="3337882" y="1127102"/>
                  </a:cubicBezTo>
                  <a:close/>
                  <a:moveTo>
                    <a:pt x="3100930" y="1127102"/>
                  </a:moveTo>
                  <a:cubicBezTo>
                    <a:pt x="3113052" y="1127102"/>
                    <a:pt x="3122878" y="1117276"/>
                    <a:pt x="3122878" y="1105155"/>
                  </a:cubicBezTo>
                  <a:cubicBezTo>
                    <a:pt x="3122878" y="1093033"/>
                    <a:pt x="3113052" y="1083207"/>
                    <a:pt x="3100930" y="1083207"/>
                  </a:cubicBezTo>
                  <a:cubicBezTo>
                    <a:pt x="3088809" y="1083207"/>
                    <a:pt x="3078983" y="1093033"/>
                    <a:pt x="3078983" y="1105155"/>
                  </a:cubicBezTo>
                  <a:cubicBezTo>
                    <a:pt x="3078983" y="1117276"/>
                    <a:pt x="3088809" y="1127102"/>
                    <a:pt x="3100930" y="1127102"/>
                  </a:cubicBezTo>
                  <a:close/>
                  <a:moveTo>
                    <a:pt x="2863979" y="1127102"/>
                  </a:moveTo>
                  <a:cubicBezTo>
                    <a:pt x="2876100" y="1127102"/>
                    <a:pt x="2885926" y="1117276"/>
                    <a:pt x="2885926" y="1105155"/>
                  </a:cubicBezTo>
                  <a:cubicBezTo>
                    <a:pt x="2885926" y="1093033"/>
                    <a:pt x="2876100" y="1083207"/>
                    <a:pt x="2863979" y="1083207"/>
                  </a:cubicBezTo>
                  <a:cubicBezTo>
                    <a:pt x="2851857" y="1083207"/>
                    <a:pt x="2842031" y="1093033"/>
                    <a:pt x="2842031" y="1105155"/>
                  </a:cubicBezTo>
                  <a:cubicBezTo>
                    <a:pt x="2842031" y="1117276"/>
                    <a:pt x="2851857" y="1127102"/>
                    <a:pt x="2863979" y="1127102"/>
                  </a:cubicBezTo>
                  <a:close/>
                  <a:moveTo>
                    <a:pt x="2627027" y="1127102"/>
                  </a:moveTo>
                  <a:cubicBezTo>
                    <a:pt x="2639149" y="1127102"/>
                    <a:pt x="2648974" y="1117276"/>
                    <a:pt x="2648974" y="1105155"/>
                  </a:cubicBezTo>
                  <a:cubicBezTo>
                    <a:pt x="2648974" y="1093033"/>
                    <a:pt x="2639149" y="1083207"/>
                    <a:pt x="2627027" y="1083207"/>
                  </a:cubicBezTo>
                  <a:cubicBezTo>
                    <a:pt x="2614906" y="1083207"/>
                    <a:pt x="2605079" y="1093033"/>
                    <a:pt x="2605079" y="1105155"/>
                  </a:cubicBezTo>
                  <a:cubicBezTo>
                    <a:pt x="2605079" y="1117276"/>
                    <a:pt x="2614906" y="1127102"/>
                    <a:pt x="2627027" y="1127102"/>
                  </a:cubicBezTo>
                  <a:close/>
                  <a:moveTo>
                    <a:pt x="2390075" y="1127102"/>
                  </a:moveTo>
                  <a:cubicBezTo>
                    <a:pt x="2402196" y="1127102"/>
                    <a:pt x="2412023" y="1117276"/>
                    <a:pt x="2412023" y="1105155"/>
                  </a:cubicBezTo>
                  <a:cubicBezTo>
                    <a:pt x="2412023" y="1093033"/>
                    <a:pt x="2402196" y="1083207"/>
                    <a:pt x="2390075" y="1083207"/>
                  </a:cubicBezTo>
                  <a:cubicBezTo>
                    <a:pt x="2377954" y="1083207"/>
                    <a:pt x="2368127" y="1093033"/>
                    <a:pt x="2368127" y="1105155"/>
                  </a:cubicBezTo>
                  <a:cubicBezTo>
                    <a:pt x="2368127" y="1117276"/>
                    <a:pt x="2377954" y="1127102"/>
                    <a:pt x="2390075" y="1127102"/>
                  </a:cubicBezTo>
                  <a:close/>
                  <a:moveTo>
                    <a:pt x="2153124" y="1127102"/>
                  </a:moveTo>
                  <a:cubicBezTo>
                    <a:pt x="2165244" y="1127102"/>
                    <a:pt x="2175071" y="1117276"/>
                    <a:pt x="2175071" y="1105155"/>
                  </a:cubicBezTo>
                  <a:cubicBezTo>
                    <a:pt x="2175071" y="1093033"/>
                    <a:pt x="2165244" y="1083207"/>
                    <a:pt x="2153124" y="1083207"/>
                  </a:cubicBezTo>
                  <a:cubicBezTo>
                    <a:pt x="2141002" y="1083207"/>
                    <a:pt x="2131176" y="1093033"/>
                    <a:pt x="2131176" y="1105155"/>
                  </a:cubicBezTo>
                  <a:cubicBezTo>
                    <a:pt x="2131176" y="1117276"/>
                    <a:pt x="2141002" y="1127102"/>
                    <a:pt x="2153124" y="1127102"/>
                  </a:cubicBezTo>
                  <a:close/>
                  <a:moveTo>
                    <a:pt x="1917561" y="1127102"/>
                  </a:moveTo>
                  <a:cubicBezTo>
                    <a:pt x="1929682" y="1127102"/>
                    <a:pt x="1939509" y="1117276"/>
                    <a:pt x="1939509" y="1105155"/>
                  </a:cubicBezTo>
                  <a:cubicBezTo>
                    <a:pt x="1939509" y="1093033"/>
                    <a:pt x="1929682" y="1083207"/>
                    <a:pt x="1917561" y="1083207"/>
                  </a:cubicBezTo>
                  <a:cubicBezTo>
                    <a:pt x="1905440" y="1083207"/>
                    <a:pt x="1895613" y="1093033"/>
                    <a:pt x="1895613" y="1105155"/>
                  </a:cubicBezTo>
                  <a:cubicBezTo>
                    <a:pt x="1895613" y="1117276"/>
                    <a:pt x="1905440" y="1127102"/>
                    <a:pt x="1917561" y="1127102"/>
                  </a:cubicBezTo>
                  <a:close/>
                  <a:moveTo>
                    <a:pt x="1680609" y="1127102"/>
                  </a:moveTo>
                  <a:cubicBezTo>
                    <a:pt x="1692731" y="1127102"/>
                    <a:pt x="1702557" y="1117276"/>
                    <a:pt x="1702557" y="1105155"/>
                  </a:cubicBezTo>
                  <a:cubicBezTo>
                    <a:pt x="1702557" y="1093033"/>
                    <a:pt x="1692731" y="1083207"/>
                    <a:pt x="1680609" y="1083207"/>
                  </a:cubicBezTo>
                  <a:cubicBezTo>
                    <a:pt x="1668488" y="1083207"/>
                    <a:pt x="1658662" y="1093033"/>
                    <a:pt x="1658662" y="1105155"/>
                  </a:cubicBezTo>
                  <a:cubicBezTo>
                    <a:pt x="1658662" y="1117276"/>
                    <a:pt x="1668488" y="1127102"/>
                    <a:pt x="1680609" y="1127102"/>
                  </a:cubicBezTo>
                  <a:close/>
                  <a:moveTo>
                    <a:pt x="1443657" y="1127102"/>
                  </a:moveTo>
                  <a:cubicBezTo>
                    <a:pt x="1455779" y="1127102"/>
                    <a:pt x="1465606" y="1117276"/>
                    <a:pt x="1465606" y="1105155"/>
                  </a:cubicBezTo>
                  <a:cubicBezTo>
                    <a:pt x="1465606" y="1093033"/>
                    <a:pt x="1455779" y="1083207"/>
                    <a:pt x="1443657" y="1083207"/>
                  </a:cubicBezTo>
                  <a:cubicBezTo>
                    <a:pt x="1431537" y="1083207"/>
                    <a:pt x="1421710" y="1093033"/>
                    <a:pt x="1421710" y="1105155"/>
                  </a:cubicBezTo>
                  <a:cubicBezTo>
                    <a:pt x="1421710" y="1117276"/>
                    <a:pt x="1431537" y="1127102"/>
                    <a:pt x="1443657" y="1127102"/>
                  </a:cubicBezTo>
                  <a:close/>
                  <a:moveTo>
                    <a:pt x="1206706" y="1127102"/>
                  </a:moveTo>
                  <a:cubicBezTo>
                    <a:pt x="1218827" y="1127102"/>
                    <a:pt x="1228654" y="1117276"/>
                    <a:pt x="1228654" y="1105155"/>
                  </a:cubicBezTo>
                  <a:cubicBezTo>
                    <a:pt x="1228654" y="1093033"/>
                    <a:pt x="1218827" y="1083207"/>
                    <a:pt x="1206706" y="1083207"/>
                  </a:cubicBezTo>
                  <a:cubicBezTo>
                    <a:pt x="1194585" y="1083207"/>
                    <a:pt x="1184759" y="1093033"/>
                    <a:pt x="1184759" y="1105155"/>
                  </a:cubicBezTo>
                  <a:cubicBezTo>
                    <a:pt x="1184759" y="1117276"/>
                    <a:pt x="1194585" y="1127102"/>
                    <a:pt x="1206706" y="1127102"/>
                  </a:cubicBezTo>
                  <a:close/>
                  <a:moveTo>
                    <a:pt x="969754" y="1127102"/>
                  </a:moveTo>
                  <a:cubicBezTo>
                    <a:pt x="981875" y="1127102"/>
                    <a:pt x="991702" y="1117276"/>
                    <a:pt x="991702" y="1105155"/>
                  </a:cubicBezTo>
                  <a:cubicBezTo>
                    <a:pt x="991702" y="1093033"/>
                    <a:pt x="981875" y="1083207"/>
                    <a:pt x="969754" y="1083207"/>
                  </a:cubicBezTo>
                  <a:cubicBezTo>
                    <a:pt x="957632" y="1083207"/>
                    <a:pt x="947807" y="1093033"/>
                    <a:pt x="947807" y="1105155"/>
                  </a:cubicBezTo>
                  <a:cubicBezTo>
                    <a:pt x="947807" y="1117276"/>
                    <a:pt x="957632" y="1127102"/>
                    <a:pt x="969754" y="1127102"/>
                  </a:cubicBezTo>
                  <a:close/>
                  <a:moveTo>
                    <a:pt x="4283996" y="1343043"/>
                  </a:moveTo>
                  <a:lnTo>
                    <a:pt x="4303356" y="1332131"/>
                  </a:lnTo>
                  <a:lnTo>
                    <a:pt x="4307637" y="1321797"/>
                  </a:lnTo>
                  <a:cubicBezTo>
                    <a:pt x="4307637" y="1309675"/>
                    <a:pt x="4297810" y="1299849"/>
                    <a:pt x="4285689" y="1299849"/>
                  </a:cubicBezTo>
                  <a:cubicBezTo>
                    <a:pt x="4273567" y="1299849"/>
                    <a:pt x="4263741" y="1309675"/>
                    <a:pt x="4263741" y="1321797"/>
                  </a:cubicBezTo>
                  <a:cubicBezTo>
                    <a:pt x="4263741" y="1327857"/>
                    <a:pt x="4266197" y="1333344"/>
                    <a:pt x="4270169" y="1337315"/>
                  </a:cubicBezTo>
                  <a:close/>
                  <a:moveTo>
                    <a:pt x="4048737" y="1343744"/>
                  </a:moveTo>
                  <a:cubicBezTo>
                    <a:pt x="4060858" y="1343744"/>
                    <a:pt x="4070684" y="1333917"/>
                    <a:pt x="4070684" y="1321797"/>
                  </a:cubicBezTo>
                  <a:cubicBezTo>
                    <a:pt x="4070684" y="1309675"/>
                    <a:pt x="4060858" y="1299849"/>
                    <a:pt x="4048737" y="1299849"/>
                  </a:cubicBezTo>
                  <a:cubicBezTo>
                    <a:pt x="4036616" y="1299849"/>
                    <a:pt x="4026790" y="1309675"/>
                    <a:pt x="4026790" y="1321797"/>
                  </a:cubicBezTo>
                  <a:cubicBezTo>
                    <a:pt x="4026790" y="1333917"/>
                    <a:pt x="4036616" y="1343744"/>
                    <a:pt x="4048737" y="1343744"/>
                  </a:cubicBezTo>
                  <a:close/>
                  <a:moveTo>
                    <a:pt x="3811785" y="1343744"/>
                  </a:moveTo>
                  <a:cubicBezTo>
                    <a:pt x="3823907" y="1343744"/>
                    <a:pt x="3833733" y="1333917"/>
                    <a:pt x="3833733" y="1321797"/>
                  </a:cubicBezTo>
                  <a:cubicBezTo>
                    <a:pt x="3833733" y="1309675"/>
                    <a:pt x="3823907" y="1299849"/>
                    <a:pt x="3811785" y="1299849"/>
                  </a:cubicBezTo>
                  <a:cubicBezTo>
                    <a:pt x="3799664" y="1299849"/>
                    <a:pt x="3789838" y="1309675"/>
                    <a:pt x="3789838" y="1321797"/>
                  </a:cubicBezTo>
                  <a:cubicBezTo>
                    <a:pt x="3789838" y="1333917"/>
                    <a:pt x="3799664" y="1343744"/>
                    <a:pt x="3811785" y="1343744"/>
                  </a:cubicBezTo>
                  <a:close/>
                  <a:moveTo>
                    <a:pt x="3574834" y="1343744"/>
                  </a:moveTo>
                  <a:cubicBezTo>
                    <a:pt x="3586955" y="1343744"/>
                    <a:pt x="3596781" y="1333917"/>
                    <a:pt x="3596781" y="1321797"/>
                  </a:cubicBezTo>
                  <a:cubicBezTo>
                    <a:pt x="3596781" y="1309675"/>
                    <a:pt x="3586955" y="1299849"/>
                    <a:pt x="3574834" y="1299849"/>
                  </a:cubicBezTo>
                  <a:cubicBezTo>
                    <a:pt x="3562712" y="1299849"/>
                    <a:pt x="3552886" y="1309675"/>
                    <a:pt x="3552886" y="1321797"/>
                  </a:cubicBezTo>
                  <a:cubicBezTo>
                    <a:pt x="3552886" y="1333917"/>
                    <a:pt x="3562712" y="1343744"/>
                    <a:pt x="3574834" y="1343744"/>
                  </a:cubicBezTo>
                  <a:close/>
                  <a:moveTo>
                    <a:pt x="3337882" y="1343744"/>
                  </a:moveTo>
                  <a:cubicBezTo>
                    <a:pt x="3350004" y="1343744"/>
                    <a:pt x="3359829" y="1333917"/>
                    <a:pt x="3359829" y="1321797"/>
                  </a:cubicBezTo>
                  <a:cubicBezTo>
                    <a:pt x="3359829" y="1309675"/>
                    <a:pt x="3350004" y="1299849"/>
                    <a:pt x="3337882" y="1299849"/>
                  </a:cubicBezTo>
                  <a:cubicBezTo>
                    <a:pt x="3325761" y="1299849"/>
                    <a:pt x="3315935" y="1309675"/>
                    <a:pt x="3315935" y="1321797"/>
                  </a:cubicBezTo>
                  <a:cubicBezTo>
                    <a:pt x="3315935" y="1333917"/>
                    <a:pt x="3325761" y="1343744"/>
                    <a:pt x="3337882" y="1343744"/>
                  </a:cubicBezTo>
                  <a:close/>
                  <a:moveTo>
                    <a:pt x="3100930" y="1343744"/>
                  </a:moveTo>
                  <a:cubicBezTo>
                    <a:pt x="3113052" y="1343744"/>
                    <a:pt x="3122878" y="1333917"/>
                    <a:pt x="3122878" y="1321797"/>
                  </a:cubicBezTo>
                  <a:cubicBezTo>
                    <a:pt x="3122878" y="1309675"/>
                    <a:pt x="3113052" y="1299849"/>
                    <a:pt x="3100930" y="1299849"/>
                  </a:cubicBezTo>
                  <a:cubicBezTo>
                    <a:pt x="3088809" y="1299849"/>
                    <a:pt x="3078983" y="1309675"/>
                    <a:pt x="3078983" y="1321797"/>
                  </a:cubicBezTo>
                  <a:cubicBezTo>
                    <a:pt x="3078983" y="1333917"/>
                    <a:pt x="3088809" y="1343744"/>
                    <a:pt x="3100930" y="1343744"/>
                  </a:cubicBezTo>
                  <a:close/>
                  <a:moveTo>
                    <a:pt x="2863979" y="1343744"/>
                  </a:moveTo>
                  <a:cubicBezTo>
                    <a:pt x="2876100" y="1343744"/>
                    <a:pt x="2885926" y="1333917"/>
                    <a:pt x="2885926" y="1321797"/>
                  </a:cubicBezTo>
                  <a:cubicBezTo>
                    <a:pt x="2885926" y="1309675"/>
                    <a:pt x="2876100" y="1299849"/>
                    <a:pt x="2863979" y="1299849"/>
                  </a:cubicBezTo>
                  <a:cubicBezTo>
                    <a:pt x="2851857" y="1299849"/>
                    <a:pt x="2842031" y="1309675"/>
                    <a:pt x="2842031" y="1321797"/>
                  </a:cubicBezTo>
                  <a:cubicBezTo>
                    <a:pt x="2842031" y="1333917"/>
                    <a:pt x="2851857" y="1343744"/>
                    <a:pt x="2863979" y="1343744"/>
                  </a:cubicBezTo>
                  <a:close/>
                  <a:moveTo>
                    <a:pt x="2627027" y="1343744"/>
                  </a:moveTo>
                  <a:cubicBezTo>
                    <a:pt x="2639149" y="1343744"/>
                    <a:pt x="2648974" y="1333917"/>
                    <a:pt x="2648974" y="1321797"/>
                  </a:cubicBezTo>
                  <a:cubicBezTo>
                    <a:pt x="2648974" y="1309675"/>
                    <a:pt x="2639149" y="1299849"/>
                    <a:pt x="2627027" y="1299849"/>
                  </a:cubicBezTo>
                  <a:cubicBezTo>
                    <a:pt x="2614906" y="1299849"/>
                    <a:pt x="2605079" y="1309675"/>
                    <a:pt x="2605079" y="1321797"/>
                  </a:cubicBezTo>
                  <a:cubicBezTo>
                    <a:pt x="2605079" y="1333917"/>
                    <a:pt x="2614906" y="1343744"/>
                    <a:pt x="2627027" y="1343744"/>
                  </a:cubicBezTo>
                  <a:close/>
                  <a:moveTo>
                    <a:pt x="2390075" y="1343744"/>
                  </a:moveTo>
                  <a:cubicBezTo>
                    <a:pt x="2402196" y="1343744"/>
                    <a:pt x="2412023" y="1333917"/>
                    <a:pt x="2412023" y="1321797"/>
                  </a:cubicBezTo>
                  <a:cubicBezTo>
                    <a:pt x="2412023" y="1309675"/>
                    <a:pt x="2402196" y="1299849"/>
                    <a:pt x="2390075" y="1299849"/>
                  </a:cubicBezTo>
                  <a:cubicBezTo>
                    <a:pt x="2377954" y="1299849"/>
                    <a:pt x="2368127" y="1309675"/>
                    <a:pt x="2368127" y="1321797"/>
                  </a:cubicBezTo>
                  <a:cubicBezTo>
                    <a:pt x="2368127" y="1333917"/>
                    <a:pt x="2377954" y="1343744"/>
                    <a:pt x="2390075" y="1343744"/>
                  </a:cubicBezTo>
                  <a:close/>
                  <a:moveTo>
                    <a:pt x="2153124" y="1343744"/>
                  </a:moveTo>
                  <a:cubicBezTo>
                    <a:pt x="2165244" y="1343744"/>
                    <a:pt x="2175071" y="1333917"/>
                    <a:pt x="2175071" y="1321797"/>
                  </a:cubicBezTo>
                  <a:cubicBezTo>
                    <a:pt x="2175071" y="1309675"/>
                    <a:pt x="2165244" y="1299849"/>
                    <a:pt x="2153124" y="1299849"/>
                  </a:cubicBezTo>
                  <a:cubicBezTo>
                    <a:pt x="2141002" y="1299849"/>
                    <a:pt x="2131176" y="1309675"/>
                    <a:pt x="2131176" y="1321797"/>
                  </a:cubicBezTo>
                  <a:cubicBezTo>
                    <a:pt x="2131176" y="1333917"/>
                    <a:pt x="2141002" y="1343744"/>
                    <a:pt x="2153124" y="1343744"/>
                  </a:cubicBezTo>
                  <a:close/>
                  <a:moveTo>
                    <a:pt x="1917561" y="1343744"/>
                  </a:moveTo>
                  <a:cubicBezTo>
                    <a:pt x="1929682" y="1343744"/>
                    <a:pt x="1939509" y="1333917"/>
                    <a:pt x="1939509" y="1321797"/>
                  </a:cubicBezTo>
                  <a:cubicBezTo>
                    <a:pt x="1939509" y="1309675"/>
                    <a:pt x="1929682" y="1299849"/>
                    <a:pt x="1917561" y="1299849"/>
                  </a:cubicBezTo>
                  <a:cubicBezTo>
                    <a:pt x="1905440" y="1299849"/>
                    <a:pt x="1895613" y="1309675"/>
                    <a:pt x="1895613" y="1321797"/>
                  </a:cubicBezTo>
                  <a:cubicBezTo>
                    <a:pt x="1895613" y="1333917"/>
                    <a:pt x="1905440" y="1343744"/>
                    <a:pt x="1917561" y="1343744"/>
                  </a:cubicBezTo>
                  <a:close/>
                  <a:moveTo>
                    <a:pt x="1680609" y="1343744"/>
                  </a:moveTo>
                  <a:cubicBezTo>
                    <a:pt x="1692731" y="1343744"/>
                    <a:pt x="1702557" y="1333917"/>
                    <a:pt x="1702557" y="1321797"/>
                  </a:cubicBezTo>
                  <a:cubicBezTo>
                    <a:pt x="1702557" y="1309675"/>
                    <a:pt x="1692731" y="1299849"/>
                    <a:pt x="1680609" y="1299849"/>
                  </a:cubicBezTo>
                  <a:cubicBezTo>
                    <a:pt x="1668488" y="1299849"/>
                    <a:pt x="1658662" y="1309675"/>
                    <a:pt x="1658662" y="1321797"/>
                  </a:cubicBezTo>
                  <a:cubicBezTo>
                    <a:pt x="1658662" y="1333917"/>
                    <a:pt x="1668488" y="1343744"/>
                    <a:pt x="1680609" y="1343744"/>
                  </a:cubicBezTo>
                  <a:close/>
                  <a:moveTo>
                    <a:pt x="1443657" y="1343744"/>
                  </a:moveTo>
                  <a:cubicBezTo>
                    <a:pt x="1455779" y="1343744"/>
                    <a:pt x="1465606" y="1333917"/>
                    <a:pt x="1465606" y="1321797"/>
                  </a:cubicBezTo>
                  <a:cubicBezTo>
                    <a:pt x="1465606" y="1309675"/>
                    <a:pt x="1455779" y="1299849"/>
                    <a:pt x="1443657" y="1299849"/>
                  </a:cubicBezTo>
                  <a:cubicBezTo>
                    <a:pt x="1431537" y="1299849"/>
                    <a:pt x="1421710" y="1309675"/>
                    <a:pt x="1421710" y="1321797"/>
                  </a:cubicBezTo>
                  <a:cubicBezTo>
                    <a:pt x="1421710" y="1333917"/>
                    <a:pt x="1431537" y="1343744"/>
                    <a:pt x="1443657" y="1343744"/>
                  </a:cubicBezTo>
                  <a:close/>
                  <a:moveTo>
                    <a:pt x="1206706" y="1343744"/>
                  </a:moveTo>
                  <a:cubicBezTo>
                    <a:pt x="1218827" y="1343744"/>
                    <a:pt x="1228654" y="1333917"/>
                    <a:pt x="1228654" y="1321797"/>
                  </a:cubicBezTo>
                  <a:cubicBezTo>
                    <a:pt x="1228654" y="1309675"/>
                    <a:pt x="1218827" y="1299849"/>
                    <a:pt x="1206706" y="1299849"/>
                  </a:cubicBezTo>
                  <a:cubicBezTo>
                    <a:pt x="1194585" y="1299849"/>
                    <a:pt x="1184759" y="1309675"/>
                    <a:pt x="1184759" y="1321797"/>
                  </a:cubicBezTo>
                  <a:lnTo>
                    <a:pt x="1190636" y="1335986"/>
                  </a:lnTo>
                  <a:lnTo>
                    <a:pt x="1198005" y="1340140"/>
                  </a:lnTo>
                  <a:close/>
                  <a:moveTo>
                    <a:pt x="3811738" y="1560365"/>
                  </a:moveTo>
                  <a:lnTo>
                    <a:pt x="3812329" y="1560160"/>
                  </a:lnTo>
                  <a:lnTo>
                    <a:pt x="3827304" y="1553957"/>
                  </a:lnTo>
                  <a:cubicBezTo>
                    <a:pt x="3831276" y="1549985"/>
                    <a:pt x="3833733" y="1544498"/>
                    <a:pt x="3833733" y="1538438"/>
                  </a:cubicBezTo>
                  <a:cubicBezTo>
                    <a:pt x="3833733" y="1526316"/>
                    <a:pt x="3823907" y="1516490"/>
                    <a:pt x="3811785" y="1516490"/>
                  </a:cubicBezTo>
                  <a:cubicBezTo>
                    <a:pt x="3799664" y="1516490"/>
                    <a:pt x="3789838" y="1526316"/>
                    <a:pt x="3789838" y="1538438"/>
                  </a:cubicBezTo>
                  <a:cubicBezTo>
                    <a:pt x="3789838" y="1544498"/>
                    <a:pt x="3792294" y="1549985"/>
                    <a:pt x="3796266" y="1553957"/>
                  </a:cubicBezTo>
                  <a:close/>
                  <a:moveTo>
                    <a:pt x="3574834" y="1560385"/>
                  </a:moveTo>
                  <a:cubicBezTo>
                    <a:pt x="3586955" y="1560385"/>
                    <a:pt x="3596781" y="1550559"/>
                    <a:pt x="3596781" y="1538438"/>
                  </a:cubicBezTo>
                  <a:cubicBezTo>
                    <a:pt x="3596781" y="1526316"/>
                    <a:pt x="3586955" y="1516490"/>
                    <a:pt x="3574834" y="1516490"/>
                  </a:cubicBezTo>
                  <a:cubicBezTo>
                    <a:pt x="3562712" y="1516490"/>
                    <a:pt x="3552886" y="1526316"/>
                    <a:pt x="3552886" y="1538438"/>
                  </a:cubicBezTo>
                  <a:cubicBezTo>
                    <a:pt x="3552886" y="1550559"/>
                    <a:pt x="3562712" y="1560385"/>
                    <a:pt x="3574834" y="1560385"/>
                  </a:cubicBezTo>
                  <a:close/>
                  <a:moveTo>
                    <a:pt x="3337882" y="1560385"/>
                  </a:moveTo>
                  <a:cubicBezTo>
                    <a:pt x="3350004" y="1560385"/>
                    <a:pt x="3359829" y="1550559"/>
                    <a:pt x="3359829" y="1538438"/>
                  </a:cubicBezTo>
                  <a:cubicBezTo>
                    <a:pt x="3359829" y="1526316"/>
                    <a:pt x="3350004" y="1516490"/>
                    <a:pt x="3337882" y="1516490"/>
                  </a:cubicBezTo>
                  <a:cubicBezTo>
                    <a:pt x="3325761" y="1516490"/>
                    <a:pt x="3315935" y="1526316"/>
                    <a:pt x="3315935" y="1538438"/>
                  </a:cubicBezTo>
                  <a:cubicBezTo>
                    <a:pt x="3315935" y="1550559"/>
                    <a:pt x="3325761" y="1560385"/>
                    <a:pt x="3337882" y="1560385"/>
                  </a:cubicBezTo>
                  <a:close/>
                  <a:moveTo>
                    <a:pt x="3100930" y="1560385"/>
                  </a:moveTo>
                  <a:cubicBezTo>
                    <a:pt x="3113052" y="1560385"/>
                    <a:pt x="3122878" y="1550559"/>
                    <a:pt x="3122878" y="1538438"/>
                  </a:cubicBezTo>
                  <a:cubicBezTo>
                    <a:pt x="3122878" y="1526316"/>
                    <a:pt x="3113052" y="1516490"/>
                    <a:pt x="3100930" y="1516490"/>
                  </a:cubicBezTo>
                  <a:cubicBezTo>
                    <a:pt x="3088809" y="1516490"/>
                    <a:pt x="3078983" y="1526316"/>
                    <a:pt x="3078983" y="1538438"/>
                  </a:cubicBezTo>
                  <a:cubicBezTo>
                    <a:pt x="3078983" y="1550559"/>
                    <a:pt x="3088809" y="1560385"/>
                    <a:pt x="3100930" y="1560385"/>
                  </a:cubicBezTo>
                  <a:close/>
                  <a:moveTo>
                    <a:pt x="2863979" y="1560385"/>
                  </a:moveTo>
                  <a:cubicBezTo>
                    <a:pt x="2876100" y="1560385"/>
                    <a:pt x="2885926" y="1550559"/>
                    <a:pt x="2885926" y="1538438"/>
                  </a:cubicBezTo>
                  <a:cubicBezTo>
                    <a:pt x="2885926" y="1526316"/>
                    <a:pt x="2876100" y="1516490"/>
                    <a:pt x="2863979" y="1516490"/>
                  </a:cubicBezTo>
                  <a:cubicBezTo>
                    <a:pt x="2851857" y="1516490"/>
                    <a:pt x="2842031" y="1526316"/>
                    <a:pt x="2842031" y="1538438"/>
                  </a:cubicBezTo>
                  <a:cubicBezTo>
                    <a:pt x="2842031" y="1550559"/>
                    <a:pt x="2851857" y="1560385"/>
                    <a:pt x="2863979" y="1560385"/>
                  </a:cubicBezTo>
                  <a:close/>
                  <a:moveTo>
                    <a:pt x="2627027" y="1560385"/>
                  </a:moveTo>
                  <a:cubicBezTo>
                    <a:pt x="2639149" y="1560385"/>
                    <a:pt x="2648974" y="1550559"/>
                    <a:pt x="2648974" y="1538438"/>
                  </a:cubicBezTo>
                  <a:cubicBezTo>
                    <a:pt x="2648974" y="1526316"/>
                    <a:pt x="2639149" y="1516490"/>
                    <a:pt x="2627027" y="1516490"/>
                  </a:cubicBezTo>
                  <a:cubicBezTo>
                    <a:pt x="2614906" y="1516490"/>
                    <a:pt x="2605079" y="1526316"/>
                    <a:pt x="2605079" y="1538438"/>
                  </a:cubicBezTo>
                  <a:cubicBezTo>
                    <a:pt x="2605079" y="1550559"/>
                    <a:pt x="2614906" y="1560385"/>
                    <a:pt x="2627027" y="1560385"/>
                  </a:cubicBezTo>
                  <a:close/>
                  <a:moveTo>
                    <a:pt x="2390075" y="1560385"/>
                  </a:moveTo>
                  <a:cubicBezTo>
                    <a:pt x="2402196" y="1560385"/>
                    <a:pt x="2412023" y="1550559"/>
                    <a:pt x="2412023" y="1538438"/>
                  </a:cubicBezTo>
                  <a:cubicBezTo>
                    <a:pt x="2412023" y="1526316"/>
                    <a:pt x="2402196" y="1516490"/>
                    <a:pt x="2390075" y="1516490"/>
                  </a:cubicBezTo>
                  <a:cubicBezTo>
                    <a:pt x="2377954" y="1516490"/>
                    <a:pt x="2368127" y="1526316"/>
                    <a:pt x="2368127" y="1538438"/>
                  </a:cubicBezTo>
                  <a:cubicBezTo>
                    <a:pt x="2368127" y="1550559"/>
                    <a:pt x="2377954" y="1560385"/>
                    <a:pt x="2390075" y="1560385"/>
                  </a:cubicBezTo>
                  <a:close/>
                  <a:moveTo>
                    <a:pt x="2153124" y="1560385"/>
                  </a:moveTo>
                  <a:cubicBezTo>
                    <a:pt x="2165244" y="1560385"/>
                    <a:pt x="2175071" y="1550559"/>
                    <a:pt x="2175071" y="1538438"/>
                  </a:cubicBezTo>
                  <a:cubicBezTo>
                    <a:pt x="2175071" y="1526316"/>
                    <a:pt x="2165244" y="1516490"/>
                    <a:pt x="2153124" y="1516490"/>
                  </a:cubicBezTo>
                  <a:cubicBezTo>
                    <a:pt x="2141002" y="1516490"/>
                    <a:pt x="2131176" y="1526316"/>
                    <a:pt x="2131176" y="1538438"/>
                  </a:cubicBezTo>
                  <a:cubicBezTo>
                    <a:pt x="2131176" y="1550559"/>
                    <a:pt x="2141002" y="1560385"/>
                    <a:pt x="2153124" y="1560385"/>
                  </a:cubicBezTo>
                  <a:close/>
                  <a:moveTo>
                    <a:pt x="1917561" y="1560385"/>
                  </a:moveTo>
                  <a:cubicBezTo>
                    <a:pt x="1929682" y="1560385"/>
                    <a:pt x="1939509" y="1550559"/>
                    <a:pt x="1939509" y="1538438"/>
                  </a:cubicBezTo>
                  <a:cubicBezTo>
                    <a:pt x="1939509" y="1526316"/>
                    <a:pt x="1929682" y="1516490"/>
                    <a:pt x="1917561" y="1516490"/>
                  </a:cubicBezTo>
                  <a:cubicBezTo>
                    <a:pt x="1905440" y="1516490"/>
                    <a:pt x="1895613" y="1526316"/>
                    <a:pt x="1895613" y="1538438"/>
                  </a:cubicBezTo>
                  <a:cubicBezTo>
                    <a:pt x="1895613" y="1550559"/>
                    <a:pt x="1905440" y="1560385"/>
                    <a:pt x="1917561" y="1560385"/>
                  </a:cubicBezTo>
                  <a:close/>
                  <a:moveTo>
                    <a:pt x="1680609" y="1560385"/>
                  </a:moveTo>
                  <a:cubicBezTo>
                    <a:pt x="1692731" y="1560385"/>
                    <a:pt x="1702557" y="1550559"/>
                    <a:pt x="1702557" y="1538438"/>
                  </a:cubicBezTo>
                  <a:cubicBezTo>
                    <a:pt x="1702557" y="1526316"/>
                    <a:pt x="1692731" y="1516490"/>
                    <a:pt x="1680609" y="1516490"/>
                  </a:cubicBezTo>
                  <a:cubicBezTo>
                    <a:pt x="1668488" y="1516490"/>
                    <a:pt x="1658662" y="1526316"/>
                    <a:pt x="1658662" y="1538438"/>
                  </a:cubicBezTo>
                  <a:cubicBezTo>
                    <a:pt x="1658662" y="1550559"/>
                    <a:pt x="1668488" y="1560385"/>
                    <a:pt x="1680609" y="156038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BancoDoBrasil Texto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280522" y="53043"/>
            <a:ext cx="7491877" cy="5074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200" rIns="0" bIns="0" anchor="ctr">
            <a:spAutoFit/>
          </a:bodyPr>
          <a:lstStyle/>
          <a:p>
            <a:pPr marL="7560" indent="0" defTabSz="914400">
              <a:lnSpc>
                <a:spcPct val="100000"/>
              </a:lnSpc>
              <a:spcBef>
                <a:spcPts val="57"/>
              </a:spcBef>
              <a:buNone/>
            </a:pPr>
            <a:r>
              <a:rPr lang="pt-BR" sz="3250" b="1" u="none" strike="noStrike" spc="-6" dirty="0">
                <a:solidFill>
                  <a:schemeClr val="accent1"/>
                </a:solidFill>
                <a:effectLst/>
                <a:uFillTx/>
                <a:latin typeface="BancoDoBrasil Titulos" panose="00000500000000000000" charset="0"/>
              </a:rPr>
              <a:t>Frequ</a:t>
            </a:r>
            <a:r>
              <a:rPr lang="pt-BR" sz="3250" b="1" spc="-6" dirty="0">
                <a:solidFill>
                  <a:schemeClr val="accent1"/>
                </a:solidFill>
                <a:latin typeface="BancoDoBrasil Titulos" panose="00000500000000000000" charset="0"/>
              </a:rPr>
              <a:t>ência de termos por produto</a:t>
            </a:r>
            <a:endParaRPr lang="en-BR" sz="3250" b="1" u="none" strike="noStrike" dirty="0">
              <a:solidFill>
                <a:schemeClr val="lt1"/>
              </a:solidFill>
              <a:effectLst/>
              <a:uFillTx/>
              <a:latin typeface="BancoDoBrasil Titulos" panose="00000500000000000000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29DB8A9-DFC7-CA5A-B990-6DC97E8C28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38" y="1092432"/>
            <a:ext cx="5868000" cy="223847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0AD44F3-F784-3565-A758-4A574C359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833" y="1092433"/>
            <a:ext cx="5760000" cy="22384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9A8D8FE-13C4-8189-06AB-D2595A808E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39" y="3947742"/>
            <a:ext cx="5833061" cy="214520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E9F01BF-5FA9-8652-CE95-0BC826D76D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304" y="3956534"/>
            <a:ext cx="5760000" cy="2136416"/>
          </a:xfrm>
          <a:prstGeom prst="rect">
            <a:avLst/>
          </a:prstGeom>
        </p:spPr>
      </p:pic>
      <p:sp>
        <p:nvSpPr>
          <p:cNvPr id="12" name="PlaceHolder 1">
            <a:extLst>
              <a:ext uri="{FF2B5EF4-FFF2-40B4-BE49-F238E27FC236}">
                <a16:creationId xmlns:a16="http://schemas.microsoft.com/office/drawing/2014/main" id="{7FCB1D2E-BC51-BB7F-F4B0-CF028ADB8CAA}"/>
              </a:ext>
            </a:extLst>
          </p:cNvPr>
          <p:cNvSpPr txBox="1">
            <a:spLocks/>
          </p:cNvSpPr>
          <p:nvPr/>
        </p:nvSpPr>
        <p:spPr>
          <a:xfrm>
            <a:off x="283454" y="618146"/>
            <a:ext cx="2363032" cy="3150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20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560">
              <a:lnSpc>
                <a:spcPct val="100000"/>
              </a:lnSpc>
              <a:spcBef>
                <a:spcPts val="57"/>
              </a:spcBef>
            </a:pPr>
            <a:r>
              <a:rPr lang="pt-BR" sz="2000" b="1" spc="-6" dirty="0">
                <a:solidFill>
                  <a:schemeClr val="accent1"/>
                </a:solidFill>
                <a:latin typeface="+mn-lt"/>
              </a:rPr>
              <a:t>Cartão de Crédito</a:t>
            </a:r>
            <a:endParaRPr lang="en-BR" sz="2000" b="1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3" name="PlaceHolder 1">
            <a:extLst>
              <a:ext uri="{FF2B5EF4-FFF2-40B4-BE49-F238E27FC236}">
                <a16:creationId xmlns:a16="http://schemas.microsoft.com/office/drawing/2014/main" id="{CD1F769C-0B97-460D-9579-13ED30F4B0B6}"/>
              </a:ext>
            </a:extLst>
          </p:cNvPr>
          <p:cNvSpPr txBox="1">
            <a:spLocks/>
          </p:cNvSpPr>
          <p:nvPr/>
        </p:nvSpPr>
        <p:spPr>
          <a:xfrm>
            <a:off x="6253833" y="618146"/>
            <a:ext cx="2363032" cy="3150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20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560">
              <a:lnSpc>
                <a:spcPct val="100000"/>
              </a:lnSpc>
              <a:spcBef>
                <a:spcPts val="57"/>
              </a:spcBef>
            </a:pPr>
            <a:r>
              <a:rPr lang="pt-BR" sz="2000" b="1" spc="-6" dirty="0">
                <a:solidFill>
                  <a:schemeClr val="accent1"/>
                </a:solidFill>
                <a:latin typeface="+mn-lt"/>
              </a:rPr>
              <a:t>Agências Varejo</a:t>
            </a:r>
            <a:endParaRPr lang="en-BR" sz="2000" b="1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4" name="PlaceHolder 1">
            <a:extLst>
              <a:ext uri="{FF2B5EF4-FFF2-40B4-BE49-F238E27FC236}">
                <a16:creationId xmlns:a16="http://schemas.microsoft.com/office/drawing/2014/main" id="{A49636CD-DEB0-28C3-FBD9-38FAA5FBE253}"/>
              </a:ext>
            </a:extLst>
          </p:cNvPr>
          <p:cNvSpPr txBox="1">
            <a:spLocks/>
          </p:cNvSpPr>
          <p:nvPr/>
        </p:nvSpPr>
        <p:spPr>
          <a:xfrm>
            <a:off x="262938" y="3511698"/>
            <a:ext cx="2363032" cy="3150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20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560">
              <a:lnSpc>
                <a:spcPct val="100000"/>
              </a:lnSpc>
              <a:spcBef>
                <a:spcPts val="57"/>
              </a:spcBef>
            </a:pPr>
            <a:r>
              <a:rPr lang="pt-BR" sz="2000" b="1" spc="-6" dirty="0">
                <a:solidFill>
                  <a:schemeClr val="accent1"/>
                </a:solidFill>
                <a:latin typeface="+mn-lt"/>
              </a:rPr>
              <a:t>Fatura</a:t>
            </a:r>
            <a:endParaRPr lang="en-BR" sz="2000" b="1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5" name="PlaceHolder 1">
            <a:extLst>
              <a:ext uri="{FF2B5EF4-FFF2-40B4-BE49-F238E27FC236}">
                <a16:creationId xmlns:a16="http://schemas.microsoft.com/office/drawing/2014/main" id="{FB99E43A-33EB-552A-1F7D-1E53EBED4282}"/>
              </a:ext>
            </a:extLst>
          </p:cNvPr>
          <p:cNvSpPr txBox="1">
            <a:spLocks/>
          </p:cNvSpPr>
          <p:nvPr/>
        </p:nvSpPr>
        <p:spPr>
          <a:xfrm>
            <a:off x="6253832" y="3511697"/>
            <a:ext cx="3523213" cy="3150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20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560">
              <a:lnSpc>
                <a:spcPct val="100000"/>
              </a:lnSpc>
              <a:spcBef>
                <a:spcPts val="57"/>
              </a:spcBef>
            </a:pPr>
            <a:r>
              <a:rPr lang="pt-BR" sz="2000" b="1" spc="-6" dirty="0">
                <a:solidFill>
                  <a:schemeClr val="accent1"/>
                </a:solidFill>
                <a:latin typeface="+mn-lt"/>
              </a:rPr>
              <a:t>Empréstimos e </a:t>
            </a:r>
            <a:r>
              <a:rPr lang="pt-BR" sz="2000" b="1" spc="-6" dirty="0" err="1">
                <a:solidFill>
                  <a:schemeClr val="accent1"/>
                </a:solidFill>
                <a:latin typeface="+mn-lt"/>
              </a:rPr>
              <a:t>Hipotécas</a:t>
            </a:r>
            <a:endParaRPr lang="en-BR" sz="2000" b="1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PlaceHolder 1">
            <a:extLst>
              <a:ext uri="{FF2B5EF4-FFF2-40B4-BE49-F238E27FC236}">
                <a16:creationId xmlns:a16="http://schemas.microsoft.com/office/drawing/2014/main" id="{923DE462-4FE6-169D-3042-F4AC0857784D}"/>
              </a:ext>
            </a:extLst>
          </p:cNvPr>
          <p:cNvSpPr txBox="1">
            <a:spLocks/>
          </p:cNvSpPr>
          <p:nvPr/>
        </p:nvSpPr>
        <p:spPr>
          <a:xfrm>
            <a:off x="262938" y="6187567"/>
            <a:ext cx="11740366" cy="3150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20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560">
              <a:lnSpc>
                <a:spcPct val="100000"/>
              </a:lnSpc>
              <a:spcBef>
                <a:spcPts val="57"/>
              </a:spcBef>
            </a:pPr>
            <a:r>
              <a:rPr lang="pt-BR" sz="2000" b="1" spc="-6" dirty="0">
                <a:solidFill>
                  <a:schemeClr val="accent1"/>
                </a:solidFill>
                <a:latin typeface="+mn-lt"/>
              </a:rPr>
              <a:t>Permite identificar problemas recorrentes, categorias mais críticas, temas de insatisfação</a:t>
            </a:r>
            <a:endParaRPr lang="en-BR" sz="2000" b="1" dirty="0">
              <a:solidFill>
                <a:schemeClr val="lt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object 82"/>
          <p:cNvSpPr/>
          <p:nvPr/>
        </p:nvSpPr>
        <p:spPr>
          <a:xfrm>
            <a:off x="227880" y="6356520"/>
            <a:ext cx="277560" cy="16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840" rIns="0" bIns="0" anchor="t">
            <a:spAutoFit/>
          </a:bodyPr>
          <a:lstStyle/>
          <a:p>
            <a:pPr marL="7560" defTabSz="914400">
              <a:lnSpc>
                <a:spcPct val="100000"/>
              </a:lnSpc>
              <a:spcBef>
                <a:spcPts val="54"/>
              </a:spcBef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Forma Livre: Forma 1"/>
          <p:cNvSpPr/>
          <p:nvPr/>
        </p:nvSpPr>
        <p:spPr>
          <a:xfrm>
            <a:off x="1804376" y="2838667"/>
            <a:ext cx="2169360" cy="2930400"/>
          </a:xfrm>
          <a:custGeom>
            <a:avLst/>
            <a:gdLst>
              <a:gd name="textAreaLeft" fmla="*/ 0 w 2169360"/>
              <a:gd name="textAreaRight" fmla="*/ 2169720 w 2169360"/>
              <a:gd name="textAreaTop" fmla="*/ 0 h 2930400"/>
              <a:gd name="textAreaBottom" fmla="*/ 2930760 h 2930400"/>
              <a:gd name="GluePoint1X" fmla="*/ 0 w 2169623"/>
              <a:gd name="GluePoint1Y" fmla="*/ 1402652 h 2930667"/>
              <a:gd name="GluePoint2X" fmla="*/ 0 w 2169623"/>
              <a:gd name="GluePoint2Y" fmla="*/ 2930668 h 2930667"/>
              <a:gd name="GluePoint3X" fmla="*/ 1822436 w 2169623"/>
              <a:gd name="GluePoint3Y" fmla="*/ 2930668 h 2930667"/>
              <a:gd name="GluePoint4X" fmla="*/ 1618235 w 2169623"/>
              <a:gd name="GluePoint4Y" fmla="*/ 1986142 h 2930667"/>
              <a:gd name="GluePoint5X" fmla="*/ 2169624 w 2169623"/>
              <a:gd name="GluePoint5Y" fmla="*/ 1986142 h 2930667"/>
              <a:gd name="GluePoint6X" fmla="*/ 1911606 w 2169623"/>
              <a:gd name="GluePoint6Y" fmla="*/ 863276 h 2930667"/>
              <a:gd name="GluePoint7X" fmla="*/ 827450 w 2169623"/>
              <a:gd name="GluePoint7Y" fmla="*/ 0 h 2930667"/>
              <a:gd name="GluePoint8X" fmla="*/ 53 w 2169623"/>
              <a:gd name="GluePoint8Y" fmla="*/ 0 h 2930667"/>
              <a:gd name="GluePoint9X" fmla="*/ 53 w 2169623"/>
              <a:gd name="GluePoint9Y" fmla="*/ 1402652 h 29306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169623" h="2930667">
                <a:moveTo>
                  <a:pt x="0" y="1402652"/>
                </a:moveTo>
                <a:lnTo>
                  <a:pt x="0" y="2930668"/>
                </a:lnTo>
                <a:lnTo>
                  <a:pt x="1822436" y="2930668"/>
                </a:lnTo>
                <a:lnTo>
                  <a:pt x="1618235" y="1986142"/>
                </a:lnTo>
                <a:lnTo>
                  <a:pt x="2169624" y="1986142"/>
                </a:lnTo>
                <a:lnTo>
                  <a:pt x="1911606" y="863276"/>
                </a:lnTo>
                <a:cubicBezTo>
                  <a:pt x="1795527" y="358046"/>
                  <a:pt x="1345845" y="0"/>
                  <a:pt x="827450" y="0"/>
                </a:cubicBezTo>
                <a:lnTo>
                  <a:pt x="53" y="0"/>
                </a:lnTo>
                <a:lnTo>
                  <a:pt x="53" y="1402652"/>
                </a:lnTo>
                <a:close/>
              </a:path>
            </a:pathLst>
          </a:custGeom>
          <a:noFill/>
          <a:ln w="15716">
            <a:solidFill>
              <a:srgbClr val="FCFC3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35" name="Forma Livre: Forma 2"/>
          <p:cNvSpPr/>
          <p:nvPr/>
        </p:nvSpPr>
        <p:spPr>
          <a:xfrm>
            <a:off x="962336" y="1194840"/>
            <a:ext cx="2571120" cy="3480120"/>
          </a:xfrm>
          <a:custGeom>
            <a:avLst/>
            <a:gdLst>
              <a:gd name="textAreaLeft" fmla="*/ 0 w 2571120"/>
              <a:gd name="textAreaRight" fmla="*/ 2571480 w 2571120"/>
              <a:gd name="textAreaTop" fmla="*/ 0 h 3480120"/>
              <a:gd name="textAreaBottom" fmla="*/ 3480480 h 3480120"/>
              <a:gd name="GluePoint1X" fmla="*/ 1267376 w 2571468"/>
              <a:gd name="GluePoint1Y" fmla="*/ 127 h 3480556"/>
              <a:gd name="GluePoint2X" fmla="*/ 158 w 2571468"/>
              <a:gd name="GluePoint2Y" fmla="*/ 1306212 h 3480556"/>
              <a:gd name="GluePoint3X" fmla="*/ 602479 w 2571468"/>
              <a:gd name="GluePoint3Y" fmla="*/ 2375052 h 3480556"/>
              <a:gd name="GluePoint4X" fmla="*/ 841980 w 2571468"/>
              <a:gd name="GluePoint4Y" fmla="*/ 2815030 h 3480556"/>
              <a:gd name="GluePoint5X" fmla="*/ 841980 w 2571468"/>
              <a:gd name="GluePoint5Y" fmla="*/ 2897119 h 3480556"/>
              <a:gd name="GluePoint6X" fmla="*/ 1130316 w 2571468"/>
              <a:gd name="GluePoint6Y" fmla="*/ 3300380 h 3480556"/>
              <a:gd name="GluePoint7X" fmla="*/ 1128480 w 2571468"/>
              <a:gd name="GluePoint7Y" fmla="*/ 3323302 h 3480556"/>
              <a:gd name="GluePoint8X" fmla="*/ 1285735 w 2571468"/>
              <a:gd name="GluePoint8Y" fmla="*/ 3480557 h 3480556"/>
              <a:gd name="GluePoint9X" fmla="*/ 1442990 w 2571468"/>
              <a:gd name="GluePoint9Y" fmla="*/ 3323302 h 3480556"/>
              <a:gd name="GluePoint10X" fmla="*/ 1438794 w 2571468"/>
              <a:gd name="GluePoint10Y" fmla="*/ 3287686 h 3480556"/>
              <a:gd name="GluePoint11X" fmla="*/ 1694451 w 2571468"/>
              <a:gd name="GluePoint11Y" fmla="*/ 2897067 h 3480556"/>
              <a:gd name="GluePoint12X" fmla="*/ 1694451 w 2571468"/>
              <a:gd name="GluePoint12Y" fmla="*/ 2836536 h 3480556"/>
              <a:gd name="GluePoint13X" fmla="*/ 1947118 w 2571468"/>
              <a:gd name="GluePoint13Y" fmla="*/ 2388428 h 3480556"/>
              <a:gd name="GluePoint14X" fmla="*/ 2571469 w 2571468"/>
              <a:gd name="GluePoint14Y" fmla="*/ 1285703 h 3480556"/>
              <a:gd name="GluePoint15X" fmla="*/ 1267376 w 2571468"/>
              <a:gd name="GluePoint15Y" fmla="*/ 127 h 34805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</a:cxnLst>
            <a:rect l="textAreaLeft" t="textAreaTop" r="textAreaRight" b="textAreaBottom"/>
            <a:pathLst>
              <a:path w="2571468" h="3480556">
                <a:moveTo>
                  <a:pt x="1267376" y="127"/>
                </a:moveTo>
                <a:cubicBezTo>
                  <a:pt x="559939" y="9988"/>
                  <a:pt x="-10909" y="598776"/>
                  <a:pt x="158" y="1306212"/>
                </a:cubicBezTo>
                <a:cubicBezTo>
                  <a:pt x="7187" y="1756733"/>
                  <a:pt x="245954" y="2150972"/>
                  <a:pt x="602479" y="2375052"/>
                </a:cubicBezTo>
                <a:cubicBezTo>
                  <a:pt x="753020" y="2469678"/>
                  <a:pt x="841980" y="2637214"/>
                  <a:pt x="841980" y="2815030"/>
                </a:cubicBezTo>
                <a:lnTo>
                  <a:pt x="841980" y="2897119"/>
                </a:lnTo>
                <a:cubicBezTo>
                  <a:pt x="841980" y="3084220"/>
                  <a:pt x="962623" y="3243049"/>
                  <a:pt x="1130316" y="3300380"/>
                </a:cubicBezTo>
                <a:cubicBezTo>
                  <a:pt x="1129215" y="3307881"/>
                  <a:pt x="1128480" y="3315487"/>
                  <a:pt x="1128480" y="3323302"/>
                </a:cubicBezTo>
                <a:cubicBezTo>
                  <a:pt x="1128480" y="3410165"/>
                  <a:pt x="1198872" y="3480557"/>
                  <a:pt x="1285735" y="3480557"/>
                </a:cubicBezTo>
                <a:cubicBezTo>
                  <a:pt x="1372598" y="3480557"/>
                  <a:pt x="1442990" y="3410165"/>
                  <a:pt x="1442990" y="3323302"/>
                </a:cubicBezTo>
                <a:cubicBezTo>
                  <a:pt x="1442990" y="3311028"/>
                  <a:pt x="1441469" y="3299173"/>
                  <a:pt x="1438794" y="3287686"/>
                </a:cubicBezTo>
                <a:cubicBezTo>
                  <a:pt x="1589282" y="3221910"/>
                  <a:pt x="1694451" y="3071789"/>
                  <a:pt x="1694451" y="2897067"/>
                </a:cubicBezTo>
                <a:lnTo>
                  <a:pt x="1694451" y="2836536"/>
                </a:lnTo>
                <a:cubicBezTo>
                  <a:pt x="1694451" y="2653264"/>
                  <a:pt x="1790021" y="2482844"/>
                  <a:pt x="1947118" y="2388428"/>
                </a:cubicBezTo>
                <a:cubicBezTo>
                  <a:pt x="2321162" y="2163613"/>
                  <a:pt x="2571469" y="1753901"/>
                  <a:pt x="2571469" y="1285703"/>
                </a:cubicBezTo>
                <a:cubicBezTo>
                  <a:pt x="2571417" y="569559"/>
                  <a:pt x="1985829" y="-9839"/>
                  <a:pt x="1267376" y="127"/>
                </a:cubicBezTo>
                <a:close/>
              </a:path>
            </a:pathLst>
          </a:custGeom>
          <a:solidFill>
            <a:schemeClr val="accent2"/>
          </a:solidFill>
          <a:ln w="5239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36" name="Forma Livre: Forma 8"/>
          <p:cNvSpPr/>
          <p:nvPr/>
        </p:nvSpPr>
        <p:spPr>
          <a:xfrm>
            <a:off x="962336" y="1194840"/>
            <a:ext cx="2571120" cy="3480120"/>
          </a:xfrm>
          <a:custGeom>
            <a:avLst/>
            <a:gdLst>
              <a:gd name="textAreaLeft" fmla="*/ 0 w 2571120"/>
              <a:gd name="textAreaRight" fmla="*/ 2571480 w 2571120"/>
              <a:gd name="textAreaTop" fmla="*/ 0 h 3480120"/>
              <a:gd name="textAreaBottom" fmla="*/ 3480480 h 3480120"/>
              <a:gd name="GluePoint1X" fmla="*/ 1267376 w 2571468"/>
              <a:gd name="GluePoint1Y" fmla="*/ 127 h 3480556"/>
              <a:gd name="GluePoint2X" fmla="*/ 158 w 2571468"/>
              <a:gd name="GluePoint2Y" fmla="*/ 1306212 h 3480556"/>
              <a:gd name="GluePoint3X" fmla="*/ 602479 w 2571468"/>
              <a:gd name="GluePoint3Y" fmla="*/ 2375052 h 3480556"/>
              <a:gd name="GluePoint4X" fmla="*/ 841980 w 2571468"/>
              <a:gd name="GluePoint4Y" fmla="*/ 2815030 h 3480556"/>
              <a:gd name="GluePoint5X" fmla="*/ 841980 w 2571468"/>
              <a:gd name="GluePoint5Y" fmla="*/ 2897119 h 3480556"/>
              <a:gd name="GluePoint6X" fmla="*/ 1130316 w 2571468"/>
              <a:gd name="GluePoint6Y" fmla="*/ 3300380 h 3480556"/>
              <a:gd name="GluePoint7X" fmla="*/ 1128480 w 2571468"/>
              <a:gd name="GluePoint7Y" fmla="*/ 3323302 h 3480556"/>
              <a:gd name="GluePoint8X" fmla="*/ 1285735 w 2571468"/>
              <a:gd name="GluePoint8Y" fmla="*/ 3480557 h 3480556"/>
              <a:gd name="GluePoint9X" fmla="*/ 1442990 w 2571468"/>
              <a:gd name="GluePoint9Y" fmla="*/ 3323302 h 3480556"/>
              <a:gd name="GluePoint10X" fmla="*/ 1438794 w 2571468"/>
              <a:gd name="GluePoint10Y" fmla="*/ 3287686 h 3480556"/>
              <a:gd name="GluePoint11X" fmla="*/ 1694451 w 2571468"/>
              <a:gd name="GluePoint11Y" fmla="*/ 2897067 h 3480556"/>
              <a:gd name="GluePoint12X" fmla="*/ 1694451 w 2571468"/>
              <a:gd name="GluePoint12Y" fmla="*/ 2836536 h 3480556"/>
              <a:gd name="GluePoint13X" fmla="*/ 1947118 w 2571468"/>
              <a:gd name="GluePoint13Y" fmla="*/ 2388428 h 3480556"/>
              <a:gd name="GluePoint14X" fmla="*/ 2571469 w 2571468"/>
              <a:gd name="GluePoint14Y" fmla="*/ 1285703 h 3480556"/>
              <a:gd name="GluePoint15X" fmla="*/ 1267376 w 2571468"/>
              <a:gd name="GluePoint15Y" fmla="*/ 127 h 34805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</a:cxnLst>
            <a:rect l="textAreaLeft" t="textAreaTop" r="textAreaRight" b="textAreaBottom"/>
            <a:pathLst>
              <a:path w="2571468" h="3480556">
                <a:moveTo>
                  <a:pt x="1267376" y="127"/>
                </a:moveTo>
                <a:cubicBezTo>
                  <a:pt x="559939" y="9988"/>
                  <a:pt x="-10909" y="598776"/>
                  <a:pt x="158" y="1306212"/>
                </a:cubicBezTo>
                <a:cubicBezTo>
                  <a:pt x="7187" y="1756733"/>
                  <a:pt x="245954" y="2150972"/>
                  <a:pt x="602479" y="2375052"/>
                </a:cubicBezTo>
                <a:cubicBezTo>
                  <a:pt x="753020" y="2469678"/>
                  <a:pt x="841980" y="2637214"/>
                  <a:pt x="841980" y="2815030"/>
                </a:cubicBezTo>
                <a:lnTo>
                  <a:pt x="841980" y="2897119"/>
                </a:lnTo>
                <a:cubicBezTo>
                  <a:pt x="841980" y="3084220"/>
                  <a:pt x="962623" y="3243049"/>
                  <a:pt x="1130316" y="3300380"/>
                </a:cubicBezTo>
                <a:cubicBezTo>
                  <a:pt x="1129215" y="3307881"/>
                  <a:pt x="1128480" y="3315487"/>
                  <a:pt x="1128480" y="3323302"/>
                </a:cubicBezTo>
                <a:cubicBezTo>
                  <a:pt x="1128480" y="3410165"/>
                  <a:pt x="1198872" y="3480557"/>
                  <a:pt x="1285735" y="3480557"/>
                </a:cubicBezTo>
                <a:cubicBezTo>
                  <a:pt x="1372598" y="3480557"/>
                  <a:pt x="1442990" y="3410165"/>
                  <a:pt x="1442990" y="3323302"/>
                </a:cubicBezTo>
                <a:cubicBezTo>
                  <a:pt x="1442990" y="3311028"/>
                  <a:pt x="1441469" y="3299173"/>
                  <a:pt x="1438794" y="3287686"/>
                </a:cubicBezTo>
                <a:cubicBezTo>
                  <a:pt x="1589282" y="3221910"/>
                  <a:pt x="1694451" y="3071789"/>
                  <a:pt x="1694451" y="2897067"/>
                </a:cubicBezTo>
                <a:lnTo>
                  <a:pt x="1694451" y="2836536"/>
                </a:lnTo>
                <a:cubicBezTo>
                  <a:pt x="1694451" y="2653264"/>
                  <a:pt x="1790021" y="2482844"/>
                  <a:pt x="1947118" y="2388428"/>
                </a:cubicBezTo>
                <a:cubicBezTo>
                  <a:pt x="2321162" y="2163613"/>
                  <a:pt x="2571469" y="1753901"/>
                  <a:pt x="2571469" y="1285703"/>
                </a:cubicBezTo>
                <a:cubicBezTo>
                  <a:pt x="2571417" y="569559"/>
                  <a:pt x="1985829" y="-9839"/>
                  <a:pt x="1267376" y="127"/>
                </a:cubicBezTo>
                <a:close/>
              </a:path>
            </a:pathLst>
          </a:custGeom>
          <a:noFill/>
          <a:ln w="5239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37" name="Forma Livre: Forma 9"/>
          <p:cNvSpPr/>
          <p:nvPr/>
        </p:nvSpPr>
        <p:spPr>
          <a:xfrm>
            <a:off x="961616" y="1194840"/>
            <a:ext cx="2572200" cy="2572200"/>
          </a:xfrm>
          <a:custGeom>
            <a:avLst/>
            <a:gdLst>
              <a:gd name="textAreaLeft" fmla="*/ 0 w 2572200"/>
              <a:gd name="textAreaRight" fmla="*/ 2572560 w 2572200"/>
              <a:gd name="textAreaTop" fmla="*/ 0 h 2572200"/>
              <a:gd name="textAreaBottom" fmla="*/ 2572560 h 2572200"/>
              <a:gd name="GluePoint1X" fmla="*/ 2572622 w 2572622"/>
              <a:gd name="GluePoint1Y" fmla="*/ 1286311 h 2572621"/>
              <a:gd name="GluePoint2X" fmla="*/ 1286311 w 2572622"/>
              <a:gd name="GluePoint2Y" fmla="*/ 2572622 h 2572621"/>
              <a:gd name="GluePoint3X" fmla="*/ 0 w 2572622"/>
              <a:gd name="GluePoint3Y" fmla="*/ 1286311 h 2572621"/>
              <a:gd name="GluePoint4X" fmla="*/ 1286311 w 2572622"/>
              <a:gd name="GluePoint4Y" fmla="*/ 0 h 2572621"/>
              <a:gd name="GluePoint5X" fmla="*/ 2572622 w 2572622"/>
              <a:gd name="GluePoint5Y" fmla="*/ 1286311 h 257262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572622" h="2572621">
                <a:moveTo>
                  <a:pt x="2572622" y="1286311"/>
                </a:moveTo>
                <a:cubicBezTo>
                  <a:pt x="2572622" y="1996721"/>
                  <a:pt x="1996721" y="2572622"/>
                  <a:pt x="1286311" y="2572622"/>
                </a:cubicBezTo>
                <a:cubicBezTo>
                  <a:pt x="575901" y="2572622"/>
                  <a:pt x="0" y="1996721"/>
                  <a:pt x="0" y="1286311"/>
                </a:cubicBezTo>
                <a:cubicBezTo>
                  <a:pt x="0" y="575901"/>
                  <a:pt x="575901" y="0"/>
                  <a:pt x="1286311" y="0"/>
                </a:cubicBezTo>
                <a:cubicBezTo>
                  <a:pt x="1996721" y="0"/>
                  <a:pt x="2572622" y="575901"/>
                  <a:pt x="2572622" y="1286311"/>
                </a:cubicBezTo>
                <a:close/>
              </a:path>
            </a:pathLst>
          </a:custGeom>
          <a:solidFill>
            <a:srgbClr val="FCFC30"/>
          </a:solidFill>
          <a:ln w="5239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38" name="Forma Livre: Forma 37"/>
          <p:cNvSpPr/>
          <p:nvPr/>
        </p:nvSpPr>
        <p:spPr>
          <a:xfrm>
            <a:off x="2247896" y="2394067"/>
            <a:ext cx="5040" cy="1522080"/>
          </a:xfrm>
          <a:custGeom>
            <a:avLst/>
            <a:gdLst>
              <a:gd name="textAreaLeft" fmla="*/ 0 w 5040"/>
              <a:gd name="textAreaRight" fmla="*/ 5400 w 5040"/>
              <a:gd name="textAreaTop" fmla="*/ 0 h 1522080"/>
              <a:gd name="textAreaBottom" fmla="*/ 1522440 h 1522080"/>
              <a:gd name="GluePoint1X" fmla="*/ 0 w 5245"/>
              <a:gd name="GluePoint1Y" fmla="*/ 1522508 h 1522507"/>
              <a:gd name="GluePoint2X" fmla="*/ 0 w 5245"/>
              <a:gd name="GluePoint2Y" fmla="*/ 0 h 152250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5245" h="1522507">
                <a:moveTo>
                  <a:pt x="0" y="1522508"/>
                </a:moveTo>
                <a:lnTo>
                  <a:pt x="0" y="0"/>
                </a:lnTo>
              </a:path>
            </a:pathLst>
          </a:custGeom>
          <a:noFill/>
          <a:ln w="15716">
            <a:solidFill>
              <a:srgbClr val="465E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39" name="Forma Livre: Forma 45"/>
          <p:cNvSpPr/>
          <p:nvPr/>
        </p:nvSpPr>
        <p:spPr>
          <a:xfrm>
            <a:off x="1996976" y="1980427"/>
            <a:ext cx="502200" cy="1911240"/>
          </a:xfrm>
          <a:custGeom>
            <a:avLst/>
            <a:gdLst>
              <a:gd name="textAreaLeft" fmla="*/ 0 w 502200"/>
              <a:gd name="textAreaRight" fmla="*/ 502560 w 502200"/>
              <a:gd name="textAreaTop" fmla="*/ 0 h 1911240"/>
              <a:gd name="textAreaBottom" fmla="*/ 1911600 h 1911240"/>
              <a:gd name="GluePoint1X" fmla="*/ 502450 w 502449"/>
              <a:gd name="GluePoint1Y" fmla="*/ 1911711 h 1911710"/>
              <a:gd name="GluePoint2X" fmla="*/ 502450 w 502449"/>
              <a:gd name="GluePoint2Y" fmla="*/ 413594 h 1911710"/>
              <a:gd name="GluePoint3X" fmla="*/ 251251 w 502449"/>
              <a:gd name="GluePoint3Y" fmla="*/ 0 h 1911710"/>
              <a:gd name="GluePoint4X" fmla="*/ 1783 w 502449"/>
              <a:gd name="GluePoint4Y" fmla="*/ 413594 h 1911710"/>
              <a:gd name="GluePoint5X" fmla="*/ 0 w 502449"/>
              <a:gd name="GluePoint5Y" fmla="*/ 1911711 h 19117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502449" h="1911710">
                <a:moveTo>
                  <a:pt x="502450" y="1911711"/>
                </a:moveTo>
                <a:lnTo>
                  <a:pt x="502450" y="413594"/>
                </a:lnTo>
                <a:lnTo>
                  <a:pt x="251251" y="0"/>
                </a:lnTo>
                <a:lnTo>
                  <a:pt x="1783" y="413594"/>
                </a:lnTo>
                <a:lnTo>
                  <a:pt x="0" y="1911711"/>
                </a:lnTo>
              </a:path>
            </a:pathLst>
          </a:custGeom>
          <a:noFill/>
          <a:ln w="15716">
            <a:solidFill>
              <a:srgbClr val="465E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40" name="Forma Livre: Forma 48"/>
          <p:cNvSpPr/>
          <p:nvPr/>
        </p:nvSpPr>
        <p:spPr>
          <a:xfrm>
            <a:off x="2106776" y="1980427"/>
            <a:ext cx="283680" cy="234360"/>
          </a:xfrm>
          <a:custGeom>
            <a:avLst/>
            <a:gdLst>
              <a:gd name="textAreaLeft" fmla="*/ 0 w 283680"/>
              <a:gd name="textAreaRight" fmla="*/ 284040 w 283680"/>
              <a:gd name="textAreaTop" fmla="*/ 0 h 234360"/>
              <a:gd name="textAreaBottom" fmla="*/ 234720 h 234360"/>
              <a:gd name="GluePoint1X" fmla="*/ 0 w 284139"/>
              <a:gd name="GluePoint1Y" fmla="*/ 234781 h 234780"/>
              <a:gd name="GluePoint2X" fmla="*/ 284139 w 284139"/>
              <a:gd name="GluePoint2Y" fmla="*/ 234781 h 234780"/>
              <a:gd name="GluePoint3X" fmla="*/ 141152 w 284139"/>
              <a:gd name="GluePoint3Y" fmla="*/ 0 h 234780"/>
              <a:gd name="GluePoint4X" fmla="*/ 0 w 284139"/>
              <a:gd name="GluePoint4Y" fmla="*/ 234781 h 2347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84139" h="234780">
                <a:moveTo>
                  <a:pt x="0" y="234781"/>
                </a:moveTo>
                <a:lnTo>
                  <a:pt x="284139" y="234781"/>
                </a:lnTo>
                <a:lnTo>
                  <a:pt x="141152" y="0"/>
                </a:lnTo>
                <a:lnTo>
                  <a:pt x="0" y="234781"/>
                </a:lnTo>
                <a:close/>
              </a:path>
            </a:pathLst>
          </a:custGeom>
          <a:solidFill>
            <a:schemeClr val="bg1"/>
          </a:solidFill>
          <a:ln w="5239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41" name="Forma Livre: Forma 49"/>
          <p:cNvSpPr/>
          <p:nvPr/>
        </p:nvSpPr>
        <p:spPr>
          <a:xfrm>
            <a:off x="1996976" y="2394067"/>
            <a:ext cx="502200" cy="5040"/>
          </a:xfrm>
          <a:custGeom>
            <a:avLst/>
            <a:gdLst>
              <a:gd name="textAreaLeft" fmla="*/ 0 w 502200"/>
              <a:gd name="textAreaRight" fmla="*/ 502560 w 502200"/>
              <a:gd name="textAreaTop" fmla="*/ 0 h 5040"/>
              <a:gd name="textAreaBottom" fmla="*/ 5400 h 5040"/>
              <a:gd name="GluePoint1X" fmla="*/ 0 w 502449"/>
              <a:gd name="GluePoint1Y" fmla="*/ 0 h 5245"/>
              <a:gd name="GluePoint2X" fmla="*/ 502450 w 502449"/>
              <a:gd name="GluePoint2Y" fmla="*/ 0 h 524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502449" h="5245">
                <a:moveTo>
                  <a:pt x="0" y="0"/>
                </a:moveTo>
                <a:lnTo>
                  <a:pt x="502450" y="0"/>
                </a:lnTo>
              </a:path>
            </a:pathLst>
          </a:custGeom>
          <a:noFill/>
          <a:ln w="15716">
            <a:solidFill>
              <a:srgbClr val="465E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0" rIns="90000" bIns="-396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42" name="Forma Livre: Forma 50"/>
          <p:cNvSpPr/>
          <p:nvPr/>
        </p:nvSpPr>
        <p:spPr>
          <a:xfrm>
            <a:off x="2995976" y="3971947"/>
            <a:ext cx="216000" cy="216000"/>
          </a:xfrm>
          <a:custGeom>
            <a:avLst/>
            <a:gdLst>
              <a:gd name="textAreaLeft" fmla="*/ 0 w 216000"/>
              <a:gd name="textAreaRight" fmla="*/ 216360 w 216000"/>
              <a:gd name="textAreaTop" fmla="*/ 0 h 216000"/>
              <a:gd name="textAreaBottom" fmla="*/ 216360 h 216000"/>
              <a:gd name="GluePoint1X" fmla="*/ 216212 w 216212"/>
              <a:gd name="GluePoint1Y" fmla="*/ 108106 h 216212"/>
              <a:gd name="GluePoint2X" fmla="*/ 108106 w 216212"/>
              <a:gd name="GluePoint2Y" fmla="*/ 216212 h 216212"/>
              <a:gd name="GluePoint3X" fmla="*/ 0 w 216212"/>
              <a:gd name="GluePoint3Y" fmla="*/ 108106 h 216212"/>
              <a:gd name="GluePoint4X" fmla="*/ 108106 w 216212"/>
              <a:gd name="GluePoint4Y" fmla="*/ 0 h 216212"/>
              <a:gd name="GluePoint5X" fmla="*/ 216212 w 216212"/>
              <a:gd name="GluePoint5Y" fmla="*/ 108106 h 21621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212" h="216212">
                <a:moveTo>
                  <a:pt x="216212" y="108106"/>
                </a:moveTo>
                <a:cubicBezTo>
                  <a:pt x="216212" y="167811"/>
                  <a:pt x="167812" y="216212"/>
                  <a:pt x="108106" y="216212"/>
                </a:cubicBezTo>
                <a:cubicBezTo>
                  <a:pt x="48401" y="216212"/>
                  <a:pt x="0" y="167811"/>
                  <a:pt x="0" y="108106"/>
                </a:cubicBezTo>
                <a:cubicBezTo>
                  <a:pt x="0" y="48401"/>
                  <a:pt x="48401" y="0"/>
                  <a:pt x="108106" y="0"/>
                </a:cubicBezTo>
                <a:cubicBezTo>
                  <a:pt x="167812" y="0"/>
                  <a:pt x="216212" y="48401"/>
                  <a:pt x="216212" y="108106"/>
                </a:cubicBezTo>
                <a:close/>
              </a:path>
            </a:pathLst>
          </a:custGeom>
          <a:solidFill>
            <a:schemeClr val="tx2"/>
          </a:solidFill>
          <a:ln w="5239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43" name="Forma Livre: Forma 51"/>
          <p:cNvSpPr/>
          <p:nvPr/>
        </p:nvSpPr>
        <p:spPr>
          <a:xfrm>
            <a:off x="2917496" y="3916867"/>
            <a:ext cx="714960" cy="162720"/>
          </a:xfrm>
          <a:custGeom>
            <a:avLst/>
            <a:gdLst>
              <a:gd name="textAreaLeft" fmla="*/ 0 w 714960"/>
              <a:gd name="textAreaRight" fmla="*/ 715320 w 714960"/>
              <a:gd name="textAreaTop" fmla="*/ 0 h 162720"/>
              <a:gd name="textAreaBottom" fmla="*/ 163080 h 162720"/>
              <a:gd name="GluePoint1X" fmla="*/ 715357 w 715357"/>
              <a:gd name="GluePoint1Y" fmla="*/ 163077 h 163076"/>
              <a:gd name="GluePoint2X" fmla="*/ 357679 w 715357"/>
              <a:gd name="GluePoint2Y" fmla="*/ 0 h 163076"/>
              <a:gd name="GluePoint3X" fmla="*/ 0 w 715357"/>
              <a:gd name="GluePoint3Y" fmla="*/ 163077 h 1630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715357" h="163076">
                <a:moveTo>
                  <a:pt x="715357" y="163077"/>
                </a:moveTo>
                <a:cubicBezTo>
                  <a:pt x="628390" y="63206"/>
                  <a:pt x="500456" y="0"/>
                  <a:pt x="357679" y="0"/>
                </a:cubicBezTo>
                <a:cubicBezTo>
                  <a:pt x="214901" y="0"/>
                  <a:pt x="86915" y="63206"/>
                  <a:pt x="0" y="163077"/>
                </a:cubicBezTo>
              </a:path>
            </a:pathLst>
          </a:custGeom>
          <a:noFill/>
          <a:ln w="15716">
            <a:solidFill>
              <a:srgbClr val="FCFC3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44" name="Forma Livre: Forma 52"/>
          <p:cNvSpPr/>
          <p:nvPr/>
        </p:nvSpPr>
        <p:spPr>
          <a:xfrm>
            <a:off x="303896" y="3802747"/>
            <a:ext cx="766440" cy="766440"/>
          </a:xfrm>
          <a:custGeom>
            <a:avLst/>
            <a:gdLst>
              <a:gd name="textAreaLeft" fmla="*/ 0 w 766440"/>
              <a:gd name="textAreaRight" fmla="*/ 766800 w 766440"/>
              <a:gd name="textAreaTop" fmla="*/ 0 h 766440"/>
              <a:gd name="textAreaBottom" fmla="*/ 766800 h 766440"/>
              <a:gd name="GluePoint1X" fmla="*/ 766867 w 766866"/>
              <a:gd name="GluePoint1Y" fmla="*/ 0 h 766866"/>
              <a:gd name="GluePoint2X" fmla="*/ 0 w 766866"/>
              <a:gd name="GluePoint2Y" fmla="*/ 766866 h 76686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766866" h="766866">
                <a:moveTo>
                  <a:pt x="766867" y="0"/>
                </a:moveTo>
                <a:lnTo>
                  <a:pt x="0" y="766866"/>
                </a:lnTo>
              </a:path>
            </a:pathLst>
          </a:custGeom>
          <a:noFill/>
          <a:ln w="15716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45" name="Forma Livre: Forma 53"/>
          <p:cNvSpPr/>
          <p:nvPr/>
        </p:nvSpPr>
        <p:spPr>
          <a:xfrm>
            <a:off x="-139264" y="3455347"/>
            <a:ext cx="941760" cy="543600"/>
          </a:xfrm>
          <a:custGeom>
            <a:avLst/>
            <a:gdLst>
              <a:gd name="textAreaLeft" fmla="*/ 0 w 941760"/>
              <a:gd name="textAreaRight" fmla="*/ 942120 w 941760"/>
              <a:gd name="textAreaTop" fmla="*/ 0 h 543600"/>
              <a:gd name="textAreaBottom" fmla="*/ 543960 h 543600"/>
              <a:gd name="GluePoint1X" fmla="*/ 942218 w 942217"/>
              <a:gd name="GluePoint1Y" fmla="*/ 0 h 544045"/>
              <a:gd name="GluePoint2X" fmla="*/ 0 w 942217"/>
              <a:gd name="GluePoint2Y" fmla="*/ 544045 h 54404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942217" h="544045">
                <a:moveTo>
                  <a:pt x="942218" y="0"/>
                </a:moveTo>
                <a:lnTo>
                  <a:pt x="0" y="544045"/>
                </a:lnTo>
              </a:path>
            </a:pathLst>
          </a:custGeom>
          <a:noFill/>
          <a:ln w="15716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246" name="Forma Livre: Forma 54"/>
          <p:cNvSpPr/>
          <p:nvPr/>
        </p:nvSpPr>
        <p:spPr>
          <a:xfrm>
            <a:off x="-420064" y="3051067"/>
            <a:ext cx="1054800" cy="282240"/>
          </a:xfrm>
          <a:custGeom>
            <a:avLst/>
            <a:gdLst>
              <a:gd name="textAreaLeft" fmla="*/ 0 w 1054800"/>
              <a:gd name="textAreaRight" fmla="*/ 1055160 w 1054800"/>
              <a:gd name="textAreaTop" fmla="*/ 0 h 282240"/>
              <a:gd name="textAreaBottom" fmla="*/ 282600 h 282240"/>
              <a:gd name="GluePoint1X" fmla="*/ 1054992 w 1054992"/>
              <a:gd name="GluePoint1Y" fmla="*/ 0 h 282670"/>
              <a:gd name="GluePoint2X" fmla="*/ 0 w 1054992"/>
              <a:gd name="GluePoint2Y" fmla="*/ 282670 h 28267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1054992" h="282670">
                <a:moveTo>
                  <a:pt x="1054992" y="0"/>
                </a:moveTo>
                <a:lnTo>
                  <a:pt x="0" y="282670"/>
                </a:lnTo>
              </a:path>
            </a:pathLst>
          </a:custGeom>
          <a:noFill/>
          <a:ln w="15716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cxnSp>
        <p:nvCxnSpPr>
          <p:cNvPr id="247" name="Conector reto 1"/>
          <p:cNvCxnSpPr/>
          <p:nvPr/>
        </p:nvCxnSpPr>
        <p:spPr>
          <a:xfrm>
            <a:off x="1782056" y="4007587"/>
            <a:ext cx="914760" cy="360"/>
          </a:xfrm>
          <a:prstGeom prst="straightConnector1">
            <a:avLst/>
          </a:prstGeom>
          <a:ln w="19050">
            <a:solidFill>
              <a:srgbClr val="465EFF"/>
            </a:solidFill>
          </a:ln>
        </p:spPr>
      </p:cxnSp>
      <p:cxnSp>
        <p:nvCxnSpPr>
          <p:cNvPr id="248" name="Conector reto 2"/>
          <p:cNvCxnSpPr/>
          <p:nvPr/>
        </p:nvCxnSpPr>
        <p:spPr>
          <a:xfrm>
            <a:off x="1881056" y="4483507"/>
            <a:ext cx="696600" cy="360"/>
          </a:xfrm>
          <a:prstGeom prst="straightConnector1">
            <a:avLst/>
          </a:prstGeom>
          <a:ln w="19050">
            <a:solidFill>
              <a:srgbClr val="465EFF"/>
            </a:solidFill>
          </a:ln>
        </p:spPr>
      </p:cxnSp>
      <p:cxnSp>
        <p:nvCxnSpPr>
          <p:cNvPr id="249" name="Conector reto 3"/>
          <p:cNvCxnSpPr/>
          <p:nvPr/>
        </p:nvCxnSpPr>
        <p:spPr>
          <a:xfrm>
            <a:off x="1804736" y="4234027"/>
            <a:ext cx="849240" cy="360"/>
          </a:xfrm>
          <a:prstGeom prst="straightConnector1">
            <a:avLst/>
          </a:prstGeom>
          <a:ln w="19050">
            <a:solidFill>
              <a:srgbClr val="465EFF"/>
            </a:solidFill>
          </a:ln>
        </p:spPr>
      </p:cxnSp>
      <p:cxnSp>
        <p:nvCxnSpPr>
          <p:cNvPr id="250" name="Conector reto 4"/>
          <p:cNvCxnSpPr/>
          <p:nvPr/>
        </p:nvCxnSpPr>
        <p:spPr>
          <a:xfrm>
            <a:off x="2090576" y="4716787"/>
            <a:ext cx="305280" cy="360"/>
          </a:xfrm>
          <a:prstGeom prst="straightConnector1">
            <a:avLst/>
          </a:prstGeom>
          <a:ln w="19050">
            <a:solidFill>
              <a:srgbClr val="465EFF"/>
            </a:solidFill>
          </a:ln>
        </p:spPr>
      </p:cxnSp>
      <p:sp>
        <p:nvSpPr>
          <p:cNvPr id="2" name="PlaceHolder 1">
            <a:extLst>
              <a:ext uri="{FF2B5EF4-FFF2-40B4-BE49-F238E27FC236}">
                <a16:creationId xmlns:a16="http://schemas.microsoft.com/office/drawing/2014/main" id="{314D1B94-36E5-E0FA-20DA-139D9127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4267" y="112846"/>
            <a:ext cx="7157326" cy="8143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7920" rIns="0" bIns="0" anchor="ctr">
            <a:spAutoFit/>
          </a:bodyPr>
          <a:lstStyle/>
          <a:p>
            <a:pPr marL="7560" indent="0" defTabSz="914400">
              <a:lnSpc>
                <a:spcPct val="100000"/>
              </a:lnSpc>
              <a:spcBef>
                <a:spcPts val="65"/>
              </a:spcBef>
              <a:buNone/>
            </a:pPr>
            <a:r>
              <a:rPr lang="pt-BR" sz="5240" b="1" u="none" strike="noStrike" dirty="0">
                <a:solidFill>
                  <a:schemeClr val="lt1"/>
                </a:solidFill>
                <a:effectLst/>
                <a:uFillTx/>
                <a:latin typeface="BancoDoBrasil Titulos"/>
              </a:rPr>
              <a:t>Conclusão do projeto</a:t>
            </a:r>
            <a:endParaRPr lang="en-BR" sz="5240" b="1" u="none" strike="noStrike" dirty="0">
              <a:solidFill>
                <a:schemeClr val="lt1"/>
              </a:solidFill>
              <a:effectLst/>
              <a:uFillTx/>
              <a:latin typeface="BancoDoBrasil Textos"/>
            </a:endParaRPr>
          </a:p>
        </p:txBody>
      </p:sp>
      <p:sp>
        <p:nvSpPr>
          <p:cNvPr id="4" name="object 87">
            <a:extLst>
              <a:ext uri="{FF2B5EF4-FFF2-40B4-BE49-F238E27FC236}">
                <a16:creationId xmlns:a16="http://schemas.microsoft.com/office/drawing/2014/main" id="{FE5BFC3F-BF37-24CA-2CB5-46360AAEF069}"/>
              </a:ext>
            </a:extLst>
          </p:cNvPr>
          <p:cNvSpPr/>
          <p:nvPr/>
        </p:nvSpPr>
        <p:spPr>
          <a:xfrm flipV="1">
            <a:off x="3824266" y="927218"/>
            <a:ext cx="7157325" cy="74357"/>
          </a:xfrm>
          <a:custGeom>
            <a:avLst/>
            <a:gdLst>
              <a:gd name="textAreaLeft" fmla="*/ 0 w 3724920"/>
              <a:gd name="textAreaRight" fmla="*/ 3725280 w 372492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6142990">
                <a:moveTo>
                  <a:pt x="0" y="0"/>
                </a:moveTo>
                <a:lnTo>
                  <a:pt x="6142975" y="0"/>
                </a:lnTo>
              </a:path>
            </a:pathLst>
          </a:custGeom>
          <a:noFill/>
          <a:ln w="36250">
            <a:solidFill>
              <a:srgbClr val="FCFC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BR" sz="1090" b="0" u="none" strike="noStrike">
              <a:solidFill>
                <a:schemeClr val="lt1"/>
              </a:solidFill>
              <a:effectLst/>
              <a:uFillTx/>
              <a:latin typeface="BancoDoBrasil Titulos"/>
            </a:endParaRPr>
          </a:p>
        </p:txBody>
      </p:sp>
      <p:sp>
        <p:nvSpPr>
          <p:cNvPr id="6" name="object 88">
            <a:extLst>
              <a:ext uri="{FF2B5EF4-FFF2-40B4-BE49-F238E27FC236}">
                <a16:creationId xmlns:a16="http://schemas.microsoft.com/office/drawing/2014/main" id="{DD320BBC-D796-8948-363F-7EB3368200F0}"/>
              </a:ext>
            </a:extLst>
          </p:cNvPr>
          <p:cNvSpPr/>
          <p:nvPr/>
        </p:nvSpPr>
        <p:spPr>
          <a:xfrm>
            <a:off x="4338956" y="2000583"/>
            <a:ext cx="7158600" cy="19458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6840" rIns="0" bIns="0" anchor="t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dirty="0">
                <a:solidFill>
                  <a:schemeClr val="tx2"/>
                </a:solidFill>
              </a:rPr>
              <a:t>O pipeline desenvolvido é robusto, modular e replicável.</a:t>
            </a:r>
          </a:p>
          <a:p>
            <a:pPr lvl="0"/>
            <a:endParaRPr lang="pt-BR" dirty="0">
              <a:solidFill>
                <a:schemeClr val="tx2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dirty="0">
                <a:solidFill>
                  <a:schemeClr val="tx2"/>
                </a:solidFill>
              </a:rPr>
              <a:t>O modelo de </a:t>
            </a:r>
            <a:r>
              <a:rPr lang="pt-BR" dirty="0" err="1">
                <a:solidFill>
                  <a:schemeClr val="tx2"/>
                </a:solidFill>
              </a:rPr>
              <a:t>Deep</a:t>
            </a:r>
            <a:r>
              <a:rPr lang="pt-BR" dirty="0">
                <a:solidFill>
                  <a:schemeClr val="tx2"/>
                </a:solidFill>
              </a:rPr>
              <a:t> Learning apresentou desempenho sólido.</a:t>
            </a:r>
          </a:p>
          <a:p>
            <a:pPr lvl="0"/>
            <a:endParaRPr lang="pt-BR" dirty="0">
              <a:solidFill>
                <a:schemeClr val="tx2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dirty="0">
                <a:solidFill>
                  <a:schemeClr val="tx2"/>
                </a:solidFill>
              </a:rPr>
              <a:t>A análise de texto permitiu identificar dores reais dos clientes.</a:t>
            </a:r>
          </a:p>
          <a:p>
            <a:pPr lvl="0"/>
            <a:endParaRPr lang="pt-BR" dirty="0">
              <a:solidFill>
                <a:schemeClr val="tx2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pt-BR" dirty="0">
                <a:solidFill>
                  <a:schemeClr val="tx2"/>
                </a:solidFill>
              </a:rPr>
              <a:t>O uso de </a:t>
            </a:r>
            <a:r>
              <a:rPr lang="pt-BR" dirty="0" err="1">
                <a:solidFill>
                  <a:schemeClr val="tx2"/>
                </a:solidFill>
              </a:rPr>
              <a:t>embeddings</a:t>
            </a:r>
            <a:r>
              <a:rPr lang="pt-BR" dirty="0">
                <a:solidFill>
                  <a:schemeClr val="tx2"/>
                </a:solidFill>
              </a:rPr>
              <a:t> elevou a qualidade da classificação.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b_corporativo">
  <a:themeElements>
    <a:clrScheme name="Personalizada 1">
      <a:dk1>
        <a:srgbClr val="465EFF"/>
      </a:dk1>
      <a:lt1>
        <a:srgbClr val="FCFC30"/>
      </a:lt1>
      <a:dk2>
        <a:srgbClr val="735CC6"/>
      </a:dk2>
      <a:lt2>
        <a:srgbClr val="FFFFFF"/>
      </a:lt2>
      <a:accent1>
        <a:srgbClr val="465EFF"/>
      </a:accent1>
      <a:accent2>
        <a:srgbClr val="FCFC30"/>
      </a:accent2>
      <a:accent3>
        <a:srgbClr val="FFA7D3"/>
      </a:accent3>
      <a:accent4>
        <a:srgbClr val="FF6E91"/>
      </a:accent4>
      <a:accent5>
        <a:srgbClr val="83FFEA"/>
      </a:accent5>
      <a:accent6>
        <a:srgbClr val="00EBD0"/>
      </a:accent6>
      <a:hlink>
        <a:srgbClr val="FCFB30"/>
      </a:hlink>
      <a:folHlink>
        <a:srgbClr val="3333BD"/>
      </a:folHlink>
    </a:clrScheme>
    <a:fontScheme name="Banco do Brasil">
      <a:majorFont>
        <a:latin typeface="BancoDoBrasil Titulos Medium"/>
        <a:ea typeface=""/>
        <a:cs typeface=""/>
      </a:majorFont>
      <a:minorFont>
        <a:latin typeface="BancoDoBrasil Tex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8125</TotalTime>
  <Words>423</Words>
  <Application>Microsoft Office PowerPoint</Application>
  <PresentationFormat>Widescreen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5" baseType="lpstr">
      <vt:lpstr>Wingdings</vt:lpstr>
      <vt:lpstr>BancoDoBrasil Textos</vt:lpstr>
      <vt:lpstr>BancoDoBrasil Textos Light</vt:lpstr>
      <vt:lpstr>Arial</vt:lpstr>
      <vt:lpstr>BancoDoBrasil Titulos Light</vt:lpstr>
      <vt:lpstr>Times New Roman</vt:lpstr>
      <vt:lpstr>BancoDoBrasil Titulos</vt:lpstr>
      <vt:lpstr>Symbol</vt:lpstr>
      <vt:lpstr>bb_corporativo</vt:lpstr>
      <vt:lpstr>DATATHON Pós-Tech FIAP</vt:lpstr>
      <vt:lpstr>Classificação de Reclamações Financeiras e Análise das Dores dos Clientes</vt:lpstr>
      <vt:lpstr>Nuvem de palavras</vt:lpstr>
      <vt:lpstr>Apresentação do PowerPoint</vt:lpstr>
      <vt:lpstr>Frequência de termos por produto</vt:lpstr>
      <vt:lpstr>Conclusão do projeto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de pesquisa</dc:title>
  <dc:subject/>
  <dc:creator>Microsoft Office User</dc:creator>
  <dc:description/>
  <cp:lastModifiedBy>Vanderlei Aparecido de Oliveira Soares</cp:lastModifiedBy>
  <cp:revision>184</cp:revision>
  <dcterms:created xsi:type="dcterms:W3CDTF">2020-10-02T18:49:15Z</dcterms:created>
  <dcterms:modified xsi:type="dcterms:W3CDTF">2026-03-31T20:55:30Z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0x01010083B12FA55ACF974FBDB038385F2EBBEE</vt:lpwstr>
  </property>
  <property fmtid="{D5CDD505-2E9C-101B-9397-08002B2CF9AE}" pid="3" name="MSIP_Label_1ba22eba-d59e-42ba-acb9-085eb1026b66_ActionId">
    <vt:lpwstr>abae24af-3f5e-450c-ba5b-77f47d8da457</vt:lpwstr>
  </property>
  <property fmtid="{D5CDD505-2E9C-101B-9397-08002B2CF9AE}" pid="4" name="MSIP_Label_1ba22eba-d59e-42ba-acb9-085eb1026b66_ContentBits">
    <vt:lpwstr>0</vt:lpwstr>
  </property>
  <property fmtid="{D5CDD505-2E9C-101B-9397-08002B2CF9AE}" pid="5" name="MSIP_Label_1ba22eba-d59e-42ba-acb9-085eb1026b66_Enabled">
    <vt:lpwstr>true</vt:lpwstr>
  </property>
  <property fmtid="{D5CDD505-2E9C-101B-9397-08002B2CF9AE}" pid="6" name="MSIP_Label_1ba22eba-d59e-42ba-acb9-085eb1026b66_Method">
    <vt:lpwstr>Privileged</vt:lpwstr>
  </property>
  <property fmtid="{D5CDD505-2E9C-101B-9397-08002B2CF9AE}" pid="7" name="MSIP_Label_1ba22eba-d59e-42ba-acb9-085eb1026b66_Name">
    <vt:lpwstr>1ba22eba-d59e-42ba-acb9-085eb1026b66</vt:lpwstr>
  </property>
  <property fmtid="{D5CDD505-2E9C-101B-9397-08002B2CF9AE}" pid="8" name="MSIP_Label_1ba22eba-d59e-42ba-acb9-085eb1026b66_SetDate">
    <vt:lpwstr>2024-02-29T18:41:41Z</vt:lpwstr>
  </property>
  <property fmtid="{D5CDD505-2E9C-101B-9397-08002B2CF9AE}" pid="9" name="MSIP_Label_1ba22eba-d59e-42ba-acb9-085eb1026b66_SiteId">
    <vt:lpwstr>ea0c2907-38d2-4181-8750-b0b190b60443</vt:lpwstr>
  </property>
  <property fmtid="{D5CDD505-2E9C-101B-9397-08002B2CF9AE}" pid="10" name="MSIP_Label_40881dc9-f7f2-41de-a334-ceff3dc15b31_ActionId">
    <vt:lpwstr>1c8ed4a1-d151-4ccb-8693-2537fb2eb212</vt:lpwstr>
  </property>
  <property fmtid="{D5CDD505-2E9C-101B-9397-08002B2CF9AE}" pid="11" name="MSIP_Label_40881dc9-f7f2-41de-a334-ceff3dc15b31_ContentBits">
    <vt:lpwstr>1</vt:lpwstr>
  </property>
  <property fmtid="{D5CDD505-2E9C-101B-9397-08002B2CF9AE}" pid="12" name="MSIP_Label_40881dc9-f7f2-41de-a334-ceff3dc15b31_Enabled">
    <vt:lpwstr>true</vt:lpwstr>
  </property>
  <property fmtid="{D5CDD505-2E9C-101B-9397-08002B2CF9AE}" pid="13" name="MSIP_Label_40881dc9-f7f2-41de-a334-ceff3dc15b31_Method">
    <vt:lpwstr>Standard</vt:lpwstr>
  </property>
  <property fmtid="{D5CDD505-2E9C-101B-9397-08002B2CF9AE}" pid="14" name="MSIP_Label_40881dc9-f7f2-41de-a334-ceff3dc15b31_Name">
    <vt:lpwstr>40881dc9-f7f2-41de-a334-ceff3dc15b31</vt:lpwstr>
  </property>
  <property fmtid="{D5CDD505-2E9C-101B-9397-08002B2CF9AE}" pid="15" name="MSIP_Label_40881dc9-f7f2-41de-a334-ceff3dc15b31_SetDate">
    <vt:lpwstr>2022-11-04T15:38:53Z</vt:lpwstr>
  </property>
  <property fmtid="{D5CDD505-2E9C-101B-9397-08002B2CF9AE}" pid="16" name="MSIP_Label_40881dc9-f7f2-41de-a334-ceff3dc15b31_SiteId">
    <vt:lpwstr>ea0c2907-38d2-4181-8750-b0b190b60443</vt:lpwstr>
  </property>
  <property fmtid="{D5CDD505-2E9C-101B-9397-08002B2CF9AE}" pid="17" name="Notes">
    <vt:i4>7</vt:i4>
  </property>
  <property fmtid="{D5CDD505-2E9C-101B-9397-08002B2CF9AE}" pid="18" name="PresentationFormat">
    <vt:lpwstr>Widescreen</vt:lpwstr>
  </property>
  <property fmtid="{D5CDD505-2E9C-101B-9397-08002B2CF9AE}" pid="19" name="Slides">
    <vt:i4>61</vt:i4>
  </property>
</Properties>
</file>